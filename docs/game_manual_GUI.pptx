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1" r:id="rId3"/>
    <p:sldId id="260" r:id="rId4"/>
    <p:sldId id="262" r:id="rId5"/>
    <p:sldId id="263" r:id="rId6"/>
    <p:sldId id="264" r:id="rId7"/>
    <p:sldId id="265" r:id="rId8"/>
    <p:sldId id="267" r:id="rId9"/>
    <p:sldId id="266" r:id="rId10"/>
    <p:sldId id="268" r:id="rId11"/>
    <p:sldId id="269" r:id="rId12"/>
    <p:sldId id="270" r:id="rId13"/>
    <p:sldId id="257" r:id="rId14"/>
    <p:sldId id="258" r:id="rId15"/>
  </p:sldIdLst>
  <p:sldSz cx="13158788" cy="9869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EA7D6F-012F-496E-99D3-89C91A14E677}" v="3" dt="2026-08-13T17:01:56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21" autoAdjust="0"/>
  </p:normalViewPr>
  <p:slideViewPr>
    <p:cSldViewPr snapToGrid="0" snapToObjects="1">
      <p:cViewPr>
        <p:scale>
          <a:sx n="100" d="100"/>
          <a:sy n="100" d="100"/>
        </p:scale>
        <p:origin x="648" y="72"/>
      </p:cViewPr>
      <p:guideLst>
        <p:guide orient="horz" pos="2160"/>
        <p:guide pos="31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Chromy" userId="f75110142f2032e8" providerId="LiveId" clId="{A60AB22C-9B23-4A50-A013-0F4752E49A98}"/>
    <pc:docChg chg="undo redo custSel addSld modSld sldOrd">
      <pc:chgData name="Patrick Chromy" userId="f75110142f2032e8" providerId="LiveId" clId="{A60AB22C-9B23-4A50-A013-0F4752E49A98}" dt="2026-08-13T22:13:28.926" v="3062" actId="14826"/>
      <pc:docMkLst>
        <pc:docMk/>
      </pc:docMkLst>
      <pc:sldChg chg="ord">
        <pc:chgData name="Patrick Chromy" userId="f75110142f2032e8" providerId="LiveId" clId="{A60AB22C-9B23-4A50-A013-0F4752E49A98}" dt="2026-08-13T21:40:20.166" v="2004"/>
        <pc:sldMkLst>
          <pc:docMk/>
          <pc:sldMk cId="0" sldId="258"/>
        </pc:sldMkLst>
      </pc:sldChg>
      <pc:sldChg chg="modSp mod">
        <pc:chgData name="Patrick Chromy" userId="f75110142f2032e8" providerId="LiveId" clId="{A60AB22C-9B23-4A50-A013-0F4752E49A98}" dt="2026-08-13T21:24:09.427" v="1599" actId="12"/>
        <pc:sldMkLst>
          <pc:docMk/>
          <pc:sldMk cId="374477595" sldId="260"/>
        </pc:sldMkLst>
        <pc:spChg chg="mod">
          <ac:chgData name="Patrick Chromy" userId="f75110142f2032e8" providerId="LiveId" clId="{A60AB22C-9B23-4A50-A013-0F4752E49A98}" dt="2026-08-13T17:00:25.609" v="1017" actId="20577"/>
          <ac:spMkLst>
            <pc:docMk/>
            <pc:sldMk cId="374477595" sldId="260"/>
            <ac:spMk id="5" creationId="{31BFF457-000F-10E1-9F61-8771550759B9}"/>
          </ac:spMkLst>
        </pc:spChg>
        <pc:spChg chg="mod">
          <ac:chgData name="Patrick Chromy" userId="f75110142f2032e8" providerId="LiveId" clId="{A60AB22C-9B23-4A50-A013-0F4752E49A98}" dt="2026-08-13T17:00:29.049" v="1018" actId="20577"/>
          <ac:spMkLst>
            <pc:docMk/>
            <pc:sldMk cId="374477595" sldId="260"/>
            <ac:spMk id="7" creationId="{DC51DC7A-5F69-E1F1-AAC8-F300B9EF59B0}"/>
          </ac:spMkLst>
        </pc:spChg>
        <pc:spChg chg="mod">
          <ac:chgData name="Patrick Chromy" userId="f75110142f2032e8" providerId="LiveId" clId="{A60AB22C-9B23-4A50-A013-0F4752E49A98}" dt="2026-08-13T16:59:28.021" v="1005" actId="14100"/>
          <ac:spMkLst>
            <pc:docMk/>
            <pc:sldMk cId="374477595" sldId="260"/>
            <ac:spMk id="9" creationId="{08C4786D-FDAC-92B8-D7D3-602A3062C7DA}"/>
          </ac:spMkLst>
        </pc:spChg>
        <pc:spChg chg="mod">
          <ac:chgData name="Patrick Chromy" userId="f75110142f2032e8" providerId="LiveId" clId="{A60AB22C-9B23-4A50-A013-0F4752E49A98}" dt="2026-08-13T16:59:37.929" v="1006" actId="14100"/>
          <ac:spMkLst>
            <pc:docMk/>
            <pc:sldMk cId="374477595" sldId="260"/>
            <ac:spMk id="11" creationId="{F3ABE274-34EC-B202-168B-119E98350FA0}"/>
          </ac:spMkLst>
        </pc:spChg>
        <pc:spChg chg="mod">
          <ac:chgData name="Patrick Chromy" userId="f75110142f2032e8" providerId="LiveId" clId="{A60AB22C-9B23-4A50-A013-0F4752E49A98}" dt="2026-08-13T21:24:09.427" v="1599" actId="12"/>
          <ac:spMkLst>
            <pc:docMk/>
            <pc:sldMk cId="374477595" sldId="260"/>
            <ac:spMk id="15" creationId="{FE9AE574-55E3-063B-020F-CB135101A0A0}"/>
          </ac:spMkLst>
        </pc:spChg>
      </pc:sldChg>
      <pc:sldChg chg="modSp mod">
        <pc:chgData name="Patrick Chromy" userId="f75110142f2032e8" providerId="LiveId" clId="{A60AB22C-9B23-4A50-A013-0F4752E49A98}" dt="2026-08-13T21:23:50.420" v="1582" actId="12"/>
        <pc:sldMkLst>
          <pc:docMk/>
          <pc:sldMk cId="4259238244" sldId="261"/>
        </pc:sldMkLst>
        <pc:spChg chg="mod">
          <ac:chgData name="Patrick Chromy" userId="f75110142f2032e8" providerId="LiveId" clId="{A60AB22C-9B23-4A50-A013-0F4752E49A98}" dt="2026-08-13T21:23:50.420" v="1582" actId="12"/>
          <ac:spMkLst>
            <pc:docMk/>
            <pc:sldMk cId="4259238244" sldId="261"/>
            <ac:spMk id="23" creationId="{1675073B-9309-0A2B-B3FA-13BFA778D617}"/>
          </ac:spMkLst>
        </pc:spChg>
      </pc:sldChg>
      <pc:sldChg chg="addSp delSp modSp mod">
        <pc:chgData name="Patrick Chromy" userId="f75110142f2032e8" providerId="LiveId" clId="{A60AB22C-9B23-4A50-A013-0F4752E49A98}" dt="2026-08-13T21:24:58.866" v="1622" actId="12"/>
        <pc:sldMkLst>
          <pc:docMk/>
          <pc:sldMk cId="1134031056" sldId="262"/>
        </pc:sldMkLst>
        <pc:spChg chg="mod ord">
          <ac:chgData name="Patrick Chromy" userId="f75110142f2032e8" providerId="LiveId" clId="{A60AB22C-9B23-4A50-A013-0F4752E49A98}" dt="2026-08-13T17:01:06.465" v="1050" actId="170"/>
          <ac:spMkLst>
            <pc:docMk/>
            <pc:sldMk cId="1134031056" sldId="262"/>
            <ac:spMk id="7" creationId="{8D1E6D27-6EB7-CAE1-4D33-1DE28E42C4B6}"/>
          </ac:spMkLst>
        </pc:spChg>
        <pc:spChg chg="mod">
          <ac:chgData name="Patrick Chromy" userId="f75110142f2032e8" providerId="LiveId" clId="{A60AB22C-9B23-4A50-A013-0F4752E49A98}" dt="2026-08-13T16:32:25.303" v="99" actId="1076"/>
          <ac:spMkLst>
            <pc:docMk/>
            <pc:sldMk cId="1134031056" sldId="262"/>
            <ac:spMk id="9" creationId="{6FB85184-3CF7-2381-365A-31EBB1CC4DCF}"/>
          </ac:spMkLst>
        </pc:spChg>
        <pc:spChg chg="mod">
          <ac:chgData name="Patrick Chromy" userId="f75110142f2032e8" providerId="LiveId" clId="{A60AB22C-9B23-4A50-A013-0F4752E49A98}" dt="2026-08-13T16:32:25.303" v="99" actId="1076"/>
          <ac:spMkLst>
            <pc:docMk/>
            <pc:sldMk cId="1134031056" sldId="262"/>
            <ac:spMk id="11" creationId="{D883B92B-6FD8-D1CF-BA4E-7DE15157FADB}"/>
          </ac:spMkLst>
        </pc:spChg>
        <pc:spChg chg="mod">
          <ac:chgData name="Patrick Chromy" userId="f75110142f2032e8" providerId="LiveId" clId="{A60AB22C-9B23-4A50-A013-0F4752E49A98}" dt="2026-08-13T17:01:11.863" v="1052" actId="20577"/>
          <ac:spMkLst>
            <pc:docMk/>
            <pc:sldMk cId="1134031056" sldId="262"/>
            <ac:spMk id="13" creationId="{3E3D407B-C757-4CE4-C175-3BB01A9974AF}"/>
          </ac:spMkLst>
        </pc:spChg>
        <pc:spChg chg="mod">
          <ac:chgData name="Patrick Chromy" userId="f75110142f2032e8" providerId="LiveId" clId="{A60AB22C-9B23-4A50-A013-0F4752E49A98}" dt="2026-08-13T21:24:58.866" v="1622" actId="12"/>
          <ac:spMkLst>
            <pc:docMk/>
            <pc:sldMk cId="1134031056" sldId="262"/>
            <ac:spMk id="15" creationId="{5BA5A410-20E3-545A-C1F9-74F9053ACB1B}"/>
          </ac:spMkLst>
        </pc:spChg>
        <pc:spChg chg="mod">
          <ac:chgData name="Patrick Chromy" userId="f75110142f2032e8" providerId="LiveId" clId="{A60AB22C-9B23-4A50-A013-0F4752E49A98}" dt="2026-08-13T16:32:25.303" v="99" actId="1076"/>
          <ac:spMkLst>
            <pc:docMk/>
            <pc:sldMk cId="1134031056" sldId="262"/>
            <ac:spMk id="19" creationId="{958E327C-38CC-EDA3-02E0-814032F7B874}"/>
          </ac:spMkLst>
        </pc:spChg>
        <pc:spChg chg="mod">
          <ac:chgData name="Patrick Chromy" userId="f75110142f2032e8" providerId="LiveId" clId="{A60AB22C-9B23-4A50-A013-0F4752E49A98}" dt="2026-08-13T17:01:23.800" v="1054" actId="20577"/>
          <ac:spMkLst>
            <pc:docMk/>
            <pc:sldMk cId="1134031056" sldId="262"/>
            <ac:spMk id="21" creationId="{9FB792BA-250F-341C-6E57-284E4A8552E6}"/>
          </ac:spMkLst>
        </pc:spChg>
        <pc:spChg chg="mod">
          <ac:chgData name="Patrick Chromy" userId="f75110142f2032e8" providerId="LiveId" clId="{A60AB22C-9B23-4A50-A013-0F4752E49A98}" dt="2026-08-13T17:01:27.736" v="1056" actId="20577"/>
          <ac:spMkLst>
            <pc:docMk/>
            <pc:sldMk cId="1134031056" sldId="262"/>
            <ac:spMk id="23" creationId="{F8D2D499-A986-9F70-E259-2DD260985EC7}"/>
          </ac:spMkLst>
        </pc:spChg>
        <pc:spChg chg="mod">
          <ac:chgData name="Patrick Chromy" userId="f75110142f2032e8" providerId="LiveId" clId="{A60AB22C-9B23-4A50-A013-0F4752E49A98}" dt="2026-08-13T17:01:31.905" v="1058" actId="20577"/>
          <ac:spMkLst>
            <pc:docMk/>
            <pc:sldMk cId="1134031056" sldId="262"/>
            <ac:spMk id="25" creationId="{9E40D862-576E-8C68-8DE0-A5A41B6D6EF4}"/>
          </ac:spMkLst>
        </pc:spChg>
        <pc:spChg chg="mod">
          <ac:chgData name="Patrick Chromy" userId="f75110142f2032e8" providerId="LiveId" clId="{A60AB22C-9B23-4A50-A013-0F4752E49A98}" dt="2026-08-13T17:01:41.040" v="1060" actId="20577"/>
          <ac:spMkLst>
            <pc:docMk/>
            <pc:sldMk cId="1134031056" sldId="262"/>
            <ac:spMk id="27" creationId="{51C842F0-C98E-C6E8-96BD-DAD0F3847E32}"/>
          </ac:spMkLst>
        </pc:spChg>
        <pc:picChg chg="del">
          <ac:chgData name="Patrick Chromy" userId="f75110142f2032e8" providerId="LiveId" clId="{A60AB22C-9B23-4A50-A013-0F4752E49A98}" dt="2026-08-13T16:30:29.676" v="23" actId="478"/>
          <ac:picMkLst>
            <pc:docMk/>
            <pc:sldMk cId="1134031056" sldId="262"/>
            <ac:picMk id="3" creationId="{8265A1A3-73C7-F1CB-B560-DB153859E258}"/>
          </ac:picMkLst>
        </pc:picChg>
        <pc:picChg chg="add mod ord">
          <ac:chgData name="Patrick Chromy" userId="f75110142f2032e8" providerId="LiveId" clId="{A60AB22C-9B23-4A50-A013-0F4752E49A98}" dt="2026-08-13T16:32:25.303" v="99" actId="1076"/>
          <ac:picMkLst>
            <pc:docMk/>
            <pc:sldMk cId="1134031056" sldId="262"/>
            <ac:picMk id="4" creationId="{26F44A74-A60F-D298-A8BA-F3ADA4D2091F}"/>
          </ac:picMkLst>
        </pc:picChg>
        <pc:picChg chg="mod">
          <ac:chgData name="Patrick Chromy" userId="f75110142f2032e8" providerId="LiveId" clId="{A60AB22C-9B23-4A50-A013-0F4752E49A98}" dt="2026-08-13T16:32:08.577" v="97" actId="14826"/>
          <ac:picMkLst>
            <pc:docMk/>
            <pc:sldMk cId="1134031056" sldId="262"/>
            <ac:picMk id="17" creationId="{1BCD6508-82AC-2ACE-B0E7-918CEF98C2EB}"/>
          </ac:picMkLst>
        </pc:picChg>
      </pc:sldChg>
      <pc:sldChg chg="delSp modSp mod">
        <pc:chgData name="Patrick Chromy" userId="f75110142f2032e8" providerId="LiveId" clId="{A60AB22C-9B23-4A50-A013-0F4752E49A98}" dt="2026-08-13T21:26:38.792" v="1632" actId="20577"/>
        <pc:sldMkLst>
          <pc:docMk/>
          <pc:sldMk cId="1526620823" sldId="263"/>
        </pc:sldMkLst>
        <pc:spChg chg="mod ord">
          <ac:chgData name="Patrick Chromy" userId="f75110142f2032e8" providerId="LiveId" clId="{A60AB22C-9B23-4A50-A013-0F4752E49A98}" dt="2026-08-13T21:00:49.759" v="1122" actId="20577"/>
          <ac:spMkLst>
            <pc:docMk/>
            <pc:sldMk cId="1526620823" sldId="263"/>
            <ac:spMk id="7" creationId="{59B27428-4C66-B279-D71E-D6F2F94209D3}"/>
          </ac:spMkLst>
        </pc:spChg>
        <pc:spChg chg="del">
          <ac:chgData name="Patrick Chromy" userId="f75110142f2032e8" providerId="LiveId" clId="{A60AB22C-9B23-4A50-A013-0F4752E49A98}" dt="2026-08-13T17:03:41.933" v="1087" actId="478"/>
          <ac:spMkLst>
            <pc:docMk/>
            <pc:sldMk cId="1526620823" sldId="263"/>
            <ac:spMk id="11" creationId="{917ED253-C5BE-8FC0-DB82-630300C2CAC9}"/>
          </ac:spMkLst>
        </pc:spChg>
        <pc:spChg chg="del">
          <ac:chgData name="Patrick Chromy" userId="f75110142f2032e8" providerId="LiveId" clId="{A60AB22C-9B23-4A50-A013-0F4752E49A98}" dt="2026-08-13T17:03:43.126" v="1088" actId="478"/>
          <ac:spMkLst>
            <pc:docMk/>
            <pc:sldMk cId="1526620823" sldId="263"/>
            <ac:spMk id="13" creationId="{C5889B22-FAA2-5C62-2871-A0F6DAD87810}"/>
          </ac:spMkLst>
        </pc:spChg>
        <pc:spChg chg="mod">
          <ac:chgData name="Patrick Chromy" userId="f75110142f2032e8" providerId="LiveId" clId="{A60AB22C-9B23-4A50-A013-0F4752E49A98}" dt="2026-08-13T21:26:38.792" v="1632" actId="20577"/>
          <ac:spMkLst>
            <pc:docMk/>
            <pc:sldMk cId="1526620823" sldId="263"/>
            <ac:spMk id="15" creationId="{2B29DA71-9CAA-F806-2A63-A9EAC4001C30}"/>
          </ac:spMkLst>
        </pc:spChg>
        <pc:spChg chg="mod">
          <ac:chgData name="Patrick Chromy" userId="f75110142f2032e8" providerId="LiveId" clId="{A60AB22C-9B23-4A50-A013-0F4752E49A98}" dt="2026-08-13T17:03:14.453" v="1081" actId="1076"/>
          <ac:spMkLst>
            <pc:docMk/>
            <pc:sldMk cId="1526620823" sldId="263"/>
            <ac:spMk id="17" creationId="{050BBA4A-6660-E6D9-390B-9CE80A3D1646}"/>
          </ac:spMkLst>
        </pc:spChg>
        <pc:spChg chg="mod">
          <ac:chgData name="Patrick Chromy" userId="f75110142f2032e8" providerId="LiveId" clId="{A60AB22C-9B23-4A50-A013-0F4752E49A98}" dt="2026-08-13T21:20:46.894" v="1448" actId="14100"/>
          <ac:spMkLst>
            <pc:docMk/>
            <pc:sldMk cId="1526620823" sldId="263"/>
            <ac:spMk id="19" creationId="{A5613CFE-59C3-C58A-40C7-6D894007FA64}"/>
          </ac:spMkLst>
        </pc:spChg>
        <pc:picChg chg="mod ord">
          <ac:chgData name="Patrick Chromy" userId="f75110142f2032e8" providerId="LiveId" clId="{A60AB22C-9B23-4A50-A013-0F4752E49A98}" dt="2026-08-13T16:34:18.300" v="112" actId="167"/>
          <ac:picMkLst>
            <pc:docMk/>
            <pc:sldMk cId="1526620823" sldId="263"/>
            <ac:picMk id="3" creationId="{DF630E33-BDDD-BE64-2E3B-00A2C6603CF1}"/>
          </ac:picMkLst>
        </pc:picChg>
        <pc:picChg chg="mod modCrop">
          <ac:chgData name="Patrick Chromy" userId="f75110142f2032e8" providerId="LiveId" clId="{A60AB22C-9B23-4A50-A013-0F4752E49A98}" dt="2026-08-13T16:35:00.025" v="114" actId="732"/>
          <ac:picMkLst>
            <pc:docMk/>
            <pc:sldMk cId="1526620823" sldId="263"/>
            <ac:picMk id="5" creationId="{D12FC5AE-6A67-0A0D-EA42-72F2F63BD31F}"/>
          </ac:picMkLst>
        </pc:picChg>
      </pc:sldChg>
      <pc:sldChg chg="addSp delSp modSp mod">
        <pc:chgData name="Patrick Chromy" userId="f75110142f2032e8" providerId="LiveId" clId="{A60AB22C-9B23-4A50-A013-0F4752E49A98}" dt="2026-08-13T21:30:26.479" v="1785" actId="20577"/>
        <pc:sldMkLst>
          <pc:docMk/>
          <pc:sldMk cId="822267285" sldId="264"/>
        </pc:sldMkLst>
        <pc:spChg chg="add mod">
          <ac:chgData name="Patrick Chromy" userId="f75110142f2032e8" providerId="LiveId" clId="{A60AB22C-9B23-4A50-A013-0F4752E49A98}" dt="2026-08-13T21:02:17.520" v="1140" actId="20577"/>
          <ac:spMkLst>
            <pc:docMk/>
            <pc:sldMk cId="822267285" sldId="264"/>
            <ac:spMk id="3" creationId="{B99B07EB-AE0E-B489-6AA7-3EDD3053D47E}"/>
          </ac:spMkLst>
        </pc:spChg>
        <pc:spChg chg="add mod">
          <ac:chgData name="Patrick Chromy" userId="f75110142f2032e8" providerId="LiveId" clId="{A60AB22C-9B23-4A50-A013-0F4752E49A98}" dt="2026-08-13T21:04:51.313" v="1200" actId="20577"/>
          <ac:spMkLst>
            <pc:docMk/>
            <pc:sldMk cId="822267285" sldId="264"/>
            <ac:spMk id="6" creationId="{3948504B-4B65-2EC6-FEEC-704A4FF98CC7}"/>
          </ac:spMkLst>
        </pc:spChg>
        <pc:spChg chg="mod">
          <ac:chgData name="Patrick Chromy" userId="f75110142f2032e8" providerId="LiveId" clId="{A60AB22C-9B23-4A50-A013-0F4752E49A98}" dt="2026-08-13T21:02:11.396" v="1136" actId="20577"/>
          <ac:spMkLst>
            <pc:docMk/>
            <pc:sldMk cId="822267285" sldId="264"/>
            <ac:spMk id="7" creationId="{2182A48B-1C0C-35A1-CBE3-522A5DBB28A7}"/>
          </ac:spMkLst>
        </pc:spChg>
        <pc:spChg chg="mod">
          <ac:chgData name="Patrick Chromy" userId="f75110142f2032e8" providerId="LiveId" clId="{A60AB22C-9B23-4A50-A013-0F4752E49A98}" dt="2026-08-13T17:05:08.669" v="1111" actId="20577"/>
          <ac:spMkLst>
            <pc:docMk/>
            <pc:sldMk cId="822267285" sldId="264"/>
            <ac:spMk id="9" creationId="{76561B1C-DCCB-418A-3FD0-F168B24391E5}"/>
          </ac:spMkLst>
        </pc:spChg>
        <pc:spChg chg="add mod">
          <ac:chgData name="Patrick Chromy" userId="f75110142f2032e8" providerId="LiveId" clId="{A60AB22C-9B23-4A50-A013-0F4752E49A98}" dt="2026-08-13T21:30:26.479" v="1785" actId="20577"/>
          <ac:spMkLst>
            <pc:docMk/>
            <pc:sldMk cId="822267285" sldId="264"/>
            <ac:spMk id="10" creationId="{DBA0CDB2-2895-6461-4B66-3187FB2A42B0}"/>
          </ac:spMkLst>
        </pc:spChg>
        <pc:spChg chg="mod">
          <ac:chgData name="Patrick Chromy" userId="f75110142f2032e8" providerId="LiveId" clId="{A60AB22C-9B23-4A50-A013-0F4752E49A98}" dt="2026-08-13T16:43:41.794" v="261" actId="14100"/>
          <ac:spMkLst>
            <pc:docMk/>
            <pc:sldMk cId="822267285" sldId="264"/>
            <ac:spMk id="13" creationId="{64E3C814-D26A-14CD-B20C-56E37121C835}"/>
          </ac:spMkLst>
        </pc:spChg>
        <pc:spChg chg="add mod">
          <ac:chgData name="Patrick Chromy" userId="f75110142f2032e8" providerId="LiveId" clId="{A60AB22C-9B23-4A50-A013-0F4752E49A98}" dt="2026-08-13T16:58:12.653" v="993" actId="14100"/>
          <ac:spMkLst>
            <pc:docMk/>
            <pc:sldMk cId="822267285" sldId="264"/>
            <ac:spMk id="14" creationId="{879B7662-8AA0-EB17-9863-5151E99E2BAA}"/>
          </ac:spMkLst>
        </pc:spChg>
        <pc:spChg chg="mod">
          <ac:chgData name="Patrick Chromy" userId="f75110142f2032e8" providerId="LiveId" clId="{A60AB22C-9B23-4A50-A013-0F4752E49A98}" dt="2026-08-13T16:37:46.971" v="137" actId="1076"/>
          <ac:spMkLst>
            <pc:docMk/>
            <pc:sldMk cId="822267285" sldId="264"/>
            <ac:spMk id="15" creationId="{A8A740C8-9B4B-6EA4-3CC7-3D5EFB208B11}"/>
          </ac:spMkLst>
        </pc:spChg>
        <pc:spChg chg="mod">
          <ac:chgData name="Patrick Chromy" userId="f75110142f2032e8" providerId="LiveId" clId="{A60AB22C-9B23-4A50-A013-0F4752E49A98}" dt="2026-08-13T16:38:14.136" v="142" actId="14100"/>
          <ac:spMkLst>
            <pc:docMk/>
            <pc:sldMk cId="822267285" sldId="264"/>
            <ac:spMk id="17" creationId="{E973ECF4-135B-7124-08D4-69A9636D5B2F}"/>
          </ac:spMkLst>
        </pc:spChg>
        <pc:spChg chg="add del mod">
          <ac:chgData name="Patrick Chromy" userId="f75110142f2032e8" providerId="LiveId" clId="{A60AB22C-9B23-4A50-A013-0F4752E49A98}" dt="2026-08-13T21:02:26.741" v="1142" actId="20577"/>
          <ac:spMkLst>
            <pc:docMk/>
            <pc:sldMk cId="822267285" sldId="264"/>
            <ac:spMk id="18" creationId="{4DDFF91F-A342-8DB0-B316-10A0E51909E0}"/>
          </ac:spMkLst>
        </pc:spChg>
        <pc:spChg chg="mod">
          <ac:chgData name="Patrick Chromy" userId="f75110142f2032e8" providerId="LiveId" clId="{A60AB22C-9B23-4A50-A013-0F4752E49A98}" dt="2026-08-13T21:03:46.566" v="1180" actId="20577"/>
          <ac:spMkLst>
            <pc:docMk/>
            <pc:sldMk cId="822267285" sldId="264"/>
            <ac:spMk id="19" creationId="{F3314BF4-AC4A-BF0F-EE01-959575B422EB}"/>
          </ac:spMkLst>
        </pc:spChg>
        <pc:spChg chg="add mod">
          <ac:chgData name="Patrick Chromy" userId="f75110142f2032e8" providerId="LiveId" clId="{A60AB22C-9B23-4A50-A013-0F4752E49A98}" dt="2026-08-13T16:58:15.995" v="994" actId="14100"/>
          <ac:spMkLst>
            <pc:docMk/>
            <pc:sldMk cId="822267285" sldId="264"/>
            <ac:spMk id="21" creationId="{F27DB887-F34C-D873-2B3D-24E26F5D19A8}"/>
          </ac:spMkLst>
        </pc:spChg>
        <pc:spChg chg="add mod">
          <ac:chgData name="Patrick Chromy" userId="f75110142f2032e8" providerId="LiveId" clId="{A60AB22C-9B23-4A50-A013-0F4752E49A98}" dt="2026-08-13T21:08:44.342" v="1230" actId="20577"/>
          <ac:spMkLst>
            <pc:docMk/>
            <pc:sldMk cId="822267285" sldId="264"/>
            <ac:spMk id="23" creationId="{9A37879B-09AE-D43D-A4CC-7E39D2F99344}"/>
          </ac:spMkLst>
        </pc:spChg>
        <pc:spChg chg="mod">
          <ac:chgData name="Patrick Chromy" userId="f75110142f2032e8" providerId="LiveId" clId="{A60AB22C-9B23-4A50-A013-0F4752E49A98}" dt="2026-08-13T21:29:05.970" v="1752" actId="1076"/>
          <ac:spMkLst>
            <pc:docMk/>
            <pc:sldMk cId="822267285" sldId="264"/>
            <ac:spMk id="25" creationId="{A4538DA6-2BFD-A337-4E0E-F7F7EC3C90C4}"/>
          </ac:spMkLst>
        </pc:spChg>
        <pc:spChg chg="add del mod">
          <ac:chgData name="Patrick Chromy" userId="f75110142f2032e8" providerId="LiveId" clId="{A60AB22C-9B23-4A50-A013-0F4752E49A98}" dt="2026-08-13T17:04:19.250" v="1099" actId="478"/>
          <ac:spMkLst>
            <pc:docMk/>
            <pc:sldMk cId="822267285" sldId="264"/>
            <ac:spMk id="26" creationId="{4E5CD470-EF94-AD1E-DE45-E45A04B5F60C}"/>
          </ac:spMkLst>
        </pc:spChg>
        <pc:spChg chg="mod">
          <ac:chgData name="Patrick Chromy" userId="f75110142f2032e8" providerId="LiveId" clId="{A60AB22C-9B23-4A50-A013-0F4752E49A98}" dt="2026-08-13T17:05:12.215" v="1112" actId="20577"/>
          <ac:spMkLst>
            <pc:docMk/>
            <pc:sldMk cId="822267285" sldId="264"/>
            <ac:spMk id="27" creationId="{5311FC6C-3A63-D8B1-DFFC-25539473EB17}"/>
          </ac:spMkLst>
        </pc:spChg>
        <pc:spChg chg="add del mod">
          <ac:chgData name="Patrick Chromy" userId="f75110142f2032e8" providerId="LiveId" clId="{A60AB22C-9B23-4A50-A013-0F4752E49A98}" dt="2026-08-13T17:04:22.473" v="1100" actId="478"/>
          <ac:spMkLst>
            <pc:docMk/>
            <pc:sldMk cId="822267285" sldId="264"/>
            <ac:spMk id="29" creationId="{251974D6-F568-DD41-133F-018EA1C02CFC}"/>
          </ac:spMkLst>
        </pc:spChg>
        <pc:spChg chg="add mod">
          <ac:chgData name="Patrick Chromy" userId="f75110142f2032e8" providerId="LiveId" clId="{A60AB22C-9B23-4A50-A013-0F4752E49A98}" dt="2026-08-13T21:03:48.009" v="1181" actId="20577"/>
          <ac:spMkLst>
            <pc:docMk/>
            <pc:sldMk cId="822267285" sldId="264"/>
            <ac:spMk id="31" creationId="{38921BE3-4A2A-C7C6-EE66-31A3C41EBF06}"/>
          </ac:spMkLst>
        </pc:spChg>
        <pc:spChg chg="add mod">
          <ac:chgData name="Patrick Chromy" userId="f75110142f2032e8" providerId="LiveId" clId="{A60AB22C-9B23-4A50-A013-0F4752E49A98}" dt="2026-08-13T21:03:49.329" v="1182" actId="20577"/>
          <ac:spMkLst>
            <pc:docMk/>
            <pc:sldMk cId="822267285" sldId="264"/>
            <ac:spMk id="34" creationId="{2566BD52-4623-3A73-0D71-423072A09347}"/>
          </ac:spMkLst>
        </pc:spChg>
        <pc:spChg chg="mod">
          <ac:chgData name="Patrick Chromy" userId="f75110142f2032e8" providerId="LiveId" clId="{A60AB22C-9B23-4A50-A013-0F4752E49A98}" dt="2026-08-13T21:02:03.781" v="1134" actId="20577"/>
          <ac:spMkLst>
            <pc:docMk/>
            <pc:sldMk cId="822267285" sldId="264"/>
            <ac:spMk id="35" creationId="{8B74E3BF-8810-C0DB-CE6F-4164BA947EF8}"/>
          </ac:spMkLst>
        </pc:spChg>
        <pc:spChg chg="mod">
          <ac:chgData name="Patrick Chromy" userId="f75110142f2032e8" providerId="LiveId" clId="{A60AB22C-9B23-4A50-A013-0F4752E49A98}" dt="2026-08-13T21:00:54.114" v="1123" actId="20577"/>
          <ac:spMkLst>
            <pc:docMk/>
            <pc:sldMk cId="822267285" sldId="264"/>
            <ac:spMk id="39" creationId="{8B8EAAD5-4950-2DA0-B3E4-4E39D6BD7F53}"/>
          </ac:spMkLst>
        </pc:spChg>
        <pc:spChg chg="mod">
          <ac:chgData name="Patrick Chromy" userId="f75110142f2032e8" providerId="LiveId" clId="{A60AB22C-9B23-4A50-A013-0F4752E49A98}" dt="2026-08-13T21:04:43.151" v="1199" actId="20577"/>
          <ac:spMkLst>
            <pc:docMk/>
            <pc:sldMk cId="822267285" sldId="264"/>
            <ac:spMk id="45" creationId="{1CCEB01E-CBD1-0549-6AE8-AC43AD9AB677}"/>
          </ac:spMkLst>
        </pc:spChg>
        <pc:picChg chg="mod">
          <ac:chgData name="Patrick Chromy" userId="f75110142f2032e8" providerId="LiveId" clId="{A60AB22C-9B23-4A50-A013-0F4752E49A98}" dt="2026-08-13T16:58:32.857" v="996" actId="1076"/>
          <ac:picMkLst>
            <pc:docMk/>
            <pc:sldMk cId="822267285" sldId="264"/>
            <ac:picMk id="11" creationId="{BC1BEA66-C6FD-2919-D940-CA44438B9FFD}"/>
          </ac:picMkLst>
        </pc:picChg>
        <pc:picChg chg="del mod">
          <ac:chgData name="Patrick Chromy" userId="f75110142f2032e8" providerId="LiveId" clId="{A60AB22C-9B23-4A50-A013-0F4752E49A98}" dt="2026-08-13T16:36:28.914" v="117" actId="478"/>
          <ac:picMkLst>
            <pc:docMk/>
            <pc:sldMk cId="822267285" sldId="264"/>
            <ac:picMk id="47" creationId="{C5B418AF-CDD9-6B62-F1EF-B90F14C2F93A}"/>
          </ac:picMkLst>
        </pc:picChg>
      </pc:sldChg>
      <pc:sldChg chg="modSp mod">
        <pc:chgData name="Patrick Chromy" userId="f75110142f2032e8" providerId="LiveId" clId="{A60AB22C-9B23-4A50-A013-0F4752E49A98}" dt="2026-08-13T21:31:27.046" v="1818" actId="20577"/>
        <pc:sldMkLst>
          <pc:docMk/>
          <pc:sldMk cId="2931549313" sldId="265"/>
        </pc:sldMkLst>
        <pc:spChg chg="mod">
          <ac:chgData name="Patrick Chromy" userId="f75110142f2032e8" providerId="LiveId" clId="{A60AB22C-9B23-4A50-A013-0F4752E49A98}" dt="2026-08-13T21:11:44.391" v="1250" actId="20577"/>
          <ac:spMkLst>
            <pc:docMk/>
            <pc:sldMk cId="2931549313" sldId="265"/>
            <ac:spMk id="7" creationId="{2090BC27-F475-4BDE-100E-B8C71069E552}"/>
          </ac:spMkLst>
        </pc:spChg>
        <pc:spChg chg="mod">
          <ac:chgData name="Patrick Chromy" userId="f75110142f2032e8" providerId="LiveId" clId="{A60AB22C-9B23-4A50-A013-0F4752E49A98}" dt="2026-08-13T21:31:27.046" v="1818" actId="20577"/>
          <ac:spMkLst>
            <pc:docMk/>
            <pc:sldMk cId="2931549313" sldId="265"/>
            <ac:spMk id="13" creationId="{3CA01429-1381-E763-DBB8-DEA269A78BDC}"/>
          </ac:spMkLst>
        </pc:spChg>
        <pc:spChg chg="mod">
          <ac:chgData name="Patrick Chromy" userId="f75110142f2032e8" providerId="LiveId" clId="{A60AB22C-9B23-4A50-A013-0F4752E49A98}" dt="2026-08-13T21:13:01.743" v="1270" actId="20577"/>
          <ac:spMkLst>
            <pc:docMk/>
            <pc:sldMk cId="2931549313" sldId="265"/>
            <ac:spMk id="25" creationId="{FBD95EB3-0476-3F52-587C-A94FB29EB2E5}"/>
          </ac:spMkLst>
        </pc:spChg>
        <pc:spChg chg="mod">
          <ac:chgData name="Patrick Chromy" userId="f75110142f2032e8" providerId="LiveId" clId="{A60AB22C-9B23-4A50-A013-0F4752E49A98}" dt="2026-08-13T21:13:07.342" v="1272" actId="20577"/>
          <ac:spMkLst>
            <pc:docMk/>
            <pc:sldMk cId="2931549313" sldId="265"/>
            <ac:spMk id="31" creationId="{6463C5F5-985F-C1A3-D73F-608FF610CF4E}"/>
          </ac:spMkLst>
        </pc:spChg>
        <pc:spChg chg="mod">
          <ac:chgData name="Patrick Chromy" userId="f75110142f2032e8" providerId="LiveId" clId="{A60AB22C-9B23-4A50-A013-0F4752E49A98}" dt="2026-08-13T21:13:12.032" v="1274" actId="20577"/>
          <ac:spMkLst>
            <pc:docMk/>
            <pc:sldMk cId="2931549313" sldId="265"/>
            <ac:spMk id="33" creationId="{2DBB575E-40C5-C985-3487-4ED81C34C1AD}"/>
          </ac:spMkLst>
        </pc:spChg>
        <pc:spChg chg="mod">
          <ac:chgData name="Patrick Chromy" userId="f75110142f2032e8" providerId="LiveId" clId="{A60AB22C-9B23-4A50-A013-0F4752E49A98}" dt="2026-08-13T21:17:09.074" v="1322" actId="20577"/>
          <ac:spMkLst>
            <pc:docMk/>
            <pc:sldMk cId="2931549313" sldId="265"/>
            <ac:spMk id="37" creationId="{BBEBB5BE-A3F7-7286-7C91-A747CD4B927E}"/>
          </ac:spMkLst>
        </pc:spChg>
        <pc:spChg chg="mod">
          <ac:chgData name="Patrick Chromy" userId="f75110142f2032e8" providerId="LiveId" clId="{A60AB22C-9B23-4A50-A013-0F4752E49A98}" dt="2026-08-13T21:17:12.706" v="1323" actId="20577"/>
          <ac:spMkLst>
            <pc:docMk/>
            <pc:sldMk cId="2931549313" sldId="265"/>
            <ac:spMk id="41" creationId="{ED05CB3A-0A2A-C07B-1054-0236FE9E52F9}"/>
          </ac:spMkLst>
        </pc:spChg>
        <pc:spChg chg="mod">
          <ac:chgData name="Patrick Chromy" userId="f75110142f2032e8" providerId="LiveId" clId="{A60AB22C-9B23-4A50-A013-0F4752E49A98}" dt="2026-08-13T21:16:52.966" v="1319" actId="20577"/>
          <ac:spMkLst>
            <pc:docMk/>
            <pc:sldMk cId="2931549313" sldId="265"/>
            <ac:spMk id="49" creationId="{08F07ED9-59AA-E018-1D3B-A667E44DD4AF}"/>
          </ac:spMkLst>
        </pc:spChg>
        <pc:spChg chg="mod">
          <ac:chgData name="Patrick Chromy" userId="f75110142f2032e8" providerId="LiveId" clId="{A60AB22C-9B23-4A50-A013-0F4752E49A98}" dt="2026-08-13T21:17:16.515" v="1324" actId="20577"/>
          <ac:spMkLst>
            <pc:docMk/>
            <pc:sldMk cId="2931549313" sldId="265"/>
            <ac:spMk id="51" creationId="{B0329732-B19D-68C8-E872-7FBF682D5E53}"/>
          </ac:spMkLst>
        </pc:spChg>
        <pc:spChg chg="mod">
          <ac:chgData name="Patrick Chromy" userId="f75110142f2032e8" providerId="LiveId" clId="{A60AB22C-9B23-4A50-A013-0F4752E49A98}" dt="2026-08-13T21:18:20.470" v="1384" actId="20577"/>
          <ac:spMkLst>
            <pc:docMk/>
            <pc:sldMk cId="2931549313" sldId="265"/>
            <ac:spMk id="53" creationId="{D2D66634-0C18-CFFF-5F5F-01EDE94ECE09}"/>
          </ac:spMkLst>
        </pc:spChg>
        <pc:spChg chg="mod">
          <ac:chgData name="Patrick Chromy" userId="f75110142f2032e8" providerId="LiveId" clId="{A60AB22C-9B23-4A50-A013-0F4752E49A98}" dt="2026-08-13T21:16:57.544" v="1321" actId="20577"/>
          <ac:spMkLst>
            <pc:docMk/>
            <pc:sldMk cId="2931549313" sldId="265"/>
            <ac:spMk id="61" creationId="{52515903-AF8B-A543-3467-6807F770C4F6}"/>
          </ac:spMkLst>
        </pc:spChg>
      </pc:sldChg>
      <pc:sldChg chg="addSp delSp modSp mod">
        <pc:chgData name="Patrick Chromy" userId="f75110142f2032e8" providerId="LiveId" clId="{A60AB22C-9B23-4A50-A013-0F4752E49A98}" dt="2026-08-13T21:39:37.283" v="2002" actId="1076"/>
        <pc:sldMkLst>
          <pc:docMk/>
          <pc:sldMk cId="1508286457" sldId="266"/>
        </pc:sldMkLst>
        <pc:spChg chg="mod">
          <ac:chgData name="Patrick Chromy" userId="f75110142f2032e8" providerId="LiveId" clId="{A60AB22C-9B23-4A50-A013-0F4752E49A98}" dt="2026-08-13T21:36:10.447" v="1893" actId="1076"/>
          <ac:spMkLst>
            <pc:docMk/>
            <pc:sldMk cId="1508286457" sldId="266"/>
            <ac:spMk id="7" creationId="{AD2976CA-ADF9-6D66-AFA3-E13727AC1C2D}"/>
          </ac:spMkLst>
        </pc:spChg>
        <pc:spChg chg="add mod">
          <ac:chgData name="Patrick Chromy" userId="f75110142f2032e8" providerId="LiveId" clId="{A60AB22C-9B23-4A50-A013-0F4752E49A98}" dt="2026-08-13T21:39:37.283" v="2002" actId="1076"/>
          <ac:spMkLst>
            <pc:docMk/>
            <pc:sldMk cId="1508286457" sldId="266"/>
            <ac:spMk id="8" creationId="{0EAF1E04-E24C-19AD-E0BD-5569644941E2}"/>
          </ac:spMkLst>
        </pc:spChg>
        <pc:spChg chg="mod">
          <ac:chgData name="Patrick Chromy" userId="f75110142f2032e8" providerId="LiveId" clId="{A60AB22C-9B23-4A50-A013-0F4752E49A98}" dt="2026-08-13T21:37:13.702" v="1904" actId="20577"/>
          <ac:spMkLst>
            <pc:docMk/>
            <pc:sldMk cId="1508286457" sldId="266"/>
            <ac:spMk id="9" creationId="{B1C9B148-F9FB-7B86-5A70-4ADA2AE19C9A}"/>
          </ac:spMkLst>
        </pc:spChg>
        <pc:spChg chg="add mod">
          <ac:chgData name="Patrick Chromy" userId="f75110142f2032e8" providerId="LiveId" clId="{A60AB22C-9B23-4A50-A013-0F4752E49A98}" dt="2026-08-13T21:36:32.872" v="1899" actId="1076"/>
          <ac:spMkLst>
            <pc:docMk/>
            <pc:sldMk cId="1508286457" sldId="266"/>
            <ac:spMk id="10" creationId="{D56432B6-B5A2-CE67-CB08-F5C0C37746A5}"/>
          </ac:spMkLst>
        </pc:spChg>
        <pc:spChg chg="mod">
          <ac:chgData name="Patrick Chromy" userId="f75110142f2032e8" providerId="LiveId" clId="{A60AB22C-9B23-4A50-A013-0F4752E49A98}" dt="2026-08-13T21:37:18.664" v="1906" actId="20577"/>
          <ac:spMkLst>
            <pc:docMk/>
            <pc:sldMk cId="1508286457" sldId="266"/>
            <ac:spMk id="11" creationId="{FD7D64C4-F16F-493A-E02C-C566F4403ADF}"/>
          </ac:spMkLst>
        </pc:spChg>
        <pc:spChg chg="mod">
          <ac:chgData name="Patrick Chromy" userId="f75110142f2032e8" providerId="LiveId" clId="{A60AB22C-9B23-4A50-A013-0F4752E49A98}" dt="2026-08-13T21:37:22.383" v="1908" actId="20577"/>
          <ac:spMkLst>
            <pc:docMk/>
            <pc:sldMk cId="1508286457" sldId="266"/>
            <ac:spMk id="13" creationId="{4CA1FBEA-6140-F696-0B6C-F91B9B361984}"/>
          </ac:spMkLst>
        </pc:spChg>
        <pc:spChg chg="add del mod">
          <ac:chgData name="Patrick Chromy" userId="f75110142f2032e8" providerId="LiveId" clId="{A60AB22C-9B23-4A50-A013-0F4752E49A98}" dt="2026-08-13T21:36:57.655" v="1902" actId="478"/>
          <ac:spMkLst>
            <pc:docMk/>
            <pc:sldMk cId="1508286457" sldId="266"/>
            <ac:spMk id="14" creationId="{073D613D-9416-2CD7-35D7-F00A2CB28AAC}"/>
          </ac:spMkLst>
        </pc:spChg>
        <pc:spChg chg="mod">
          <ac:chgData name="Patrick Chromy" userId="f75110142f2032e8" providerId="LiveId" clId="{A60AB22C-9B23-4A50-A013-0F4752E49A98}" dt="2026-08-13T21:37:26.295" v="1910" actId="20577"/>
          <ac:spMkLst>
            <pc:docMk/>
            <pc:sldMk cId="1508286457" sldId="266"/>
            <ac:spMk id="15" creationId="{CC72BF3C-63E8-3CAA-A156-7D9175FE4A51}"/>
          </ac:spMkLst>
        </pc:spChg>
        <pc:spChg chg="mod">
          <ac:chgData name="Patrick Chromy" userId="f75110142f2032e8" providerId="LiveId" clId="{A60AB22C-9B23-4A50-A013-0F4752E49A98}" dt="2026-08-13T21:38:39.544" v="2001" actId="12"/>
          <ac:spMkLst>
            <pc:docMk/>
            <pc:sldMk cId="1508286457" sldId="266"/>
            <ac:spMk id="17" creationId="{F30DCF10-A3C2-C09B-04D9-030740560B60}"/>
          </ac:spMkLst>
        </pc:spChg>
        <pc:picChg chg="add mod">
          <ac:chgData name="Patrick Chromy" userId="f75110142f2032e8" providerId="LiveId" clId="{A60AB22C-9B23-4A50-A013-0F4752E49A98}" dt="2026-08-13T21:39:37.283" v="2002" actId="1076"/>
          <ac:picMkLst>
            <pc:docMk/>
            <pc:sldMk cId="1508286457" sldId="266"/>
            <ac:picMk id="4" creationId="{822861A1-4D5C-58D7-306A-80DC4986C6E4}"/>
          </ac:picMkLst>
        </pc:picChg>
        <pc:picChg chg="mod">
          <ac:chgData name="Patrick Chromy" userId="f75110142f2032e8" providerId="LiveId" clId="{A60AB22C-9B23-4A50-A013-0F4752E49A98}" dt="2026-08-13T21:36:10.447" v="1893" actId="1076"/>
          <ac:picMkLst>
            <pc:docMk/>
            <pc:sldMk cId="1508286457" sldId="266"/>
            <ac:picMk id="5" creationId="{BB1FA472-6F0F-2292-6B9C-B6725368B817}"/>
          </ac:picMkLst>
        </pc:picChg>
      </pc:sldChg>
      <pc:sldChg chg="modSp mod">
        <pc:chgData name="Patrick Chromy" userId="f75110142f2032e8" providerId="LiveId" clId="{A60AB22C-9B23-4A50-A013-0F4752E49A98}" dt="2026-08-13T21:43:42.414" v="2012" actId="12"/>
        <pc:sldMkLst>
          <pc:docMk/>
          <pc:sldMk cId="4024799647" sldId="267"/>
        </pc:sldMkLst>
        <pc:spChg chg="mod">
          <ac:chgData name="Patrick Chromy" userId="f75110142f2032e8" providerId="LiveId" clId="{A60AB22C-9B23-4A50-A013-0F4752E49A98}" dt="2026-08-13T21:43:42.414" v="2012" actId="12"/>
          <ac:spMkLst>
            <pc:docMk/>
            <pc:sldMk cId="4024799647" sldId="267"/>
            <ac:spMk id="7" creationId="{4AA31611-1CC2-5C70-9192-1EC32A3EFB29}"/>
          </ac:spMkLst>
        </pc:spChg>
        <pc:spChg chg="mod">
          <ac:chgData name="Patrick Chromy" userId="f75110142f2032e8" providerId="LiveId" clId="{A60AB22C-9B23-4A50-A013-0F4752E49A98}" dt="2026-08-13T21:34:17.982" v="1879" actId="20577"/>
          <ac:spMkLst>
            <pc:docMk/>
            <pc:sldMk cId="4024799647" sldId="267"/>
            <ac:spMk id="9" creationId="{6E1E8761-3CEE-0678-0318-DEC9C40CD06C}"/>
          </ac:spMkLst>
        </pc:spChg>
        <pc:spChg chg="mod">
          <ac:chgData name="Patrick Chromy" userId="f75110142f2032e8" providerId="LiveId" clId="{A60AB22C-9B23-4A50-A013-0F4752E49A98}" dt="2026-08-13T21:34:31.076" v="1881" actId="20577"/>
          <ac:spMkLst>
            <pc:docMk/>
            <pc:sldMk cId="4024799647" sldId="267"/>
            <ac:spMk id="11" creationId="{13DEDC8D-F3D6-CB08-968B-7B7C8E5706C5}"/>
          </ac:spMkLst>
        </pc:spChg>
        <pc:spChg chg="mod">
          <ac:chgData name="Patrick Chromy" userId="f75110142f2032e8" providerId="LiveId" clId="{A60AB22C-9B23-4A50-A013-0F4752E49A98}" dt="2026-08-13T21:34:48.551" v="1882" actId="20577"/>
          <ac:spMkLst>
            <pc:docMk/>
            <pc:sldMk cId="4024799647" sldId="267"/>
            <ac:spMk id="13" creationId="{453B871B-F4DA-3731-9464-EDDB91D6499A}"/>
          </ac:spMkLst>
        </pc:spChg>
        <pc:spChg chg="mod">
          <ac:chgData name="Patrick Chromy" userId="f75110142f2032e8" providerId="LiveId" clId="{A60AB22C-9B23-4A50-A013-0F4752E49A98}" dt="2026-08-13T21:34:51.295" v="1883" actId="20577"/>
          <ac:spMkLst>
            <pc:docMk/>
            <pc:sldMk cId="4024799647" sldId="267"/>
            <ac:spMk id="15" creationId="{04906BA7-0EC5-59CD-0247-11F3762AC16C}"/>
          </ac:spMkLst>
        </pc:spChg>
        <pc:spChg chg="mod">
          <ac:chgData name="Patrick Chromy" userId="f75110142f2032e8" providerId="LiveId" clId="{A60AB22C-9B23-4A50-A013-0F4752E49A98}" dt="2026-08-13T21:34:54.969" v="1884" actId="20577"/>
          <ac:spMkLst>
            <pc:docMk/>
            <pc:sldMk cId="4024799647" sldId="267"/>
            <ac:spMk id="17" creationId="{1F010F69-680A-5C62-E1EF-1E69B95A155B}"/>
          </ac:spMkLst>
        </pc:spChg>
        <pc:spChg chg="mod">
          <ac:chgData name="Patrick Chromy" userId="f75110142f2032e8" providerId="LiveId" clId="{A60AB22C-9B23-4A50-A013-0F4752E49A98}" dt="2026-08-13T21:34:58.454" v="1885" actId="20577"/>
          <ac:spMkLst>
            <pc:docMk/>
            <pc:sldMk cId="4024799647" sldId="267"/>
            <ac:spMk id="19" creationId="{9F7A3C52-BCE1-1899-46BA-E956F932561B}"/>
          </ac:spMkLst>
        </pc:spChg>
      </pc:sldChg>
      <pc:sldChg chg="addSp delSp modSp mod">
        <pc:chgData name="Patrick Chromy" userId="f75110142f2032e8" providerId="LiveId" clId="{A60AB22C-9B23-4A50-A013-0F4752E49A98}" dt="2026-08-13T21:58:36.175" v="2511" actId="1076"/>
        <pc:sldMkLst>
          <pc:docMk/>
          <pc:sldMk cId="2399453089" sldId="268"/>
        </pc:sldMkLst>
        <pc:spChg chg="del">
          <ac:chgData name="Patrick Chromy" userId="f75110142f2032e8" providerId="LiveId" clId="{A60AB22C-9B23-4A50-A013-0F4752E49A98}" dt="2026-08-13T21:43:06.379" v="2006" actId="478"/>
          <ac:spMkLst>
            <pc:docMk/>
            <pc:sldMk cId="2399453089" sldId="268"/>
            <ac:spMk id="7" creationId="{521CDA08-1F8C-1555-01F0-521634112340}"/>
          </ac:spMkLst>
        </pc:spChg>
        <pc:spChg chg="add mod">
          <ac:chgData name="Patrick Chromy" userId="f75110142f2032e8" providerId="LiveId" clId="{A60AB22C-9B23-4A50-A013-0F4752E49A98}" dt="2026-08-13T21:43:33.417" v="2011" actId="1076"/>
          <ac:spMkLst>
            <pc:docMk/>
            <pc:sldMk cId="2399453089" sldId="268"/>
            <ac:spMk id="8" creationId="{DA0DBE75-D4E4-9009-8145-CA524CF16E0F}"/>
          </ac:spMkLst>
        </pc:spChg>
        <pc:spChg chg="add mod">
          <ac:chgData name="Patrick Chromy" userId="f75110142f2032e8" providerId="LiveId" clId="{A60AB22C-9B23-4A50-A013-0F4752E49A98}" dt="2026-08-13T21:58:36.175" v="2511" actId="1076"/>
          <ac:spMkLst>
            <pc:docMk/>
            <pc:sldMk cId="2399453089" sldId="268"/>
            <ac:spMk id="10" creationId="{4A18779B-2D12-6108-A1D8-06AD00BEBD5F}"/>
          </ac:spMkLst>
        </pc:spChg>
        <pc:spChg chg="add mod">
          <ac:chgData name="Patrick Chromy" userId="f75110142f2032e8" providerId="LiveId" clId="{A60AB22C-9B23-4A50-A013-0F4752E49A98}" dt="2026-08-13T21:49:17.484" v="2340" actId="20577"/>
          <ac:spMkLst>
            <pc:docMk/>
            <pc:sldMk cId="2399453089" sldId="268"/>
            <ac:spMk id="12" creationId="{D090C9BF-0497-0C30-A028-46321CB8DF40}"/>
          </ac:spMkLst>
        </pc:spChg>
        <pc:spChg chg="add mod">
          <ac:chgData name="Patrick Chromy" userId="f75110142f2032e8" providerId="LiveId" clId="{A60AB22C-9B23-4A50-A013-0F4752E49A98}" dt="2026-08-13T21:55:19.716" v="2357" actId="20577"/>
          <ac:spMkLst>
            <pc:docMk/>
            <pc:sldMk cId="2399453089" sldId="268"/>
            <ac:spMk id="14" creationId="{1E953922-3CD5-95E0-6078-BDBF0D5B30DF}"/>
          </ac:spMkLst>
        </pc:spChg>
        <pc:spChg chg="add mod">
          <ac:chgData name="Patrick Chromy" userId="f75110142f2032e8" providerId="LiveId" clId="{A60AB22C-9B23-4A50-A013-0F4752E49A98}" dt="2026-08-13T21:58:14.209" v="2503" actId="1076"/>
          <ac:spMkLst>
            <pc:docMk/>
            <pc:sldMk cId="2399453089" sldId="268"/>
            <ac:spMk id="18" creationId="{D7F766F2-8ABA-3EBC-070E-35AD29A4E25B}"/>
          </ac:spMkLst>
        </pc:spChg>
        <pc:spChg chg="add mod">
          <ac:chgData name="Patrick Chromy" userId="f75110142f2032e8" providerId="LiveId" clId="{A60AB22C-9B23-4A50-A013-0F4752E49A98}" dt="2026-08-13T21:58:30.348" v="2510" actId="20577"/>
          <ac:spMkLst>
            <pc:docMk/>
            <pc:sldMk cId="2399453089" sldId="268"/>
            <ac:spMk id="20" creationId="{CF3D2567-5B64-3518-0F4F-E13DA646A129}"/>
          </ac:spMkLst>
        </pc:spChg>
        <pc:picChg chg="del">
          <ac:chgData name="Patrick Chromy" userId="f75110142f2032e8" providerId="LiveId" clId="{A60AB22C-9B23-4A50-A013-0F4752E49A98}" dt="2026-08-13T21:43:04.717" v="2005" actId="478"/>
          <ac:picMkLst>
            <pc:docMk/>
            <pc:sldMk cId="2399453089" sldId="268"/>
            <ac:picMk id="3" creationId="{9AA11E69-DEF3-A033-BC7A-E816EE8ADE85}"/>
          </ac:picMkLst>
        </pc:picChg>
        <pc:picChg chg="add mod">
          <ac:chgData name="Patrick Chromy" userId="f75110142f2032e8" providerId="LiveId" clId="{A60AB22C-9B23-4A50-A013-0F4752E49A98}" dt="2026-08-13T21:43:11.591" v="2009" actId="1076"/>
          <ac:picMkLst>
            <pc:docMk/>
            <pc:sldMk cId="2399453089" sldId="268"/>
            <ac:picMk id="4" creationId="{DAE0BB37-AEC4-88AB-75AB-26553DCE0F67}"/>
          </ac:picMkLst>
        </pc:picChg>
        <pc:picChg chg="add mod">
          <ac:chgData name="Patrick Chromy" userId="f75110142f2032e8" providerId="LiveId" clId="{A60AB22C-9B23-4A50-A013-0F4752E49A98}" dt="2026-08-13T21:57:05.932" v="2364" actId="1582"/>
          <ac:picMkLst>
            <pc:docMk/>
            <pc:sldMk cId="2399453089" sldId="268"/>
            <ac:picMk id="16" creationId="{54655349-2B85-F05B-50CE-3728CB8C2C98}"/>
          </ac:picMkLst>
        </pc:picChg>
      </pc:sldChg>
      <pc:sldChg chg="addSp modSp new mod">
        <pc:chgData name="Patrick Chromy" userId="f75110142f2032e8" providerId="LiveId" clId="{A60AB22C-9B23-4A50-A013-0F4752E49A98}" dt="2026-08-13T22:09:21.604" v="2791" actId="20577"/>
        <pc:sldMkLst>
          <pc:docMk/>
          <pc:sldMk cId="3879578014" sldId="269"/>
        </pc:sldMkLst>
        <pc:spChg chg="add mod">
          <ac:chgData name="Patrick Chromy" userId="f75110142f2032e8" providerId="LiveId" clId="{A60AB22C-9B23-4A50-A013-0F4752E49A98}" dt="2026-08-13T22:01:38.449" v="2532" actId="20577"/>
          <ac:spMkLst>
            <pc:docMk/>
            <pc:sldMk cId="3879578014" sldId="269"/>
            <ac:spMk id="5" creationId="{7C35F62E-6C1B-AC89-2936-81BAF9694279}"/>
          </ac:spMkLst>
        </pc:spChg>
        <pc:spChg chg="add mod">
          <ac:chgData name="Patrick Chromy" userId="f75110142f2032e8" providerId="LiveId" clId="{A60AB22C-9B23-4A50-A013-0F4752E49A98}" dt="2026-08-13T22:09:21.604" v="2791" actId="20577"/>
          <ac:spMkLst>
            <pc:docMk/>
            <pc:sldMk cId="3879578014" sldId="269"/>
            <ac:spMk id="7" creationId="{93E01707-8124-68B6-2E3D-623AF5582A22}"/>
          </ac:spMkLst>
        </pc:spChg>
        <pc:spChg chg="add mod">
          <ac:chgData name="Patrick Chromy" userId="f75110142f2032e8" providerId="LiveId" clId="{A60AB22C-9B23-4A50-A013-0F4752E49A98}" dt="2026-08-13T22:02:23.961" v="2541" actId="1076"/>
          <ac:spMkLst>
            <pc:docMk/>
            <pc:sldMk cId="3879578014" sldId="269"/>
            <ac:spMk id="9" creationId="{F548CB97-6201-917D-0CAC-0559EED2BD2E}"/>
          </ac:spMkLst>
        </pc:spChg>
        <pc:spChg chg="add mod">
          <ac:chgData name="Patrick Chromy" userId="f75110142f2032e8" providerId="LiveId" clId="{A60AB22C-9B23-4A50-A013-0F4752E49A98}" dt="2026-08-13T22:08:56.544" v="2709" actId="20577"/>
          <ac:spMkLst>
            <pc:docMk/>
            <pc:sldMk cId="3879578014" sldId="269"/>
            <ac:spMk id="11" creationId="{37D3848C-0E0D-F117-6789-30E7657A1D4A}"/>
          </ac:spMkLst>
        </pc:spChg>
        <pc:picChg chg="add mod">
          <ac:chgData name="Patrick Chromy" userId="f75110142f2032e8" providerId="LiveId" clId="{A60AB22C-9B23-4A50-A013-0F4752E49A98}" dt="2026-08-13T22:01:59.240" v="2536" actId="1076"/>
          <ac:picMkLst>
            <pc:docMk/>
            <pc:sldMk cId="3879578014" sldId="269"/>
            <ac:picMk id="3" creationId="{CFDD0DDD-EC01-0CA5-C926-9B661FCF1CBA}"/>
          </ac:picMkLst>
        </pc:picChg>
      </pc:sldChg>
      <pc:sldChg chg="addSp modSp new mod">
        <pc:chgData name="Patrick Chromy" userId="f75110142f2032e8" providerId="LiveId" clId="{A60AB22C-9B23-4A50-A013-0F4752E49A98}" dt="2026-08-13T22:13:28.926" v="3062" actId="14826"/>
        <pc:sldMkLst>
          <pc:docMk/>
          <pc:sldMk cId="179565023" sldId="270"/>
        </pc:sldMkLst>
        <pc:spChg chg="add mod">
          <ac:chgData name="Patrick Chromy" userId="f75110142f2032e8" providerId="LiveId" clId="{A60AB22C-9B23-4A50-A013-0F4752E49A98}" dt="2026-08-13T22:10:12.912" v="2798" actId="20577"/>
          <ac:spMkLst>
            <pc:docMk/>
            <pc:sldMk cId="179565023" sldId="270"/>
            <ac:spMk id="5" creationId="{789E5C9E-F44A-BDD1-66D6-AC5340F32C31}"/>
          </ac:spMkLst>
        </pc:spChg>
        <pc:spChg chg="add mod">
          <ac:chgData name="Patrick Chromy" userId="f75110142f2032e8" providerId="LiveId" clId="{A60AB22C-9B23-4A50-A013-0F4752E49A98}" dt="2026-08-13T22:10:27.410" v="2801" actId="20577"/>
          <ac:spMkLst>
            <pc:docMk/>
            <pc:sldMk cId="179565023" sldId="270"/>
            <ac:spMk id="7" creationId="{37DEF1A7-D870-BE88-F4EB-68A9AB6BF19D}"/>
          </ac:spMkLst>
        </pc:spChg>
        <pc:spChg chg="add mod">
          <ac:chgData name="Patrick Chromy" userId="f75110142f2032e8" providerId="LiveId" clId="{A60AB22C-9B23-4A50-A013-0F4752E49A98}" dt="2026-08-13T22:10:34.052" v="2804" actId="20577"/>
          <ac:spMkLst>
            <pc:docMk/>
            <pc:sldMk cId="179565023" sldId="270"/>
            <ac:spMk id="9" creationId="{2919ED9B-ED2E-B249-0631-96895A6DDC39}"/>
          </ac:spMkLst>
        </pc:spChg>
        <pc:spChg chg="add mod">
          <ac:chgData name="Patrick Chromy" userId="f75110142f2032e8" providerId="LiveId" clId="{A60AB22C-9B23-4A50-A013-0F4752E49A98}" dt="2026-08-13T22:10:58.269" v="2809" actId="20577"/>
          <ac:spMkLst>
            <pc:docMk/>
            <pc:sldMk cId="179565023" sldId="270"/>
            <ac:spMk id="11" creationId="{B647C745-C66D-9951-95A4-603E075BA0BA}"/>
          </ac:spMkLst>
        </pc:spChg>
        <pc:spChg chg="add mod">
          <ac:chgData name="Patrick Chromy" userId="f75110142f2032e8" providerId="LiveId" clId="{A60AB22C-9B23-4A50-A013-0F4752E49A98}" dt="2026-08-13T22:13:01.184" v="3061" actId="2085"/>
          <ac:spMkLst>
            <pc:docMk/>
            <pc:sldMk cId="179565023" sldId="270"/>
            <ac:spMk id="13" creationId="{B900FEBC-EFF3-5D20-D6DE-69314FEB60D0}"/>
          </ac:spMkLst>
        </pc:spChg>
        <pc:spChg chg="add mod">
          <ac:chgData name="Patrick Chromy" userId="f75110142f2032e8" providerId="LiveId" clId="{A60AB22C-9B23-4A50-A013-0F4752E49A98}" dt="2026-08-13T22:12:38.477" v="3053" actId="20577"/>
          <ac:spMkLst>
            <pc:docMk/>
            <pc:sldMk cId="179565023" sldId="270"/>
            <ac:spMk id="15" creationId="{5D76DD9A-4496-B071-25B8-ED496C6A046B}"/>
          </ac:spMkLst>
        </pc:spChg>
        <pc:spChg chg="add mod">
          <ac:chgData name="Patrick Chromy" userId="f75110142f2032e8" providerId="LiveId" clId="{A60AB22C-9B23-4A50-A013-0F4752E49A98}" dt="2026-08-13T22:12:44.266" v="3056" actId="20577"/>
          <ac:spMkLst>
            <pc:docMk/>
            <pc:sldMk cId="179565023" sldId="270"/>
            <ac:spMk id="17" creationId="{5985DD78-573D-1439-730C-29B6FEF78538}"/>
          </ac:spMkLst>
        </pc:spChg>
        <pc:picChg chg="add mod">
          <ac:chgData name="Patrick Chromy" userId="f75110142f2032e8" providerId="LiveId" clId="{A60AB22C-9B23-4A50-A013-0F4752E49A98}" dt="2026-08-13T22:13:28.926" v="3062" actId="14826"/>
          <ac:picMkLst>
            <pc:docMk/>
            <pc:sldMk cId="179565023" sldId="270"/>
            <ac:picMk id="3" creationId="{E0FB8E04-7CA3-E536-7851-4E69F4E8593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3158788" cy="65796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0" name="Freeform 9"/>
          <p:cNvSpPr/>
          <p:nvPr/>
        </p:nvSpPr>
        <p:spPr>
          <a:xfrm>
            <a:off x="6853" y="1"/>
            <a:ext cx="13151937" cy="6579660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455" y="7138234"/>
            <a:ext cx="8388727" cy="2105491"/>
          </a:xfrm>
        </p:spPr>
        <p:txBody>
          <a:bodyPr anchor="ctr">
            <a:normAutofit/>
          </a:bodyPr>
          <a:lstStyle>
            <a:lvl1pPr algn="r">
              <a:defRPr sz="6332" spc="288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93394" y="7138234"/>
            <a:ext cx="3454182" cy="2105491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3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57957" indent="0" algn="ctr">
              <a:buNone/>
              <a:defRPr sz="2303"/>
            </a:lvl2pPr>
            <a:lvl3pPr marL="1315913" indent="0" algn="ctr">
              <a:buNone/>
              <a:defRPr sz="2303"/>
            </a:lvl3pPr>
            <a:lvl4pPr marL="1973870" indent="0" algn="ctr">
              <a:buNone/>
              <a:defRPr sz="2303"/>
            </a:lvl4pPr>
            <a:lvl5pPr marL="2631826" indent="0" algn="ctr">
              <a:buNone/>
              <a:defRPr sz="2303"/>
            </a:lvl5pPr>
            <a:lvl6pPr marL="3289783" indent="0" algn="ctr">
              <a:buNone/>
              <a:defRPr sz="2303"/>
            </a:lvl6pPr>
            <a:lvl7pPr marL="3947739" indent="0" algn="ctr">
              <a:buNone/>
              <a:defRPr sz="2303"/>
            </a:lvl7pPr>
            <a:lvl8pPr marL="4605696" indent="0" algn="ctr">
              <a:buNone/>
              <a:defRPr sz="2303"/>
            </a:lvl8pPr>
            <a:lvl9pPr marL="5263652" indent="0" algn="ctr">
              <a:buNone/>
              <a:defRPr sz="230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051893" y="7575682"/>
            <a:ext cx="0" cy="131593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18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5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3158788" cy="657966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853" y="1"/>
            <a:ext cx="13151937" cy="6579660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455" y="7138234"/>
            <a:ext cx="8388727" cy="2105491"/>
          </a:xfrm>
        </p:spPr>
        <p:txBody>
          <a:bodyPr anchor="ctr">
            <a:normAutofit/>
          </a:bodyPr>
          <a:lstStyle>
            <a:lvl1pPr algn="r">
              <a:defRPr sz="6332" b="0" spc="288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93394" y="7138234"/>
            <a:ext cx="3454182" cy="2105491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3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57957" indent="0">
              <a:buNone/>
              <a:defRPr sz="2303">
                <a:solidFill>
                  <a:schemeClr val="tx1">
                    <a:tint val="75000"/>
                  </a:schemeClr>
                </a:solidFill>
              </a:defRPr>
            </a:lvl2pPr>
            <a:lvl3pPr marL="1315913" indent="0">
              <a:buNone/>
              <a:defRPr sz="2303">
                <a:solidFill>
                  <a:schemeClr val="tx1">
                    <a:tint val="75000"/>
                  </a:schemeClr>
                </a:solidFill>
              </a:defRPr>
            </a:lvl3pPr>
            <a:lvl4pPr marL="1973870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4pPr>
            <a:lvl5pPr marL="2631826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5pPr>
            <a:lvl6pPr marL="3289783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6pPr>
            <a:lvl7pPr marL="3947739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7pPr>
            <a:lvl8pPr marL="4605696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8pPr>
            <a:lvl9pPr marL="5263652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051893" y="7575682"/>
            <a:ext cx="0" cy="131593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81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38" y="842196"/>
            <a:ext cx="10490844" cy="215812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5338" y="3289829"/>
            <a:ext cx="5131927" cy="57901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4255" y="3289829"/>
            <a:ext cx="5131927" cy="57901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05338" y="842196"/>
            <a:ext cx="10490844" cy="215812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38" y="3136759"/>
            <a:ext cx="5131927" cy="1184339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166" b="0" cap="none" baseline="0">
                <a:solidFill>
                  <a:schemeClr val="accent1"/>
                </a:solidFill>
                <a:latin typeface="+mn-lt"/>
              </a:defRPr>
            </a:lvl1pPr>
            <a:lvl2pPr marL="657957" indent="0">
              <a:buNone/>
              <a:defRPr sz="2878" b="1"/>
            </a:lvl2pPr>
            <a:lvl3pPr marL="1315913" indent="0">
              <a:buNone/>
              <a:defRPr sz="2590" b="1"/>
            </a:lvl3pPr>
            <a:lvl4pPr marL="1973870" indent="0">
              <a:buNone/>
              <a:defRPr sz="2303" b="1"/>
            </a:lvl4pPr>
            <a:lvl5pPr marL="2631826" indent="0">
              <a:buNone/>
              <a:defRPr sz="2303" b="1"/>
            </a:lvl5pPr>
            <a:lvl6pPr marL="3289783" indent="0">
              <a:buNone/>
              <a:defRPr sz="2303" b="1"/>
            </a:lvl6pPr>
            <a:lvl7pPr marL="3947739" indent="0">
              <a:buNone/>
              <a:defRPr sz="2303" b="1"/>
            </a:lvl7pPr>
            <a:lvl8pPr marL="4605696" indent="0">
              <a:buNone/>
              <a:defRPr sz="2303" b="1"/>
            </a:lvl8pPr>
            <a:lvl9pPr marL="5263652" indent="0">
              <a:buNone/>
              <a:defRPr sz="230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5338" y="4271004"/>
            <a:ext cx="5131927" cy="4808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64255" y="3136759"/>
            <a:ext cx="5131927" cy="1184339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3166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57957" indent="0">
              <a:buNone/>
              <a:defRPr sz="2878" b="1"/>
            </a:lvl2pPr>
            <a:lvl3pPr marL="1315913" indent="0">
              <a:buNone/>
              <a:defRPr sz="2590" b="1"/>
            </a:lvl3pPr>
            <a:lvl4pPr marL="1973870" indent="0">
              <a:buNone/>
              <a:defRPr sz="2303" b="1"/>
            </a:lvl4pPr>
            <a:lvl5pPr marL="2631826" indent="0">
              <a:buNone/>
              <a:defRPr sz="2303" b="1"/>
            </a:lvl5pPr>
            <a:lvl6pPr marL="3289783" indent="0">
              <a:buNone/>
              <a:defRPr sz="2303" b="1"/>
            </a:lvl6pPr>
            <a:lvl7pPr marL="3947739" indent="0">
              <a:buNone/>
              <a:defRPr sz="2303" b="1"/>
            </a:lvl7pPr>
            <a:lvl8pPr marL="4605696" indent="0">
              <a:buNone/>
              <a:defRPr sz="2303" b="1"/>
            </a:lvl8pPr>
            <a:lvl9pPr marL="5263652" indent="0">
              <a:buNone/>
              <a:defRPr sz="2303" b="1"/>
            </a:lvl9pPr>
          </a:lstStyle>
          <a:p>
            <a:pPr marL="0" lvl="0" indent="0" algn="l" defTabSz="1315913" rtl="0" eaLnBrk="1" latinLnBrk="0" hangingPunct="1">
              <a:lnSpc>
                <a:spcPct val="90000"/>
              </a:lnSpc>
              <a:spcBef>
                <a:spcPts val="259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64255" y="4271004"/>
            <a:ext cx="5131927" cy="4808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57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21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8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05338" y="678558"/>
            <a:ext cx="4737164" cy="250027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518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8182" y="1184339"/>
            <a:ext cx="6128706" cy="7461333"/>
          </a:xfrm>
        </p:spPr>
        <p:txBody>
          <a:bodyPr>
            <a:normAutofit/>
          </a:bodyPr>
          <a:lstStyle>
            <a:lvl1pPr>
              <a:defRPr sz="2878"/>
            </a:lvl1pPr>
            <a:lvl2pPr>
              <a:defRPr sz="2303"/>
            </a:lvl2pPr>
            <a:lvl3pPr>
              <a:defRPr sz="1727"/>
            </a:lvl3pPr>
            <a:lvl4pPr>
              <a:defRPr sz="1727"/>
            </a:lvl4pPr>
            <a:lvl5pPr>
              <a:defRPr sz="1727"/>
            </a:lvl5pPr>
            <a:lvl6pPr>
              <a:defRPr sz="1727"/>
            </a:lvl6pPr>
            <a:lvl7pPr>
              <a:defRPr sz="1727"/>
            </a:lvl7pPr>
            <a:lvl8pPr>
              <a:defRPr sz="1727"/>
            </a:lvl8pPr>
            <a:lvl9pPr>
              <a:defRPr sz="172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5338" y="3248823"/>
            <a:ext cx="4737164" cy="54143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863"/>
              </a:spcBef>
              <a:buNone/>
              <a:defRPr sz="2303"/>
            </a:lvl1pPr>
            <a:lvl2pPr marL="657957" indent="0">
              <a:buNone/>
              <a:defRPr sz="1727"/>
            </a:lvl2pPr>
            <a:lvl3pPr marL="1315913" indent="0">
              <a:buNone/>
              <a:defRPr sz="1439"/>
            </a:lvl3pPr>
            <a:lvl4pPr marL="1973870" indent="0">
              <a:buNone/>
              <a:defRPr sz="1295"/>
            </a:lvl4pPr>
            <a:lvl5pPr marL="2631826" indent="0">
              <a:buNone/>
              <a:defRPr sz="1295"/>
            </a:lvl5pPr>
            <a:lvl6pPr marL="3289783" indent="0">
              <a:buNone/>
              <a:defRPr sz="1295"/>
            </a:lvl6pPr>
            <a:lvl7pPr marL="3947739" indent="0">
              <a:buNone/>
              <a:defRPr sz="1295"/>
            </a:lvl7pPr>
            <a:lvl8pPr marL="4605696" indent="0">
              <a:buNone/>
              <a:defRPr sz="1295"/>
            </a:lvl8pPr>
            <a:lvl9pPr marL="5263652" indent="0">
              <a:buNone/>
              <a:defRPr sz="129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1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455" y="7138236"/>
            <a:ext cx="8388727" cy="2105491"/>
          </a:xfrm>
        </p:spPr>
        <p:txBody>
          <a:bodyPr anchor="ctr">
            <a:normAutofit/>
          </a:bodyPr>
          <a:lstStyle>
            <a:lvl1pPr algn="r">
              <a:defRPr sz="6332" spc="288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2"/>
            <a:ext cx="13155498" cy="6579659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3454"/>
            </a:lvl1pPr>
            <a:lvl2pPr marL="493467" indent="0">
              <a:buNone/>
              <a:defRPr sz="3022"/>
            </a:lvl2pPr>
            <a:lvl3pPr marL="986935" indent="0">
              <a:buNone/>
              <a:defRPr sz="2590"/>
            </a:lvl3pPr>
            <a:lvl4pPr marL="1480402" indent="0">
              <a:buNone/>
              <a:defRPr sz="2159"/>
            </a:lvl4pPr>
            <a:lvl5pPr marL="1973870" indent="0">
              <a:buNone/>
              <a:defRPr sz="2159"/>
            </a:lvl5pPr>
            <a:lvl6pPr marL="2467337" indent="0">
              <a:buNone/>
              <a:defRPr sz="2159"/>
            </a:lvl6pPr>
            <a:lvl7pPr marL="2960804" indent="0">
              <a:buNone/>
              <a:defRPr sz="2159"/>
            </a:lvl7pPr>
            <a:lvl8pPr marL="3454272" indent="0">
              <a:buNone/>
              <a:defRPr sz="2159"/>
            </a:lvl8pPr>
            <a:lvl9pPr marL="3947739" indent="0">
              <a:buNone/>
              <a:defRPr sz="215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3394" y="7138236"/>
            <a:ext cx="3454182" cy="2105491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3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93467" indent="0">
              <a:buNone/>
              <a:defRPr sz="1511"/>
            </a:lvl2pPr>
            <a:lvl3pPr marL="986935" indent="0">
              <a:buNone/>
              <a:defRPr sz="1295"/>
            </a:lvl3pPr>
            <a:lvl4pPr marL="1480402" indent="0">
              <a:buNone/>
              <a:defRPr sz="1079"/>
            </a:lvl4pPr>
            <a:lvl5pPr marL="1973870" indent="0">
              <a:buNone/>
              <a:defRPr sz="1079"/>
            </a:lvl5pPr>
            <a:lvl6pPr marL="2467337" indent="0">
              <a:buNone/>
              <a:defRPr sz="1079"/>
            </a:lvl6pPr>
            <a:lvl7pPr marL="2960804" indent="0">
              <a:buNone/>
              <a:defRPr sz="1079"/>
            </a:lvl7pPr>
            <a:lvl8pPr marL="3454272" indent="0">
              <a:buNone/>
              <a:defRPr sz="1079"/>
            </a:lvl8pPr>
            <a:lvl9pPr marL="3947739" indent="0">
              <a:buNone/>
              <a:defRPr sz="107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051893" y="7575682"/>
            <a:ext cx="0" cy="131593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329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7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16760" y="1096610"/>
            <a:ext cx="2837364" cy="7785929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154" y="1096610"/>
            <a:ext cx="8183121" cy="778592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856000" y="249798"/>
            <a:ext cx="0" cy="98690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25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5338" y="842196"/>
            <a:ext cx="10490844" cy="215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39" y="3289829"/>
            <a:ext cx="10490845" cy="57901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5340" y="9312122"/>
            <a:ext cx="2324960" cy="3947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9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26963" y="9312122"/>
            <a:ext cx="6369426" cy="3947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39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96701" y="9312122"/>
            <a:ext cx="1050875" cy="3947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9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822424" y="1189180"/>
            <a:ext cx="0" cy="131593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434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15913" rtl="0" eaLnBrk="1" latinLnBrk="0" hangingPunct="1">
        <a:lnSpc>
          <a:spcPct val="80000"/>
        </a:lnSpc>
        <a:spcBef>
          <a:spcPct val="0"/>
        </a:spcBef>
        <a:buNone/>
        <a:defRPr sz="6332" kern="1200" cap="all" spc="144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131591" indent="-131591" algn="l" defTabSz="1315913" rtl="0" eaLnBrk="1" latinLnBrk="0" hangingPunct="1">
        <a:lnSpc>
          <a:spcPct val="90000"/>
        </a:lnSpc>
        <a:spcBef>
          <a:spcPts val="1727"/>
        </a:spcBef>
        <a:spcAft>
          <a:spcPts val="288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878" kern="1200">
          <a:solidFill>
            <a:schemeClr val="tx1"/>
          </a:solidFill>
          <a:latin typeface="+mn-lt"/>
          <a:ea typeface="+mn-ea"/>
          <a:cs typeface="+mn-cs"/>
        </a:defRPr>
      </a:lvl1pPr>
      <a:lvl2pPr marL="381615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2303" kern="1200">
          <a:solidFill>
            <a:schemeClr val="tx1"/>
          </a:solidFill>
          <a:latin typeface="+mn-lt"/>
          <a:ea typeface="+mn-ea"/>
          <a:cs typeface="+mn-cs"/>
        </a:defRPr>
      </a:lvl2pPr>
      <a:lvl3pPr marL="644797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3pPr>
      <a:lvl4pPr marL="855343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4pPr>
      <a:lvl5pPr marL="1118526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5pPr>
      <a:lvl6pPr marL="1315913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6pPr>
      <a:lvl7pPr marL="1526459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7pPr>
      <a:lvl8pPr marL="1750164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8pPr>
      <a:lvl9pPr marL="1960710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1pPr>
      <a:lvl2pPr marL="657957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2pPr>
      <a:lvl3pPr marL="1315913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3pPr>
      <a:lvl4pPr marL="1973870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4pPr>
      <a:lvl5pPr marL="2631826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5pPr>
      <a:lvl6pPr marL="3289783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6pPr>
      <a:lvl7pPr marL="3947739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7pPr>
      <a:lvl8pPr marL="4605696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8pPr>
      <a:lvl9pPr marL="5263652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2DFBC3D-BFED-B0B1-ECF4-B023ABCF1C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 err="1"/>
              <a:t>Mosaic</a:t>
            </a:r>
            <a:r>
              <a:rPr lang="de-AT" dirty="0"/>
              <a:t>-AI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D71B1A87-535B-CAB2-F49D-6C1F36EFFF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Spieleranleitung zur Server-Game-Oberfläche</a:t>
            </a:r>
          </a:p>
          <a:p>
            <a:endParaRPr lang="de-A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D93B16B-7382-4D53-7F1E-7B216079DB88}"/>
              </a:ext>
            </a:extLst>
          </p:cNvPr>
          <p:cNvGrpSpPr/>
          <p:nvPr/>
        </p:nvGrpSpPr>
        <p:grpSpPr>
          <a:xfrm>
            <a:off x="1817054" y="938449"/>
            <a:ext cx="4900513" cy="7992590"/>
            <a:chOff x="3596122" y="938449"/>
            <a:chExt cx="4900513" cy="7992590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9A33064D-C44C-8E92-913A-7E59BA130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95365" y="938449"/>
              <a:ext cx="4801270" cy="7992590"/>
            </a:xfrm>
            <a:prstGeom prst="rect">
              <a:avLst/>
            </a:prstGeom>
          </p:spPr>
        </p:pic>
        <p:sp>
          <p:nvSpPr>
            <p:cNvPr id="5" name="Marker 7">
              <a:extLst>
                <a:ext uri="{FF2B5EF4-FFF2-40B4-BE49-F238E27FC236}">
                  <a16:creationId xmlns:a16="http://schemas.microsoft.com/office/drawing/2014/main" id="{6C382ECF-BBBE-797F-53D8-305162CBC921}"/>
                </a:ext>
              </a:extLst>
            </p:cNvPr>
            <p:cNvSpPr/>
            <p:nvPr/>
          </p:nvSpPr>
          <p:spPr>
            <a:xfrm>
              <a:off x="4912983" y="1998590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7" name="Marker 7">
              <a:extLst>
                <a:ext uri="{FF2B5EF4-FFF2-40B4-BE49-F238E27FC236}">
                  <a16:creationId xmlns:a16="http://schemas.microsoft.com/office/drawing/2014/main" id="{1E166A5A-A76C-105F-3CDD-504CE712F716}"/>
                </a:ext>
              </a:extLst>
            </p:cNvPr>
            <p:cNvSpPr/>
            <p:nvPr/>
          </p:nvSpPr>
          <p:spPr>
            <a:xfrm>
              <a:off x="7508137" y="2621253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9" name="Marker 7">
              <a:extLst>
                <a:ext uri="{FF2B5EF4-FFF2-40B4-BE49-F238E27FC236}">
                  <a16:creationId xmlns:a16="http://schemas.microsoft.com/office/drawing/2014/main" id="{93895B6E-CD48-5C73-8E6D-A0D0DE83B78C}"/>
                </a:ext>
              </a:extLst>
            </p:cNvPr>
            <p:cNvSpPr/>
            <p:nvPr/>
          </p:nvSpPr>
          <p:spPr>
            <a:xfrm>
              <a:off x="3695365" y="4223630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5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1" name="Marker 7">
              <a:extLst>
                <a:ext uri="{FF2B5EF4-FFF2-40B4-BE49-F238E27FC236}">
                  <a16:creationId xmlns:a16="http://schemas.microsoft.com/office/drawing/2014/main" id="{141CD69B-5CE5-A57F-1043-88F8ED7243CE}"/>
                </a:ext>
              </a:extLst>
            </p:cNvPr>
            <p:cNvSpPr/>
            <p:nvPr/>
          </p:nvSpPr>
          <p:spPr>
            <a:xfrm>
              <a:off x="5051155" y="3631447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3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3" name="Marker 7">
              <a:extLst>
                <a:ext uri="{FF2B5EF4-FFF2-40B4-BE49-F238E27FC236}">
                  <a16:creationId xmlns:a16="http://schemas.microsoft.com/office/drawing/2014/main" id="{3CBEB894-9E66-5678-4EAD-D7C4E134C362}"/>
                </a:ext>
              </a:extLst>
            </p:cNvPr>
            <p:cNvSpPr/>
            <p:nvPr/>
          </p:nvSpPr>
          <p:spPr>
            <a:xfrm>
              <a:off x="6635722" y="3679316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4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5" name="Marker 7">
              <a:extLst>
                <a:ext uri="{FF2B5EF4-FFF2-40B4-BE49-F238E27FC236}">
                  <a16:creationId xmlns:a16="http://schemas.microsoft.com/office/drawing/2014/main" id="{6DDB1E3B-D15F-15EB-F7E4-6ACEA19D654A}"/>
                </a:ext>
              </a:extLst>
            </p:cNvPr>
            <p:cNvSpPr/>
            <p:nvPr/>
          </p:nvSpPr>
          <p:spPr>
            <a:xfrm>
              <a:off x="6635721" y="5164128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7" name="Marker 7">
              <a:extLst>
                <a:ext uri="{FF2B5EF4-FFF2-40B4-BE49-F238E27FC236}">
                  <a16:creationId xmlns:a16="http://schemas.microsoft.com/office/drawing/2014/main" id="{727D0CF3-67DF-8D2D-A350-0E9ACD54E219}"/>
                </a:ext>
              </a:extLst>
            </p:cNvPr>
            <p:cNvSpPr/>
            <p:nvPr/>
          </p:nvSpPr>
          <p:spPr>
            <a:xfrm>
              <a:off x="4474782" y="5164127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6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9" name="Marker 7">
              <a:extLst>
                <a:ext uri="{FF2B5EF4-FFF2-40B4-BE49-F238E27FC236}">
                  <a16:creationId xmlns:a16="http://schemas.microsoft.com/office/drawing/2014/main" id="{7ECC481A-C8A1-5A70-A7B6-9B3DE836031A}"/>
                </a:ext>
              </a:extLst>
            </p:cNvPr>
            <p:cNvSpPr/>
            <p:nvPr/>
          </p:nvSpPr>
          <p:spPr>
            <a:xfrm>
              <a:off x="3600593" y="6396960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8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1" name="Marker 7">
              <a:extLst>
                <a:ext uri="{FF2B5EF4-FFF2-40B4-BE49-F238E27FC236}">
                  <a16:creationId xmlns:a16="http://schemas.microsoft.com/office/drawing/2014/main" id="{4D4EC10A-A918-39BB-1E22-71641209C133}"/>
                </a:ext>
              </a:extLst>
            </p:cNvPr>
            <p:cNvSpPr/>
            <p:nvPr/>
          </p:nvSpPr>
          <p:spPr>
            <a:xfrm>
              <a:off x="3596122" y="7296955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28" name="Bereich 5">
            <a:extLst>
              <a:ext uri="{FF2B5EF4-FFF2-40B4-BE49-F238E27FC236}">
                <a16:creationId xmlns:a16="http://schemas.microsoft.com/office/drawing/2014/main" id="{51F6670A-C78B-39E6-D56B-EE89874B158A}"/>
              </a:ext>
            </a:extLst>
          </p:cNvPr>
          <p:cNvSpPr/>
          <p:nvPr/>
        </p:nvSpPr>
        <p:spPr>
          <a:xfrm>
            <a:off x="2097870" y="8026173"/>
            <a:ext cx="4481525" cy="751733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675073B-9309-0A2B-B3FA-13BFA778D617}"/>
              </a:ext>
            </a:extLst>
          </p:cNvPr>
          <p:cNvSpPr txBox="1"/>
          <p:nvPr/>
        </p:nvSpPr>
        <p:spPr>
          <a:xfrm>
            <a:off x="6993912" y="2414540"/>
            <a:ext cx="5143499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Eingabe von Spielername #1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Auswahl ob gegen die KI gespielt werden möchte #2. Wenn nein dann ist es Spieler vs. Spieler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Welches KI Modell soll verwendet werden #3, </a:t>
            </a:r>
            <a:r>
              <a:rPr lang="de-DE" sz="1600" dirty="0" err="1">
                <a:solidFill>
                  <a:srgbClr val="1A1A1A"/>
                </a:solidFill>
              </a:rPr>
              <a:t>no</a:t>
            </a:r>
            <a:r>
              <a:rPr lang="de-DE" sz="1600" dirty="0">
                <a:solidFill>
                  <a:srgbClr val="1A1A1A"/>
                </a:solidFill>
              </a:rPr>
              <a:t> </a:t>
            </a:r>
            <a:r>
              <a:rPr lang="de-DE" sz="1600" dirty="0" err="1">
                <a:solidFill>
                  <a:srgbClr val="1A1A1A"/>
                </a:solidFill>
              </a:rPr>
              <a:t>touchy</a:t>
            </a:r>
            <a:r>
              <a:rPr lang="de-DE" sz="1600" dirty="0">
                <a:solidFill>
                  <a:srgbClr val="1A1A1A"/>
                </a:solidFill>
              </a:rPr>
              <a:t> </a:t>
            </a:r>
            <a:r>
              <a:rPr lang="de-DE" sz="1600" dirty="0" err="1">
                <a:solidFill>
                  <a:srgbClr val="1A1A1A"/>
                </a:solidFill>
              </a:rPr>
              <a:t>touchy</a:t>
            </a:r>
            <a:r>
              <a:rPr lang="de-DE" sz="1600" dirty="0">
                <a:solidFill>
                  <a:srgbClr val="1A1A1A"/>
                </a:solidFill>
              </a:rPr>
              <a:t>, kommt später mal weg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Mehr Simulationen = stärkere KI #4, aber braucht länger für die Züge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Damit lässt sich anzeigen wie die KI die Züge und das Spiel an sich bewertet #5.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Auswahl ob und in welcher Form die KI Tipps geben soll #6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Lehrer Sims #7 würd ich das doppelte der Gegner KI Simulationen wählen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Auswahl wer beginnt #8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Reproduzierbare Stellung #9 – Muss normal nicht eingegeben werden, hauptsächlich zum debuggen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Mit der Auswahl starten #10</a:t>
            </a:r>
          </a:p>
          <a:p>
            <a:pPr marL="228600" indent="-228600">
              <a:spcAft>
                <a:spcPts val="400"/>
              </a:spcAft>
              <a:buAutoNum type="arabicPlain" startAt="3"/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26" name="Marker 7">
            <a:extLst>
              <a:ext uri="{FF2B5EF4-FFF2-40B4-BE49-F238E27FC236}">
                <a16:creationId xmlns:a16="http://schemas.microsoft.com/office/drawing/2014/main" id="{4DE7C8A7-9F3F-CBA6-84B2-F070C729A90E}"/>
              </a:ext>
            </a:extLst>
          </p:cNvPr>
          <p:cNvSpPr/>
          <p:nvPr/>
        </p:nvSpPr>
        <p:spPr>
          <a:xfrm>
            <a:off x="1906765" y="827231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10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0" name="Bereich 5">
            <a:extLst>
              <a:ext uri="{FF2B5EF4-FFF2-40B4-BE49-F238E27FC236}">
                <a16:creationId xmlns:a16="http://schemas.microsoft.com/office/drawing/2014/main" id="{D0C0AD29-A3BE-9E53-9C58-155FD49FD64B}"/>
              </a:ext>
            </a:extLst>
          </p:cNvPr>
          <p:cNvSpPr/>
          <p:nvPr/>
        </p:nvSpPr>
        <p:spPr>
          <a:xfrm>
            <a:off x="2041724" y="6139488"/>
            <a:ext cx="4537670" cy="751733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5923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2F70767-A060-1C34-8BBD-4DEC331EC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821" y="1492647"/>
            <a:ext cx="5515745" cy="6582694"/>
          </a:xfrm>
          <a:prstGeom prst="rect">
            <a:avLst/>
          </a:prstGeom>
        </p:spPr>
      </p:pic>
      <p:sp>
        <p:nvSpPr>
          <p:cNvPr id="5" name="Marker 7">
            <a:extLst>
              <a:ext uri="{FF2B5EF4-FFF2-40B4-BE49-F238E27FC236}">
                <a16:creationId xmlns:a16="http://schemas.microsoft.com/office/drawing/2014/main" id="{31BFF457-000F-10E1-9F61-8771550759B9}"/>
              </a:ext>
            </a:extLst>
          </p:cNvPr>
          <p:cNvSpPr/>
          <p:nvPr/>
        </p:nvSpPr>
        <p:spPr>
          <a:xfrm>
            <a:off x="1063648" y="2683865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DC51DC7A-5F69-E1F1-AAC8-F300B9EF59B0}"/>
              </a:ext>
            </a:extLst>
          </p:cNvPr>
          <p:cNvSpPr/>
          <p:nvPr/>
        </p:nvSpPr>
        <p:spPr>
          <a:xfrm>
            <a:off x="1022267" y="709475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Bereich 5">
            <a:extLst>
              <a:ext uri="{FF2B5EF4-FFF2-40B4-BE49-F238E27FC236}">
                <a16:creationId xmlns:a16="http://schemas.microsoft.com/office/drawing/2014/main" id="{08C4786D-FDAC-92B8-D7D3-602A3062C7DA}"/>
              </a:ext>
            </a:extLst>
          </p:cNvPr>
          <p:cNvSpPr/>
          <p:nvPr/>
        </p:nvSpPr>
        <p:spPr>
          <a:xfrm>
            <a:off x="1339993" y="2507039"/>
            <a:ext cx="5239404" cy="4265525"/>
          </a:xfrm>
          <a:prstGeom prst="roundRect">
            <a:avLst>
              <a:gd name="adj" fmla="val 3097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ereich 5">
            <a:extLst>
              <a:ext uri="{FF2B5EF4-FFF2-40B4-BE49-F238E27FC236}">
                <a16:creationId xmlns:a16="http://schemas.microsoft.com/office/drawing/2014/main" id="{F3ABE274-34EC-B202-168B-119E98350FA0}"/>
              </a:ext>
            </a:extLst>
          </p:cNvPr>
          <p:cNvSpPr/>
          <p:nvPr/>
        </p:nvSpPr>
        <p:spPr>
          <a:xfrm>
            <a:off x="1298611" y="7016197"/>
            <a:ext cx="5239404" cy="908394"/>
          </a:xfrm>
          <a:prstGeom prst="roundRect">
            <a:avLst>
              <a:gd name="adj" fmla="val 10194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E9AE574-55E3-063B-020F-CB135101A0A0}"/>
              </a:ext>
            </a:extLst>
          </p:cNvPr>
          <p:cNvSpPr txBox="1"/>
          <p:nvPr/>
        </p:nvSpPr>
        <p:spPr>
          <a:xfrm>
            <a:off x="6993912" y="2414540"/>
            <a:ext cx="5143499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Auswahl von genau 3 Wertungsplatten #11, manche Platten schließen sich aus.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Bestätigung #12</a:t>
            </a:r>
          </a:p>
        </p:txBody>
      </p:sp>
    </p:spTree>
    <p:extLst>
      <p:ext uri="{BB962C8B-B14F-4D97-AF65-F5344CB8AC3E}">
        <p14:creationId xmlns:p14="http://schemas.microsoft.com/office/powerpoint/2010/main" val="37447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6F44A74-A60F-D298-A8BA-F3ADA4D20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49" y="3154359"/>
            <a:ext cx="10303101" cy="4964707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13273709-C3A0-BA50-F6F6-B1AB46894CDA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Spielstart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9" name="Bereich 5">
            <a:extLst>
              <a:ext uri="{FF2B5EF4-FFF2-40B4-BE49-F238E27FC236}">
                <a16:creationId xmlns:a16="http://schemas.microsoft.com/office/drawing/2014/main" id="{6FB85184-3CF7-2381-365A-31EBB1CC4DCF}"/>
              </a:ext>
            </a:extLst>
          </p:cNvPr>
          <p:cNvSpPr/>
          <p:nvPr/>
        </p:nvSpPr>
        <p:spPr>
          <a:xfrm>
            <a:off x="10191152" y="3833012"/>
            <a:ext cx="1851698" cy="771738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8D1E6D27-6EB7-CAE1-4D33-1DE28E42C4B6}"/>
              </a:ext>
            </a:extLst>
          </p:cNvPr>
          <p:cNvSpPr/>
          <p:nvPr/>
        </p:nvSpPr>
        <p:spPr>
          <a:xfrm>
            <a:off x="9994082" y="406311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Bereich 5">
            <a:extLst>
              <a:ext uri="{FF2B5EF4-FFF2-40B4-BE49-F238E27FC236}">
                <a16:creationId xmlns:a16="http://schemas.microsoft.com/office/drawing/2014/main" id="{D883B92B-6FD8-D1CF-BA4E-7DE15157FADB}"/>
              </a:ext>
            </a:extLst>
          </p:cNvPr>
          <p:cNvSpPr/>
          <p:nvPr/>
        </p:nvSpPr>
        <p:spPr>
          <a:xfrm>
            <a:off x="10191152" y="4834852"/>
            <a:ext cx="1851698" cy="678653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ker 7">
            <a:extLst>
              <a:ext uri="{FF2B5EF4-FFF2-40B4-BE49-F238E27FC236}">
                <a16:creationId xmlns:a16="http://schemas.microsoft.com/office/drawing/2014/main" id="{3E3D407B-C757-4CE4-C175-3BB01A9974AF}"/>
              </a:ext>
            </a:extLst>
          </p:cNvPr>
          <p:cNvSpPr/>
          <p:nvPr/>
        </p:nvSpPr>
        <p:spPr>
          <a:xfrm>
            <a:off x="9994082" y="507670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BA5A410-20E3-545A-C1F9-74F9053ACB1B}"/>
              </a:ext>
            </a:extLst>
          </p:cNvPr>
          <p:cNvSpPr txBox="1"/>
          <p:nvPr/>
        </p:nvSpPr>
        <p:spPr>
          <a:xfrm>
            <a:off x="5456035" y="675863"/>
            <a:ext cx="5143499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Hinweisfenster #13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Eine der Kuppelplatten auswählen #14, Fenster F1 öffnet sich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Auslage #15, zu legende Kuppelplatte kann noch geändert werden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Rotation der selektierten Kuppelplatte ändern #16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Vorschau #17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Legen oder abbrechen #18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endParaRPr lang="de-DE" sz="1600" dirty="0">
              <a:solidFill>
                <a:srgbClr val="1A1A1A"/>
              </a:solidFill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BCD6508-82AC-2ACE-B0E7-918CEF98C2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98003" y="4593264"/>
            <a:ext cx="4734586" cy="412612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9" name="Marker 7">
            <a:extLst>
              <a:ext uri="{FF2B5EF4-FFF2-40B4-BE49-F238E27FC236}">
                <a16:creationId xmlns:a16="http://schemas.microsoft.com/office/drawing/2014/main" id="{958E327C-38CC-EDA3-02E0-814032F7B874}"/>
              </a:ext>
            </a:extLst>
          </p:cNvPr>
          <p:cNvSpPr/>
          <p:nvPr/>
        </p:nvSpPr>
        <p:spPr>
          <a:xfrm>
            <a:off x="2212916" y="4958178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1" name="Marker 7">
            <a:extLst>
              <a:ext uri="{FF2B5EF4-FFF2-40B4-BE49-F238E27FC236}">
                <a16:creationId xmlns:a16="http://schemas.microsoft.com/office/drawing/2014/main" id="{9FB792BA-250F-341C-6E57-284E4A8552E6}"/>
              </a:ext>
            </a:extLst>
          </p:cNvPr>
          <p:cNvSpPr/>
          <p:nvPr/>
        </p:nvSpPr>
        <p:spPr>
          <a:xfrm>
            <a:off x="2787157" y="598941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3" name="Marker 7">
            <a:extLst>
              <a:ext uri="{FF2B5EF4-FFF2-40B4-BE49-F238E27FC236}">
                <a16:creationId xmlns:a16="http://schemas.microsoft.com/office/drawing/2014/main" id="{F8D2D499-A986-9F70-E259-2DD260985EC7}"/>
              </a:ext>
            </a:extLst>
          </p:cNvPr>
          <p:cNvSpPr/>
          <p:nvPr/>
        </p:nvSpPr>
        <p:spPr>
          <a:xfrm>
            <a:off x="2290744" y="665632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16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5" name="Marker 7">
            <a:extLst>
              <a:ext uri="{FF2B5EF4-FFF2-40B4-BE49-F238E27FC236}">
                <a16:creationId xmlns:a16="http://schemas.microsoft.com/office/drawing/2014/main" id="{9E40D862-576E-8C68-8DE0-A5A41B6D6EF4}"/>
              </a:ext>
            </a:extLst>
          </p:cNvPr>
          <p:cNvSpPr/>
          <p:nvPr/>
        </p:nvSpPr>
        <p:spPr>
          <a:xfrm>
            <a:off x="3652394" y="730511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17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7" name="Marker 7">
            <a:extLst>
              <a:ext uri="{FF2B5EF4-FFF2-40B4-BE49-F238E27FC236}">
                <a16:creationId xmlns:a16="http://schemas.microsoft.com/office/drawing/2014/main" id="{51C842F0-C98E-C6E8-96BD-DAD0F3847E32}"/>
              </a:ext>
            </a:extLst>
          </p:cNvPr>
          <p:cNvSpPr/>
          <p:nvPr/>
        </p:nvSpPr>
        <p:spPr>
          <a:xfrm>
            <a:off x="2826781" y="808165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18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3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F630E33-BDDD-BE64-2E3B-00A2C6603C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44603" y="2483750"/>
            <a:ext cx="10156829" cy="481182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12FC5AE-6A67-0A0D-EA42-72F2F63BD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12" r="5530" b="10412"/>
          <a:stretch>
            <a:fillRect/>
          </a:stretch>
        </p:blipFill>
        <p:spPr>
          <a:xfrm>
            <a:off x="4286018" y="5923782"/>
            <a:ext cx="5811019" cy="263377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9" name="Bereich 5">
            <a:extLst>
              <a:ext uri="{FF2B5EF4-FFF2-40B4-BE49-F238E27FC236}">
                <a16:creationId xmlns:a16="http://schemas.microsoft.com/office/drawing/2014/main" id="{0B0648F0-7982-FF74-F6C1-61AD3E66871E}"/>
              </a:ext>
            </a:extLst>
          </p:cNvPr>
          <p:cNvSpPr/>
          <p:nvPr/>
        </p:nvSpPr>
        <p:spPr>
          <a:xfrm>
            <a:off x="7036150" y="3430569"/>
            <a:ext cx="1572273" cy="1528749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B29DA71-9CAA-F806-2A63-A9EAC4001C30}"/>
              </a:ext>
            </a:extLst>
          </p:cNvPr>
          <p:cNvSpPr txBox="1"/>
          <p:nvPr/>
        </p:nvSpPr>
        <p:spPr>
          <a:xfrm>
            <a:off x="5446510" y="685388"/>
            <a:ext cx="5143499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Kuppel #19, hier werden die Kuppelplatten #14 platziert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Stand nach dem platzieren #H1</a:t>
            </a:r>
          </a:p>
        </p:txBody>
      </p:sp>
      <p:sp>
        <p:nvSpPr>
          <p:cNvPr id="17" name="Marker 7">
            <a:extLst>
              <a:ext uri="{FF2B5EF4-FFF2-40B4-BE49-F238E27FC236}">
                <a16:creationId xmlns:a16="http://schemas.microsoft.com/office/drawing/2014/main" id="{050BBA4A-6660-E6D9-390B-9CE80A3D1646}"/>
              </a:ext>
            </a:extLst>
          </p:cNvPr>
          <p:cNvSpPr/>
          <p:nvPr/>
        </p:nvSpPr>
        <p:spPr>
          <a:xfrm>
            <a:off x="4070018" y="6140565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H1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5613CFE-59C3-C58A-40C7-6D894007FA64}"/>
              </a:ext>
            </a:extLst>
          </p:cNvPr>
          <p:cNvSpPr txBox="1"/>
          <p:nvPr/>
        </p:nvSpPr>
        <p:spPr>
          <a:xfrm>
            <a:off x="512894" y="907594"/>
            <a:ext cx="39891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Spielstart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59B27428-4C66-B279-D71E-D6F2F94209D3}"/>
              </a:ext>
            </a:extLst>
          </p:cNvPr>
          <p:cNvSpPr/>
          <p:nvPr/>
        </p:nvSpPr>
        <p:spPr>
          <a:xfrm>
            <a:off x="6826480" y="353917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19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62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BC1BEA66-C6FD-2919-D940-CA44438B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72283" y="4065250"/>
            <a:ext cx="10877006" cy="5164470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F6B556D8-9F84-D36D-51ED-AC4A94B43508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1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4538DA6-2BFD-A337-4E0E-F7F7EC3C90C4}"/>
              </a:ext>
            </a:extLst>
          </p:cNvPr>
          <p:cNvSpPr txBox="1"/>
          <p:nvPr/>
        </p:nvSpPr>
        <p:spPr>
          <a:xfrm>
            <a:off x="4898471" y="437660"/>
            <a:ext cx="7483399" cy="3498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1A1A1A"/>
                </a:solidFill>
              </a:rPr>
              <a:t>Mögliche Aktionen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de-DE" sz="1600" dirty="0">
                <a:solidFill>
                  <a:srgbClr val="1A1A1A"/>
                </a:solidFill>
              </a:rPr>
              <a:t>Kuppelplatten aus der Auslage #14 oder dem Stapel #14‘ ziehen und auf die Kuppel #19 legen. Insgesamt 2 Kuppelplatten müssen je Runde &amp; Spieler gezogen werden. Wird von #14‘ gezogen kostet das einen Punkt je Kuppelplatte und es öffnet sich Fenster #F2, ansonsten #F3.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de-DE" sz="1600" dirty="0">
                <a:solidFill>
                  <a:srgbClr val="1A1A1A"/>
                </a:solidFill>
              </a:rPr>
              <a:t>Fliesen von der Sonnenseite #20 der Fabriken auswählen und in eine Reihe #21 oder den Boden #22 legen.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de-DE" sz="1600" dirty="0">
                <a:solidFill>
                  <a:srgbClr val="1A1A1A"/>
                </a:solidFill>
              </a:rPr>
              <a:t>Fliesen von der Mondseite der Fabriken auswählen #23 und wenn möglich eine Reihe #21 oder auf den Boden #22 legen. Fenster #F3 für die Reihenfolge öffnet sich. Reihenfolge des Mondstapels je Fabrik ist in #23‘ ersichtlich. Keine Selektion der Fliesen in #23‘ möglich.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de-DE" sz="1600" dirty="0">
                <a:solidFill>
                  <a:srgbClr val="1A1A1A"/>
                </a:solidFill>
              </a:rPr>
              <a:t>Bonusplättchen nehmen #24 wenn verfügbar – Fabrik muss vollkommen leer sein. 2 müssen je Runde &amp; Spieler gezogen werden.</a:t>
            </a:r>
          </a:p>
        </p:txBody>
      </p:sp>
      <p:sp>
        <p:nvSpPr>
          <p:cNvPr id="27" name="Marker 7">
            <a:extLst>
              <a:ext uri="{FF2B5EF4-FFF2-40B4-BE49-F238E27FC236}">
                <a16:creationId xmlns:a16="http://schemas.microsoft.com/office/drawing/2014/main" id="{5311FC6C-3A63-D8B1-DFFC-25539473EB17}"/>
              </a:ext>
            </a:extLst>
          </p:cNvPr>
          <p:cNvSpPr/>
          <p:nvPr/>
        </p:nvSpPr>
        <p:spPr>
          <a:xfrm>
            <a:off x="11310413" y="6259563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14‘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3" name="Bereich 5">
            <a:extLst>
              <a:ext uri="{FF2B5EF4-FFF2-40B4-BE49-F238E27FC236}">
                <a16:creationId xmlns:a16="http://schemas.microsoft.com/office/drawing/2014/main" id="{9CCEF828-8991-AE29-04E5-A62BF31494D3}"/>
              </a:ext>
            </a:extLst>
          </p:cNvPr>
          <p:cNvSpPr/>
          <p:nvPr/>
        </p:nvSpPr>
        <p:spPr>
          <a:xfrm>
            <a:off x="5505933" y="5054300"/>
            <a:ext cx="1542568" cy="1613695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ker 7">
            <a:extLst>
              <a:ext uri="{FF2B5EF4-FFF2-40B4-BE49-F238E27FC236}">
                <a16:creationId xmlns:a16="http://schemas.microsoft.com/office/drawing/2014/main" id="{8B74E3BF-8810-C0DB-CE6F-4164BA947EF8}"/>
              </a:ext>
            </a:extLst>
          </p:cNvPr>
          <p:cNvSpPr/>
          <p:nvPr/>
        </p:nvSpPr>
        <p:spPr>
          <a:xfrm>
            <a:off x="5389159" y="560933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7" name="Bereich 5">
            <a:extLst>
              <a:ext uri="{FF2B5EF4-FFF2-40B4-BE49-F238E27FC236}">
                <a16:creationId xmlns:a16="http://schemas.microsoft.com/office/drawing/2014/main" id="{BB93A2DE-1273-C1CF-1268-238A65A33DA5}"/>
              </a:ext>
            </a:extLst>
          </p:cNvPr>
          <p:cNvSpPr/>
          <p:nvPr/>
        </p:nvSpPr>
        <p:spPr>
          <a:xfrm>
            <a:off x="7119360" y="5071890"/>
            <a:ext cx="1623133" cy="1613695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ker 7">
            <a:extLst>
              <a:ext uri="{FF2B5EF4-FFF2-40B4-BE49-F238E27FC236}">
                <a16:creationId xmlns:a16="http://schemas.microsoft.com/office/drawing/2014/main" id="{8B8EAAD5-4950-2DA0-B3E4-4E39D6BD7F53}"/>
              </a:ext>
            </a:extLst>
          </p:cNvPr>
          <p:cNvSpPr/>
          <p:nvPr/>
        </p:nvSpPr>
        <p:spPr>
          <a:xfrm>
            <a:off x="7926585" y="486766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19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Bereich 5">
            <a:extLst>
              <a:ext uri="{FF2B5EF4-FFF2-40B4-BE49-F238E27FC236}">
                <a16:creationId xmlns:a16="http://schemas.microsoft.com/office/drawing/2014/main" id="{A8A740C8-9B4B-6EA4-3CC7-3D5EFB208B11}"/>
              </a:ext>
            </a:extLst>
          </p:cNvPr>
          <p:cNvSpPr/>
          <p:nvPr/>
        </p:nvSpPr>
        <p:spPr>
          <a:xfrm>
            <a:off x="10691296" y="5160661"/>
            <a:ext cx="321178" cy="254090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2182A48B-1C0C-35A1-CBE3-522A5DBB28A7}"/>
              </a:ext>
            </a:extLst>
          </p:cNvPr>
          <p:cNvSpPr/>
          <p:nvPr/>
        </p:nvSpPr>
        <p:spPr>
          <a:xfrm>
            <a:off x="10298177" y="5411369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20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45" name="Marker 7">
            <a:extLst>
              <a:ext uri="{FF2B5EF4-FFF2-40B4-BE49-F238E27FC236}">
                <a16:creationId xmlns:a16="http://schemas.microsoft.com/office/drawing/2014/main" id="{1CCEB01E-CBD1-0549-6AE8-AC43AD9AB677}"/>
              </a:ext>
            </a:extLst>
          </p:cNvPr>
          <p:cNvSpPr/>
          <p:nvPr/>
        </p:nvSpPr>
        <p:spPr>
          <a:xfrm>
            <a:off x="10626186" y="493371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Bereich 5">
            <a:extLst>
              <a:ext uri="{FF2B5EF4-FFF2-40B4-BE49-F238E27FC236}">
                <a16:creationId xmlns:a16="http://schemas.microsoft.com/office/drawing/2014/main" id="{64E3C814-D26A-14CD-B20C-56E37121C835}"/>
              </a:ext>
            </a:extLst>
          </p:cNvPr>
          <p:cNvSpPr/>
          <p:nvPr/>
        </p:nvSpPr>
        <p:spPr>
          <a:xfrm>
            <a:off x="11271661" y="5471160"/>
            <a:ext cx="1752008" cy="1097279"/>
          </a:xfrm>
          <a:prstGeom prst="roundRect">
            <a:avLst>
              <a:gd name="adj" fmla="val 8062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ereich 5">
            <a:extLst>
              <a:ext uri="{FF2B5EF4-FFF2-40B4-BE49-F238E27FC236}">
                <a16:creationId xmlns:a16="http://schemas.microsoft.com/office/drawing/2014/main" id="{E973ECF4-135B-7124-08D4-69A9636D5B2F}"/>
              </a:ext>
            </a:extLst>
          </p:cNvPr>
          <p:cNvSpPr/>
          <p:nvPr/>
        </p:nvSpPr>
        <p:spPr>
          <a:xfrm>
            <a:off x="8945168" y="4534430"/>
            <a:ext cx="1341097" cy="462056"/>
          </a:xfrm>
          <a:prstGeom prst="roundRect">
            <a:avLst>
              <a:gd name="adj" fmla="val 22491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76561B1C-DCCB-418A-3FD0-F168B24391E5}"/>
              </a:ext>
            </a:extLst>
          </p:cNvPr>
          <p:cNvSpPr/>
          <p:nvPr/>
        </p:nvSpPr>
        <p:spPr>
          <a:xfrm>
            <a:off x="12472416" y="533298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9" name="Marker 7">
            <a:extLst>
              <a:ext uri="{FF2B5EF4-FFF2-40B4-BE49-F238E27FC236}">
                <a16:creationId xmlns:a16="http://schemas.microsoft.com/office/drawing/2014/main" id="{F3314BF4-AC4A-BF0F-EE01-959575B422EB}"/>
              </a:ext>
            </a:extLst>
          </p:cNvPr>
          <p:cNvSpPr/>
          <p:nvPr/>
        </p:nvSpPr>
        <p:spPr>
          <a:xfrm>
            <a:off x="10179880" y="461918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" name="Marker 7">
            <a:extLst>
              <a:ext uri="{FF2B5EF4-FFF2-40B4-BE49-F238E27FC236}">
                <a16:creationId xmlns:a16="http://schemas.microsoft.com/office/drawing/2014/main" id="{B99B07EB-AE0E-B489-6AA7-3EDD3053D47E}"/>
              </a:ext>
            </a:extLst>
          </p:cNvPr>
          <p:cNvSpPr/>
          <p:nvPr/>
        </p:nvSpPr>
        <p:spPr>
          <a:xfrm>
            <a:off x="10286265" y="606729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</a:rPr>
              <a:t>2</a:t>
            </a:r>
            <a:r>
              <a:rPr lang="de-AT" sz="1400" b="1" dirty="0">
                <a:solidFill>
                  <a:srgbClr val="FFFFFF"/>
                </a:solidFill>
              </a:rPr>
              <a:t>0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6" name="Marker 7">
            <a:extLst>
              <a:ext uri="{FF2B5EF4-FFF2-40B4-BE49-F238E27FC236}">
                <a16:creationId xmlns:a16="http://schemas.microsoft.com/office/drawing/2014/main" id="{3948504B-4B65-2EC6-FEEC-704A4FF98CC7}"/>
              </a:ext>
            </a:extLst>
          </p:cNvPr>
          <p:cNvSpPr/>
          <p:nvPr/>
        </p:nvSpPr>
        <p:spPr>
          <a:xfrm>
            <a:off x="10562610" y="856063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20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BA0CDB2-2895-6461-4B66-3187FB2A42B0}"/>
              </a:ext>
            </a:extLst>
          </p:cNvPr>
          <p:cNvSpPr txBox="1"/>
          <p:nvPr/>
        </p:nvSpPr>
        <p:spPr>
          <a:xfrm>
            <a:off x="179023" y="1555629"/>
            <a:ext cx="3850052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Je nach gewählter Fliese wird die Reihe #21 farblich hervorgehoben in der gelegt werden kann.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Gewählte Fliese kann auch auf den Boden / Strafleiste #22 gelegt werden. Dies kostet je abgelegter Fliese mehr (die erste -1, die zweite -2, </a:t>
            </a:r>
            <a:r>
              <a:rPr lang="de-DE" sz="1200" dirty="0" err="1">
                <a:solidFill>
                  <a:srgbClr val="1A1A1A"/>
                </a:solidFill>
              </a:rPr>
              <a:t>usw</a:t>
            </a:r>
            <a:r>
              <a:rPr lang="de-DE" sz="1200" dirty="0">
                <a:solidFill>
                  <a:srgbClr val="1A1A1A"/>
                </a:solidFill>
              </a:rPr>
              <a:t>) und ist additiv. Zwei Fliesen hier bedeuten -3 Punkte. Drei Fliesen dann bereits -6 Punkte.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Ablage für Bonuschips #25. Dies können später eingelöst werden, um Musterreihen zu vervollständigen.</a:t>
            </a:r>
          </a:p>
        </p:txBody>
      </p:sp>
      <p:sp>
        <p:nvSpPr>
          <p:cNvPr id="14" name="Bereich 5">
            <a:extLst>
              <a:ext uri="{FF2B5EF4-FFF2-40B4-BE49-F238E27FC236}">
                <a16:creationId xmlns:a16="http://schemas.microsoft.com/office/drawing/2014/main" id="{879B7662-8AA0-EB17-9863-5151E99E2BAA}"/>
              </a:ext>
            </a:extLst>
          </p:cNvPr>
          <p:cNvSpPr/>
          <p:nvPr/>
        </p:nvSpPr>
        <p:spPr>
          <a:xfrm>
            <a:off x="3762375" y="5054300"/>
            <a:ext cx="1703587" cy="547830"/>
          </a:xfrm>
          <a:prstGeom prst="roundRect">
            <a:avLst>
              <a:gd name="adj" fmla="val 9477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arker 7">
            <a:extLst>
              <a:ext uri="{FF2B5EF4-FFF2-40B4-BE49-F238E27FC236}">
                <a16:creationId xmlns:a16="http://schemas.microsoft.com/office/drawing/2014/main" id="{4DDFF91F-A342-8DB0-B316-10A0E51909E0}"/>
              </a:ext>
            </a:extLst>
          </p:cNvPr>
          <p:cNvSpPr/>
          <p:nvPr/>
        </p:nvSpPr>
        <p:spPr>
          <a:xfrm>
            <a:off x="5032384" y="512421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1" name="Bereich 5">
            <a:extLst>
              <a:ext uri="{FF2B5EF4-FFF2-40B4-BE49-F238E27FC236}">
                <a16:creationId xmlns:a16="http://schemas.microsoft.com/office/drawing/2014/main" id="{F27DB887-F34C-D873-2B3D-24E26F5D19A8}"/>
              </a:ext>
            </a:extLst>
          </p:cNvPr>
          <p:cNvSpPr/>
          <p:nvPr/>
        </p:nvSpPr>
        <p:spPr>
          <a:xfrm>
            <a:off x="3774969" y="5649538"/>
            <a:ext cx="1542568" cy="629087"/>
          </a:xfrm>
          <a:prstGeom prst="roundRect">
            <a:avLst>
              <a:gd name="adj" fmla="val 13517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rker 7">
            <a:extLst>
              <a:ext uri="{FF2B5EF4-FFF2-40B4-BE49-F238E27FC236}">
                <a16:creationId xmlns:a16="http://schemas.microsoft.com/office/drawing/2014/main" id="{9A37879B-09AE-D43D-A4CC-7E39D2F99344}"/>
              </a:ext>
            </a:extLst>
          </p:cNvPr>
          <p:cNvSpPr/>
          <p:nvPr/>
        </p:nvSpPr>
        <p:spPr>
          <a:xfrm>
            <a:off x="5076621" y="6125213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1" name="Marker 7">
            <a:extLst>
              <a:ext uri="{FF2B5EF4-FFF2-40B4-BE49-F238E27FC236}">
                <a16:creationId xmlns:a16="http://schemas.microsoft.com/office/drawing/2014/main" id="{38921BE3-4A2A-C7C6-EE66-31A3C41EBF06}"/>
              </a:ext>
            </a:extLst>
          </p:cNvPr>
          <p:cNvSpPr/>
          <p:nvPr/>
        </p:nvSpPr>
        <p:spPr>
          <a:xfrm>
            <a:off x="9789355" y="685580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23‘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4" name="Marker 7">
            <a:extLst>
              <a:ext uri="{FF2B5EF4-FFF2-40B4-BE49-F238E27FC236}">
                <a16:creationId xmlns:a16="http://schemas.microsoft.com/office/drawing/2014/main" id="{2566BD52-4623-3A73-0D71-423072A09347}"/>
              </a:ext>
            </a:extLst>
          </p:cNvPr>
          <p:cNvSpPr/>
          <p:nvPr/>
        </p:nvSpPr>
        <p:spPr>
          <a:xfrm>
            <a:off x="9789355" y="779083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23‘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267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9">
            <a:extLst>
              <a:ext uri="{FF2B5EF4-FFF2-40B4-BE49-F238E27FC236}">
                <a16:creationId xmlns:a16="http://schemas.microsoft.com/office/drawing/2014/main" id="{9D84CB75-A334-A481-8270-55CB4232030B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1 – Detail: Kuppelplatte vom Stapel ziehen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CA01429-1381-E763-DBB8-DEA269A78BDC}"/>
              </a:ext>
            </a:extLst>
          </p:cNvPr>
          <p:cNvSpPr txBox="1"/>
          <p:nvPr/>
        </p:nvSpPr>
        <p:spPr>
          <a:xfrm>
            <a:off x="6450246" y="794957"/>
            <a:ext cx="6578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Kuppelplatten vom Stapel ziehen #14‘ und auf die Kuppel #19 legen. Insgesamt 2 Kuppelplatten müssen je Runde &amp; Spieler gezogen werden. Über das Symbol lässt sich erkennen ob es sich um eine Spezialplatte oder um eine </a:t>
            </a:r>
            <a:r>
              <a:rPr lang="de-DE" sz="1600" dirty="0" err="1">
                <a:solidFill>
                  <a:srgbClr val="1A1A1A"/>
                </a:solidFill>
              </a:rPr>
              <a:t>Jokerplatte</a:t>
            </a:r>
            <a:r>
              <a:rPr lang="de-DE" sz="1600" dirty="0">
                <a:solidFill>
                  <a:srgbClr val="1A1A1A"/>
                </a:solidFill>
              </a:rPr>
              <a:t> handelt.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Es können mehrere Platten gezogen werden #26, Kosten jedoch jeweils -1 Punkt. Die bisherigen Rückseiten sind bekannt. Vorderseiten werden erst sichtbar sobald das Ziehen abgeschlossen ist.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Abschluss des Ziehens #27, Übergang in die Auswahl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Zuerst selektieren welche Platte gelegt werden soll #15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Dann Reihenfolge der zurückgelegten Platten auswählen #28 – erst relevant bei mehr als 2 gezogenen Kuppelplatten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Zurücksetzen der gewählten Reihenfolge #29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Rotation der zu legenden Kuppelplatte festlegen #16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Vorschau der zu legenden und rotierten Kuppelplatte #17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Bestätigen, kein Abbruch möglich #30</a:t>
            </a:r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FADB1803-0C07-D5E0-B727-4887CA340D39}"/>
              </a:ext>
            </a:extLst>
          </p:cNvPr>
          <p:cNvGrpSpPr/>
          <p:nvPr/>
        </p:nvGrpSpPr>
        <p:grpSpPr>
          <a:xfrm>
            <a:off x="431312" y="1839106"/>
            <a:ext cx="5619888" cy="3305636"/>
            <a:chOff x="5603975" y="6079216"/>
            <a:chExt cx="5619888" cy="3305636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DEF8E68F-5111-B276-ABF4-8B6964E30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3975" y="6079216"/>
              <a:ext cx="4725059" cy="3305636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</p:pic>
        <p:sp>
          <p:nvSpPr>
            <p:cNvPr id="7" name="Marker 7">
              <a:extLst>
                <a:ext uri="{FF2B5EF4-FFF2-40B4-BE49-F238E27FC236}">
                  <a16:creationId xmlns:a16="http://schemas.microsoft.com/office/drawing/2014/main" id="{2090BC27-F475-4BDE-100E-B8C71069E552}"/>
                </a:ext>
              </a:extLst>
            </p:cNvPr>
            <p:cNvSpPr/>
            <p:nvPr/>
          </p:nvSpPr>
          <p:spPr>
            <a:xfrm>
              <a:off x="5646053" y="7519774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26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66080E9A-9A0F-FD51-09DB-70E89DBD4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924" t="23422" r="22132" b="44525"/>
            <a:stretch>
              <a:fillRect/>
            </a:stretch>
          </p:blipFill>
          <p:spPr>
            <a:xfrm>
              <a:off x="7682714" y="8032708"/>
              <a:ext cx="3541149" cy="1059543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</p:pic>
        <p:sp>
          <p:nvSpPr>
            <p:cNvPr id="25" name="Marker 7">
              <a:extLst>
                <a:ext uri="{FF2B5EF4-FFF2-40B4-BE49-F238E27FC236}">
                  <a16:creationId xmlns:a16="http://schemas.microsoft.com/office/drawing/2014/main" id="{FBD95EB3-0476-3F52-587C-A94FB29EB2E5}"/>
                </a:ext>
              </a:extLst>
            </p:cNvPr>
            <p:cNvSpPr/>
            <p:nvPr/>
          </p:nvSpPr>
          <p:spPr>
            <a:xfrm>
              <a:off x="10908261" y="8286134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26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31" name="Marker 7">
              <a:extLst>
                <a:ext uri="{FF2B5EF4-FFF2-40B4-BE49-F238E27FC236}">
                  <a16:creationId xmlns:a16="http://schemas.microsoft.com/office/drawing/2014/main" id="{6463C5F5-985F-C1A3-D73F-608FF610CF4E}"/>
                </a:ext>
              </a:extLst>
            </p:cNvPr>
            <p:cNvSpPr/>
            <p:nvPr/>
          </p:nvSpPr>
          <p:spPr>
            <a:xfrm>
              <a:off x="8325753" y="7534001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27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33" name="Marker 7">
              <a:extLst>
                <a:ext uri="{FF2B5EF4-FFF2-40B4-BE49-F238E27FC236}">
                  <a16:creationId xmlns:a16="http://schemas.microsoft.com/office/drawing/2014/main" id="{2DBB575E-40C5-C985-3487-4ED81C34C1AD}"/>
                </a:ext>
              </a:extLst>
            </p:cNvPr>
            <p:cNvSpPr/>
            <p:nvPr/>
          </p:nvSpPr>
          <p:spPr>
            <a:xfrm>
              <a:off x="7544541" y="8716345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27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4820A72C-12BE-9DA4-A76B-D9AEBD700F06}"/>
              </a:ext>
            </a:extLst>
          </p:cNvPr>
          <p:cNvGrpSpPr/>
          <p:nvPr/>
        </p:nvGrpSpPr>
        <p:grpSpPr>
          <a:xfrm>
            <a:off x="252418" y="5681939"/>
            <a:ext cx="5082846" cy="3629532"/>
            <a:chOff x="220447" y="1459955"/>
            <a:chExt cx="5082846" cy="3629532"/>
          </a:xfrm>
        </p:grpSpPr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B39DEFBE-66D1-0705-C87C-369D98094C89}"/>
                </a:ext>
              </a:extLst>
            </p:cNvPr>
            <p:cNvGrpSpPr/>
            <p:nvPr/>
          </p:nvGrpSpPr>
          <p:grpSpPr>
            <a:xfrm>
              <a:off x="511549" y="1459955"/>
              <a:ext cx="4791744" cy="3629532"/>
              <a:chOff x="-4791744" y="429734"/>
              <a:chExt cx="4791744" cy="3629532"/>
            </a:xfrm>
          </p:grpSpPr>
          <p:pic>
            <p:nvPicPr>
              <p:cNvPr id="45" name="Grafik 44">
                <a:extLst>
                  <a:ext uri="{FF2B5EF4-FFF2-40B4-BE49-F238E27FC236}">
                    <a16:creationId xmlns:a16="http://schemas.microsoft.com/office/drawing/2014/main" id="{D1F5BEA9-F111-3BD1-55DF-FDFEB6C2A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791744" y="429734"/>
                <a:ext cx="4791744" cy="3629532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</p:pic>
          <p:sp>
            <p:nvSpPr>
              <p:cNvPr id="37" name="Marker 7">
                <a:extLst>
                  <a:ext uri="{FF2B5EF4-FFF2-40B4-BE49-F238E27FC236}">
                    <a16:creationId xmlns:a16="http://schemas.microsoft.com/office/drawing/2014/main" id="{BBEBB5BE-A3F7-7286-7C91-A747CD4B927E}"/>
                  </a:ext>
                </a:extLst>
              </p:cNvPr>
              <p:cNvSpPr/>
              <p:nvPr/>
            </p:nvSpPr>
            <p:spPr>
              <a:xfrm>
                <a:off x="-4073007" y="1968155"/>
                <a:ext cx="276345" cy="276345"/>
              </a:xfrm>
              <a:prstGeom prst="ellipse">
                <a:avLst/>
              </a:prstGeom>
              <a:solidFill>
                <a:srgbClr val="E81C2E"/>
              </a:solidFill>
              <a:ln w="22225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de-AT" sz="1400" b="1" dirty="0">
                    <a:solidFill>
                      <a:srgbClr val="FFFFFF"/>
                    </a:solidFill>
                  </a:rPr>
                  <a:t>15</a:t>
                </a:r>
                <a:endParaRPr sz="1400" b="1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3" name="Marker 7">
              <a:extLst>
                <a:ext uri="{FF2B5EF4-FFF2-40B4-BE49-F238E27FC236}">
                  <a16:creationId xmlns:a16="http://schemas.microsoft.com/office/drawing/2014/main" id="{9A69BD35-139C-722D-C0DA-5857C7FA41E3}"/>
                </a:ext>
              </a:extLst>
            </p:cNvPr>
            <p:cNvSpPr/>
            <p:nvPr/>
          </p:nvSpPr>
          <p:spPr>
            <a:xfrm>
              <a:off x="220447" y="1644440"/>
              <a:ext cx="432000" cy="43200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F2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32AA8867-6DF0-8856-8358-3FABC5A7FD8B}"/>
              </a:ext>
            </a:extLst>
          </p:cNvPr>
          <p:cNvGrpSpPr/>
          <p:nvPr/>
        </p:nvGrpSpPr>
        <p:grpSpPr>
          <a:xfrm>
            <a:off x="6579394" y="5389293"/>
            <a:ext cx="5052291" cy="4239217"/>
            <a:chOff x="156847" y="5318274"/>
            <a:chExt cx="5052291" cy="4239217"/>
          </a:xfrm>
        </p:grpSpPr>
        <p:pic>
          <p:nvPicPr>
            <p:cNvPr id="59" name="Grafik 58">
              <a:extLst>
                <a:ext uri="{FF2B5EF4-FFF2-40B4-BE49-F238E27FC236}">
                  <a16:creationId xmlns:a16="http://schemas.microsoft.com/office/drawing/2014/main" id="{822C9492-21F0-813C-BE09-45CB4E852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447" y="5318274"/>
              <a:ext cx="4772691" cy="4239217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</p:pic>
        <p:sp>
          <p:nvSpPr>
            <p:cNvPr id="49" name="Marker 7">
              <a:extLst>
                <a:ext uri="{FF2B5EF4-FFF2-40B4-BE49-F238E27FC236}">
                  <a16:creationId xmlns:a16="http://schemas.microsoft.com/office/drawing/2014/main" id="{08F07ED9-59AA-E018-1D3B-A667E44DD4AF}"/>
                </a:ext>
              </a:extLst>
            </p:cNvPr>
            <p:cNvSpPr/>
            <p:nvPr/>
          </p:nvSpPr>
          <p:spPr>
            <a:xfrm>
              <a:off x="1256336" y="7060983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28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41" name="Marker 7">
              <a:extLst>
                <a:ext uri="{FF2B5EF4-FFF2-40B4-BE49-F238E27FC236}">
                  <a16:creationId xmlns:a16="http://schemas.microsoft.com/office/drawing/2014/main" id="{ED05CB3A-0A2A-C07B-1054-0236FE9E52F9}"/>
                </a:ext>
              </a:extLst>
            </p:cNvPr>
            <p:cNvSpPr/>
            <p:nvPr/>
          </p:nvSpPr>
          <p:spPr>
            <a:xfrm>
              <a:off x="298275" y="7743674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16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51" name="Marker 7">
              <a:extLst>
                <a:ext uri="{FF2B5EF4-FFF2-40B4-BE49-F238E27FC236}">
                  <a16:creationId xmlns:a16="http://schemas.microsoft.com/office/drawing/2014/main" id="{B0329732-B19D-68C8-E872-7FBF682D5E53}"/>
                </a:ext>
              </a:extLst>
            </p:cNvPr>
            <p:cNvSpPr/>
            <p:nvPr/>
          </p:nvSpPr>
          <p:spPr>
            <a:xfrm>
              <a:off x="1938238" y="8374119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53" name="Marker 7">
              <a:extLst>
                <a:ext uri="{FF2B5EF4-FFF2-40B4-BE49-F238E27FC236}">
                  <a16:creationId xmlns:a16="http://schemas.microsoft.com/office/drawing/2014/main" id="{D2D66634-0C18-CFFF-5F5F-01EDE94ECE09}"/>
                </a:ext>
              </a:extLst>
            </p:cNvPr>
            <p:cNvSpPr/>
            <p:nvPr/>
          </p:nvSpPr>
          <p:spPr>
            <a:xfrm>
              <a:off x="801418" y="8929467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30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61" name="Marker 7">
              <a:extLst>
                <a:ext uri="{FF2B5EF4-FFF2-40B4-BE49-F238E27FC236}">
                  <a16:creationId xmlns:a16="http://schemas.microsoft.com/office/drawing/2014/main" id="{52515903-AF8B-A543-3467-6807F770C4F6}"/>
                </a:ext>
              </a:extLst>
            </p:cNvPr>
            <p:cNvSpPr/>
            <p:nvPr/>
          </p:nvSpPr>
          <p:spPr>
            <a:xfrm>
              <a:off x="4639354" y="6741096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29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65" name="Marker 7">
              <a:extLst>
                <a:ext uri="{FF2B5EF4-FFF2-40B4-BE49-F238E27FC236}">
                  <a16:creationId xmlns:a16="http://schemas.microsoft.com/office/drawing/2014/main" id="{5ABE8AEE-512C-E44A-D09B-1D71C660B34E}"/>
                </a:ext>
              </a:extLst>
            </p:cNvPr>
            <p:cNvSpPr/>
            <p:nvPr/>
          </p:nvSpPr>
          <p:spPr>
            <a:xfrm>
              <a:off x="156847" y="5690757"/>
              <a:ext cx="432000" cy="43200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F2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70" name="Marker 7">
            <a:extLst>
              <a:ext uri="{FF2B5EF4-FFF2-40B4-BE49-F238E27FC236}">
                <a16:creationId xmlns:a16="http://schemas.microsoft.com/office/drawing/2014/main" id="{701DB5C7-1E8D-4EC0-1495-F30BC1F5053A}"/>
              </a:ext>
            </a:extLst>
          </p:cNvPr>
          <p:cNvSpPr/>
          <p:nvPr/>
        </p:nvSpPr>
        <p:spPr>
          <a:xfrm>
            <a:off x="89853" y="2037206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F2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549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5877FED-4560-EDDA-1FD7-F33138DCD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62" y="1593236"/>
            <a:ext cx="4734586" cy="4467849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5" name="Marker 7">
            <a:extLst>
              <a:ext uri="{FF2B5EF4-FFF2-40B4-BE49-F238E27FC236}">
                <a16:creationId xmlns:a16="http://schemas.microsoft.com/office/drawing/2014/main" id="{7FB63B75-7CF3-DE6F-2459-0D8BE3D8648F}"/>
              </a:ext>
            </a:extLst>
          </p:cNvPr>
          <p:cNvSpPr/>
          <p:nvPr/>
        </p:nvSpPr>
        <p:spPr>
          <a:xfrm>
            <a:off x="789262" y="2243268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AA31611-1CC2-5C70-9192-1EC32A3EFB29}"/>
              </a:ext>
            </a:extLst>
          </p:cNvPr>
          <p:cNvSpPr txBox="1"/>
          <p:nvPr/>
        </p:nvSpPr>
        <p:spPr>
          <a:xfrm>
            <a:off x="6269942" y="2121481"/>
            <a:ext cx="6578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Es können mehrere Platten gezogen werden #26, Kosten jedoch jeweils -1 Punkt. Die bisherigen Rückseiten sind bekannt. Vorderseiten werden erst sichtbar sobald das Ziehen abgeschlossen ist.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Abschluss des Ziehens #27, Übergang in die Auswahl, weiter mit Fenster #F2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Auslage #15, zu legende Kuppelplatte kann noch geändert werden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Rotation der zu legenden Kuppelplatte festlegen #16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Vorschau #17der zu legenden Kuppelplatte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Bestätigen oder Abbrechen #18</a:t>
            </a:r>
          </a:p>
          <a:p>
            <a:pPr>
              <a:spcAft>
                <a:spcPts val="400"/>
              </a:spcAft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6E1E8761-3CEE-0678-0318-DEC9C40CD06C}"/>
              </a:ext>
            </a:extLst>
          </p:cNvPr>
          <p:cNvSpPr/>
          <p:nvPr/>
        </p:nvSpPr>
        <p:spPr>
          <a:xfrm>
            <a:off x="1104454" y="3403609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26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13DEDC8D-F3D6-CB08-968B-7B7C8E5706C5}"/>
              </a:ext>
            </a:extLst>
          </p:cNvPr>
          <p:cNvSpPr/>
          <p:nvPr/>
        </p:nvSpPr>
        <p:spPr>
          <a:xfrm>
            <a:off x="3784154" y="341783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27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Marker 7">
            <a:extLst>
              <a:ext uri="{FF2B5EF4-FFF2-40B4-BE49-F238E27FC236}">
                <a16:creationId xmlns:a16="http://schemas.microsoft.com/office/drawing/2014/main" id="{453B871B-F4DA-3731-9464-EDDB91D6499A}"/>
              </a:ext>
            </a:extLst>
          </p:cNvPr>
          <p:cNvSpPr/>
          <p:nvPr/>
        </p:nvSpPr>
        <p:spPr>
          <a:xfrm>
            <a:off x="1892112" y="2398923"/>
            <a:ext cx="276345" cy="276345"/>
          </a:xfrm>
          <a:prstGeom prst="ellipse">
            <a:avLst/>
          </a:prstGeom>
          <a:solidFill>
            <a:srgbClr val="E81C2E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Marker 7">
            <a:extLst>
              <a:ext uri="{FF2B5EF4-FFF2-40B4-BE49-F238E27FC236}">
                <a16:creationId xmlns:a16="http://schemas.microsoft.com/office/drawing/2014/main" id="{04906BA7-0EC5-59CD-0247-11F3762AC16C}"/>
              </a:ext>
            </a:extLst>
          </p:cNvPr>
          <p:cNvSpPr/>
          <p:nvPr/>
        </p:nvSpPr>
        <p:spPr>
          <a:xfrm>
            <a:off x="828109" y="3882262"/>
            <a:ext cx="276345" cy="276345"/>
          </a:xfrm>
          <a:prstGeom prst="ellipse">
            <a:avLst/>
          </a:prstGeom>
          <a:solidFill>
            <a:srgbClr val="E81C2E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16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7" name="Marker 7">
            <a:extLst>
              <a:ext uri="{FF2B5EF4-FFF2-40B4-BE49-F238E27FC236}">
                <a16:creationId xmlns:a16="http://schemas.microsoft.com/office/drawing/2014/main" id="{1F010F69-680A-5C62-E1EF-1E69B95A155B}"/>
              </a:ext>
            </a:extLst>
          </p:cNvPr>
          <p:cNvSpPr/>
          <p:nvPr/>
        </p:nvSpPr>
        <p:spPr>
          <a:xfrm>
            <a:off x="2345670" y="4506594"/>
            <a:ext cx="276345" cy="276345"/>
          </a:xfrm>
          <a:prstGeom prst="ellipse">
            <a:avLst/>
          </a:prstGeom>
          <a:solidFill>
            <a:srgbClr val="E81C2E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17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9" name="Marker 7">
            <a:extLst>
              <a:ext uri="{FF2B5EF4-FFF2-40B4-BE49-F238E27FC236}">
                <a16:creationId xmlns:a16="http://schemas.microsoft.com/office/drawing/2014/main" id="{9F7A3C52-BCE1-1899-46BA-E956F932561B}"/>
              </a:ext>
            </a:extLst>
          </p:cNvPr>
          <p:cNvSpPr/>
          <p:nvPr/>
        </p:nvSpPr>
        <p:spPr>
          <a:xfrm>
            <a:off x="1380799" y="5352154"/>
            <a:ext cx="276345" cy="276345"/>
          </a:xfrm>
          <a:prstGeom prst="ellipse">
            <a:avLst/>
          </a:prstGeom>
          <a:solidFill>
            <a:srgbClr val="E81C2E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18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799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9">
            <a:extLst>
              <a:ext uri="{FF2B5EF4-FFF2-40B4-BE49-F238E27FC236}">
                <a16:creationId xmlns:a16="http://schemas.microsoft.com/office/drawing/2014/main" id="{34E37168-A611-AB64-09C5-8D65E9D9EE7C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1 – Detail: Mondbereich stapeln</a:t>
            </a:r>
            <a:endParaRPr sz="2000" b="1" dirty="0">
              <a:solidFill>
                <a:srgbClr val="1A1A1A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B1FA472-6F0F-2292-6B9C-B6725368B8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2460" y="2975056"/>
            <a:ext cx="3801005" cy="423403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7" name="Marker 7">
            <a:extLst>
              <a:ext uri="{FF2B5EF4-FFF2-40B4-BE49-F238E27FC236}">
                <a16:creationId xmlns:a16="http://schemas.microsoft.com/office/drawing/2014/main" id="{AD2976CA-ADF9-6D66-AFA3-E13727AC1C2D}"/>
              </a:ext>
            </a:extLst>
          </p:cNvPr>
          <p:cNvSpPr/>
          <p:nvPr/>
        </p:nvSpPr>
        <p:spPr>
          <a:xfrm>
            <a:off x="788994" y="3137631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B1C9B148-F9FB-7B86-5A70-4ADA2AE19C9A}"/>
              </a:ext>
            </a:extLst>
          </p:cNvPr>
          <p:cNvSpPr/>
          <p:nvPr/>
        </p:nvSpPr>
        <p:spPr>
          <a:xfrm>
            <a:off x="2196355" y="4953898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FD7D64C4-F16F-493A-E02C-C566F4403ADF}"/>
              </a:ext>
            </a:extLst>
          </p:cNvPr>
          <p:cNvSpPr/>
          <p:nvPr/>
        </p:nvSpPr>
        <p:spPr>
          <a:xfrm>
            <a:off x="4866460" y="5417538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Marker 7">
            <a:extLst>
              <a:ext uri="{FF2B5EF4-FFF2-40B4-BE49-F238E27FC236}">
                <a16:creationId xmlns:a16="http://schemas.microsoft.com/office/drawing/2014/main" id="{4CA1FBEA-6140-F696-0B6C-F91B9B361984}"/>
              </a:ext>
            </a:extLst>
          </p:cNvPr>
          <p:cNvSpPr/>
          <p:nvPr/>
        </p:nvSpPr>
        <p:spPr>
          <a:xfrm>
            <a:off x="2335534" y="5765803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Marker 7">
            <a:extLst>
              <a:ext uri="{FF2B5EF4-FFF2-40B4-BE49-F238E27FC236}">
                <a16:creationId xmlns:a16="http://schemas.microsoft.com/office/drawing/2014/main" id="{CC72BF3C-63E8-3CAA-A156-7D9175FE4A51}"/>
              </a:ext>
            </a:extLst>
          </p:cNvPr>
          <p:cNvSpPr/>
          <p:nvPr/>
        </p:nvSpPr>
        <p:spPr>
          <a:xfrm>
            <a:off x="4273233" y="652671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30DCF10-A3C2-C09B-04D9-030740560B60}"/>
              </a:ext>
            </a:extLst>
          </p:cNvPr>
          <p:cNvSpPr txBox="1"/>
          <p:nvPr/>
        </p:nvSpPr>
        <p:spPr>
          <a:xfrm>
            <a:off x="3783119" y="1515962"/>
            <a:ext cx="65786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Noch offene Fliesen für die Reihenfolge #31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Vorschau der Reihenfolge #32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Reihenfolge zurücksetzen #33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Stapel bestätigen oder Aktion abbrechen #34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22861A1-4D5C-58D7-306A-80DC4986C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990" y="2975056"/>
            <a:ext cx="3753374" cy="441069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8" name="Marker 7">
            <a:extLst>
              <a:ext uri="{FF2B5EF4-FFF2-40B4-BE49-F238E27FC236}">
                <a16:creationId xmlns:a16="http://schemas.microsoft.com/office/drawing/2014/main" id="{0EAF1E04-E24C-19AD-E0BD-5569644941E2}"/>
              </a:ext>
            </a:extLst>
          </p:cNvPr>
          <p:cNvSpPr/>
          <p:nvPr/>
        </p:nvSpPr>
        <p:spPr>
          <a:xfrm>
            <a:off x="6465582" y="3250692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D56432B6-B5A2-CE67-CB08-F5C0C37746A5}"/>
              </a:ext>
            </a:extLst>
          </p:cNvPr>
          <p:cNvSpPr/>
          <p:nvPr/>
        </p:nvSpPr>
        <p:spPr>
          <a:xfrm>
            <a:off x="5467350" y="5101655"/>
            <a:ext cx="933450" cy="25717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08286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>
            <a:extLst>
              <a:ext uri="{FF2B5EF4-FFF2-40B4-BE49-F238E27FC236}">
                <a16:creationId xmlns:a16="http://schemas.microsoft.com/office/drawing/2014/main" id="{B8765937-5DA7-AE19-0BEF-9C2D921DD529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2: Runde abrechnen</a:t>
            </a:r>
            <a:endParaRPr sz="2000" b="1" dirty="0">
              <a:solidFill>
                <a:srgbClr val="1A1A1A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AE0BB37-AEC4-88AB-75AB-26553DCE0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37" y="1476374"/>
            <a:ext cx="11614475" cy="5538629"/>
          </a:xfrm>
          <a:prstGeom prst="rect">
            <a:avLst/>
          </a:prstGeom>
        </p:spPr>
      </p:pic>
      <p:sp>
        <p:nvSpPr>
          <p:cNvPr id="8" name="Marker 7">
            <a:extLst>
              <a:ext uri="{FF2B5EF4-FFF2-40B4-BE49-F238E27FC236}">
                <a16:creationId xmlns:a16="http://schemas.microsoft.com/office/drawing/2014/main" id="{DA0DBE75-D4E4-9009-8145-CA524CF16E0F}"/>
              </a:ext>
            </a:extLst>
          </p:cNvPr>
          <p:cNvSpPr/>
          <p:nvPr/>
        </p:nvSpPr>
        <p:spPr>
          <a:xfrm>
            <a:off x="3941359" y="263753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A18779B-2D12-6108-A1D8-06AD00BEBD5F}"/>
              </a:ext>
            </a:extLst>
          </p:cNvPr>
          <p:cNvSpPr txBox="1"/>
          <p:nvPr/>
        </p:nvSpPr>
        <p:spPr>
          <a:xfrm>
            <a:off x="2886696" y="4009052"/>
            <a:ext cx="4455208" cy="3005951"/>
          </a:xfrm>
          <a:custGeom>
            <a:avLst/>
            <a:gdLst>
              <a:gd name="csX0" fmla="*/ 0 w 4455208"/>
              <a:gd name="csY0" fmla="*/ 0 h 3005951"/>
              <a:gd name="csX1" fmla="*/ 4455208 w 4455208"/>
              <a:gd name="csY1" fmla="*/ 0 h 3005951"/>
              <a:gd name="csX2" fmla="*/ 4455208 w 4455208"/>
              <a:gd name="csY2" fmla="*/ 3005951 h 3005951"/>
              <a:gd name="csX3" fmla="*/ 0 w 4455208"/>
              <a:gd name="csY3" fmla="*/ 3005951 h 3005951"/>
              <a:gd name="csX4" fmla="*/ 0 w 4455208"/>
              <a:gd name="csY4" fmla="*/ 0 h 30059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208" h="3005951" fill="none" extrusionOk="0">
                <a:moveTo>
                  <a:pt x="0" y="0"/>
                </a:moveTo>
                <a:cubicBezTo>
                  <a:pt x="1249259" y="-143182"/>
                  <a:pt x="3504344" y="-123185"/>
                  <a:pt x="4455208" y="0"/>
                </a:cubicBezTo>
                <a:cubicBezTo>
                  <a:pt x="4621038" y="1422769"/>
                  <a:pt x="4358757" y="2590737"/>
                  <a:pt x="4455208" y="3005951"/>
                </a:cubicBezTo>
                <a:cubicBezTo>
                  <a:pt x="2482747" y="2964894"/>
                  <a:pt x="1471973" y="2905565"/>
                  <a:pt x="0" y="3005951"/>
                </a:cubicBezTo>
                <a:cubicBezTo>
                  <a:pt x="-150974" y="2394449"/>
                  <a:pt x="12648" y="1401673"/>
                  <a:pt x="0" y="0"/>
                </a:cubicBezTo>
                <a:close/>
              </a:path>
              <a:path w="4455208" h="3005951" stroke="0" extrusionOk="0">
                <a:moveTo>
                  <a:pt x="0" y="0"/>
                </a:moveTo>
                <a:cubicBezTo>
                  <a:pt x="635919" y="-118874"/>
                  <a:pt x="2238219" y="84730"/>
                  <a:pt x="4455208" y="0"/>
                </a:cubicBezTo>
                <a:cubicBezTo>
                  <a:pt x="4522974" y="955335"/>
                  <a:pt x="4568344" y="2244446"/>
                  <a:pt x="4455208" y="3005951"/>
                </a:cubicBezTo>
                <a:cubicBezTo>
                  <a:pt x="2705387" y="2840213"/>
                  <a:pt x="551885" y="3140383"/>
                  <a:pt x="0" y="3005951"/>
                </a:cubicBezTo>
                <a:cubicBezTo>
                  <a:pt x="-18077" y="2584252"/>
                  <a:pt x="-50488" y="48349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218838238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Reihen werden nacheinander abgerechnet, immer mit Reihe 1 beginnend. Aktuelle Reihe wird hervorgehoben #21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Hinweisfenster #13 zeigt ebenfalls an in welcher Reihe wir uns gerade befinden und was zu tun ist.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Reihe anklicken und dann valide Position auf der Kuppelplatte #35 wählen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Wenn alle Reihen abgeschlossen sind erscheint #H2 im Bereich von #13. Gibt das OK #36 für die KI fortzufahren.  </a:t>
            </a:r>
          </a:p>
          <a:p>
            <a:pPr>
              <a:spcAft>
                <a:spcPts val="400"/>
              </a:spcAft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12" name="Marker 7">
            <a:extLst>
              <a:ext uri="{FF2B5EF4-FFF2-40B4-BE49-F238E27FC236}">
                <a16:creationId xmlns:a16="http://schemas.microsoft.com/office/drawing/2014/main" id="{D090C9BF-0497-0C30-A028-46321CB8DF40}"/>
              </a:ext>
            </a:extLst>
          </p:cNvPr>
          <p:cNvSpPr/>
          <p:nvPr/>
        </p:nvSpPr>
        <p:spPr>
          <a:xfrm>
            <a:off x="11237509" y="251358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4" name="Marker 7">
            <a:extLst>
              <a:ext uri="{FF2B5EF4-FFF2-40B4-BE49-F238E27FC236}">
                <a16:creationId xmlns:a16="http://schemas.microsoft.com/office/drawing/2014/main" id="{1E953922-3CD5-95E0-6078-BDBF0D5B30DF}"/>
              </a:ext>
            </a:extLst>
          </p:cNvPr>
          <p:cNvSpPr/>
          <p:nvPr/>
        </p:nvSpPr>
        <p:spPr>
          <a:xfrm>
            <a:off x="5903629" y="223724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35</a:t>
            </a:r>
            <a:endParaRPr sz="1400" b="1" dirty="0">
              <a:solidFill>
                <a:srgbClr val="FFFFFF"/>
              </a:solidFill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54655349-2B85-F05B-50CE-3728CB8C2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26" y="3291586"/>
            <a:ext cx="2372056" cy="1362265"/>
          </a:xfrm>
          <a:prstGeom prst="rect">
            <a:avLst/>
          </a:prstGeom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8" name="Marker 7">
            <a:extLst>
              <a:ext uri="{FF2B5EF4-FFF2-40B4-BE49-F238E27FC236}">
                <a16:creationId xmlns:a16="http://schemas.microsoft.com/office/drawing/2014/main" id="{D7F766F2-8ABA-3EBC-070E-35AD29A4E25B}"/>
              </a:ext>
            </a:extLst>
          </p:cNvPr>
          <p:cNvSpPr/>
          <p:nvPr/>
        </p:nvSpPr>
        <p:spPr>
          <a:xfrm>
            <a:off x="12483882" y="3380576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H2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0" name="Marker 7">
            <a:extLst>
              <a:ext uri="{FF2B5EF4-FFF2-40B4-BE49-F238E27FC236}">
                <a16:creationId xmlns:a16="http://schemas.microsoft.com/office/drawing/2014/main" id="{CF3D2567-5B64-3518-0F4F-E13DA646A129}"/>
              </a:ext>
            </a:extLst>
          </p:cNvPr>
          <p:cNvSpPr/>
          <p:nvPr/>
        </p:nvSpPr>
        <p:spPr>
          <a:xfrm>
            <a:off x="12509706" y="429967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36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453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FDD0DDD-EC01-0CA5-C926-9B661FCF1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206" y="2194312"/>
            <a:ext cx="8849960" cy="3591426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7C35F62E-6C1B-AC89-2936-81BAF9694279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2 – Detail: Bonusplättchen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3E01707-8124-68B6-2E3D-623AF5582A22}"/>
              </a:ext>
            </a:extLst>
          </p:cNvPr>
          <p:cNvSpPr txBox="1"/>
          <p:nvPr/>
        </p:nvSpPr>
        <p:spPr>
          <a:xfrm>
            <a:off x="512894" y="3666395"/>
            <a:ext cx="4455208" cy="1918474"/>
          </a:xfrm>
          <a:custGeom>
            <a:avLst/>
            <a:gdLst>
              <a:gd name="csX0" fmla="*/ 0 w 4455208"/>
              <a:gd name="csY0" fmla="*/ 0 h 1918474"/>
              <a:gd name="csX1" fmla="*/ 4455208 w 4455208"/>
              <a:gd name="csY1" fmla="*/ 0 h 1918474"/>
              <a:gd name="csX2" fmla="*/ 4455208 w 4455208"/>
              <a:gd name="csY2" fmla="*/ 1918474 h 1918474"/>
              <a:gd name="csX3" fmla="*/ 0 w 4455208"/>
              <a:gd name="csY3" fmla="*/ 1918474 h 1918474"/>
              <a:gd name="csX4" fmla="*/ 0 w 4455208"/>
              <a:gd name="csY4" fmla="*/ 0 h 19184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208" h="1918474" fill="none" extrusionOk="0">
                <a:moveTo>
                  <a:pt x="0" y="0"/>
                </a:moveTo>
                <a:cubicBezTo>
                  <a:pt x="1249259" y="-143182"/>
                  <a:pt x="3504344" y="-123185"/>
                  <a:pt x="4455208" y="0"/>
                </a:cubicBezTo>
                <a:cubicBezTo>
                  <a:pt x="4621038" y="447380"/>
                  <a:pt x="4358757" y="1652598"/>
                  <a:pt x="4455208" y="1918474"/>
                </a:cubicBezTo>
                <a:cubicBezTo>
                  <a:pt x="2482747" y="1877417"/>
                  <a:pt x="1471973" y="1818088"/>
                  <a:pt x="0" y="1918474"/>
                </a:cubicBezTo>
                <a:cubicBezTo>
                  <a:pt x="-150974" y="1128614"/>
                  <a:pt x="12648" y="367010"/>
                  <a:pt x="0" y="0"/>
                </a:cubicBezTo>
                <a:close/>
              </a:path>
              <a:path w="4455208" h="1918474" stroke="0" extrusionOk="0">
                <a:moveTo>
                  <a:pt x="0" y="0"/>
                </a:moveTo>
                <a:cubicBezTo>
                  <a:pt x="635919" y="-118874"/>
                  <a:pt x="2238219" y="84730"/>
                  <a:pt x="4455208" y="0"/>
                </a:cubicBezTo>
                <a:cubicBezTo>
                  <a:pt x="4522974" y="484857"/>
                  <a:pt x="4568344" y="1658009"/>
                  <a:pt x="4455208" y="1918474"/>
                </a:cubicBezTo>
                <a:cubicBezTo>
                  <a:pt x="2705387" y="1752736"/>
                  <a:pt x="551885" y="2052906"/>
                  <a:pt x="0" y="1918474"/>
                </a:cubicBezTo>
                <a:cubicBezTo>
                  <a:pt x="-18077" y="1084524"/>
                  <a:pt x="-50488" y="31138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218838238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Bereich der Bonuschips #25 wird auswählbar wenn eine Musterreihe mit Bonuschips aufgefüllt werden kann (Tauschregel: 2 von gleicher Farbe oder 3 von jeder Farbe.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Auffüllen mit Bonuschips lässt sich auch überspringen für die jeweilige Reihe</a:t>
            </a:r>
          </a:p>
          <a:p>
            <a:pPr>
              <a:spcAft>
                <a:spcPts val="400"/>
              </a:spcAft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F548CB97-6201-917D-0CAC-0559EED2BD2E}"/>
              </a:ext>
            </a:extLst>
          </p:cNvPr>
          <p:cNvSpPr/>
          <p:nvPr/>
        </p:nvSpPr>
        <p:spPr>
          <a:xfrm>
            <a:off x="5617759" y="430246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37D3848C-0E0D-F117-6789-30E7657A1D4A}"/>
              </a:ext>
            </a:extLst>
          </p:cNvPr>
          <p:cNvSpPr/>
          <p:nvPr/>
        </p:nvSpPr>
        <p:spPr>
          <a:xfrm>
            <a:off x="7213806" y="5041130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37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578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0FB8E04-7CA3-E536-7851-4E69F4E859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91537" y="1195844"/>
            <a:ext cx="4346864" cy="4829849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5" name="Marker 7">
            <a:extLst>
              <a:ext uri="{FF2B5EF4-FFF2-40B4-BE49-F238E27FC236}">
                <a16:creationId xmlns:a16="http://schemas.microsoft.com/office/drawing/2014/main" id="{789E5C9E-F44A-BDD1-66D6-AC5340F32C31}"/>
              </a:ext>
            </a:extLst>
          </p:cNvPr>
          <p:cNvSpPr/>
          <p:nvPr/>
        </p:nvSpPr>
        <p:spPr>
          <a:xfrm>
            <a:off x="2855919" y="1651731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37DEF1A7-D870-BE88-F4EB-68A9AB6BF19D}"/>
              </a:ext>
            </a:extLst>
          </p:cNvPr>
          <p:cNvSpPr/>
          <p:nvPr/>
        </p:nvSpPr>
        <p:spPr>
          <a:xfrm>
            <a:off x="6937461" y="2831330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38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2919ED9B-ED2E-B249-0631-96895A6DDC39}"/>
              </a:ext>
            </a:extLst>
          </p:cNvPr>
          <p:cNvSpPr/>
          <p:nvPr/>
        </p:nvSpPr>
        <p:spPr>
          <a:xfrm>
            <a:off x="6441221" y="3610768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39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B647C745-C66D-9951-95A4-603E075BA0BA}"/>
              </a:ext>
            </a:extLst>
          </p:cNvPr>
          <p:cNvSpPr/>
          <p:nvPr/>
        </p:nvSpPr>
        <p:spPr>
          <a:xfrm>
            <a:off x="6593621" y="4039513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40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00FEBC-EFF3-5D20-D6DE-69314FEB60D0}"/>
              </a:ext>
            </a:extLst>
          </p:cNvPr>
          <p:cNvSpPr txBox="1"/>
          <p:nvPr/>
        </p:nvSpPr>
        <p:spPr>
          <a:xfrm>
            <a:off x="8367831" y="2350792"/>
            <a:ext cx="4455208" cy="2318583"/>
          </a:xfrm>
          <a:prstGeom prst="rect">
            <a:avLst/>
          </a:prstGeom>
          <a:solidFill>
            <a:schemeClr val="bg1"/>
          </a:solidFill>
          <a:ln w="28575">
            <a:noFill/>
            <a:extLst>
              <a:ext uri="{C807C97D-BFC1-408E-A445-0C87EB9F89A2}">
                <ask:lineSketchStyleProps xmlns:ask="http://schemas.microsoft.com/office/drawing/2018/sketchyshapes" sd="2188382381">
                  <a:custGeom>
                    <a:avLst/>
                    <a:gdLst>
                      <a:gd name="csX0" fmla="*/ 0 w 4455208"/>
                      <a:gd name="csY0" fmla="*/ 0 h 2318583"/>
                      <a:gd name="csX1" fmla="*/ 4455208 w 4455208"/>
                      <a:gd name="csY1" fmla="*/ 0 h 2318583"/>
                      <a:gd name="csX2" fmla="*/ 4455208 w 4455208"/>
                      <a:gd name="csY2" fmla="*/ 2318583 h 2318583"/>
                      <a:gd name="csX3" fmla="*/ 0 w 4455208"/>
                      <a:gd name="csY3" fmla="*/ 2318583 h 2318583"/>
                      <a:gd name="csX4" fmla="*/ 0 w 4455208"/>
                      <a:gd name="csY4" fmla="*/ 0 h 231858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455208" h="2318583" fill="none" extrusionOk="0">
                        <a:moveTo>
                          <a:pt x="0" y="0"/>
                        </a:moveTo>
                        <a:cubicBezTo>
                          <a:pt x="1249259" y="-143182"/>
                          <a:pt x="3504344" y="-123185"/>
                          <a:pt x="4455208" y="0"/>
                        </a:cubicBezTo>
                        <a:cubicBezTo>
                          <a:pt x="4621038" y="360816"/>
                          <a:pt x="4358757" y="1799679"/>
                          <a:pt x="4455208" y="2318583"/>
                        </a:cubicBezTo>
                        <a:cubicBezTo>
                          <a:pt x="2482747" y="2277526"/>
                          <a:pt x="1471973" y="2218197"/>
                          <a:pt x="0" y="2318583"/>
                        </a:cubicBezTo>
                        <a:cubicBezTo>
                          <a:pt x="-150974" y="1603487"/>
                          <a:pt x="12648" y="881775"/>
                          <a:pt x="0" y="0"/>
                        </a:cubicBezTo>
                        <a:close/>
                      </a:path>
                      <a:path w="4455208" h="2318583" stroke="0" extrusionOk="0">
                        <a:moveTo>
                          <a:pt x="0" y="0"/>
                        </a:moveTo>
                        <a:cubicBezTo>
                          <a:pt x="635919" y="-118874"/>
                          <a:pt x="2238219" y="84730"/>
                          <a:pt x="4455208" y="0"/>
                        </a:cubicBezTo>
                        <a:cubicBezTo>
                          <a:pt x="4522974" y="578724"/>
                          <a:pt x="4568344" y="1559887"/>
                          <a:pt x="4455208" y="2318583"/>
                        </a:cubicBezTo>
                        <a:cubicBezTo>
                          <a:pt x="2705387" y="2152845"/>
                          <a:pt x="551885" y="2453015"/>
                          <a:pt x="0" y="2318583"/>
                        </a:cubicBezTo>
                        <a:cubicBezTo>
                          <a:pt x="-18077" y="1789189"/>
                          <a:pt x="-50488" y="105530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Verfügbare Plättchen #38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Welche Plättchen sind gerade in Verwendung #39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Akzeptieren/Abbrechen dieser Auswahl #40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Es können mehre Fliesen über die Bonuschips aktiviert werden #41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Bestätigen oder Abbruch #42</a:t>
            </a:r>
          </a:p>
          <a:p>
            <a:pPr>
              <a:spcAft>
                <a:spcPts val="400"/>
              </a:spcAft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15" name="Marker 7">
            <a:extLst>
              <a:ext uri="{FF2B5EF4-FFF2-40B4-BE49-F238E27FC236}">
                <a16:creationId xmlns:a16="http://schemas.microsoft.com/office/drawing/2014/main" id="{5D76DD9A-4496-B071-25B8-ED496C6A046B}"/>
              </a:ext>
            </a:extLst>
          </p:cNvPr>
          <p:cNvSpPr/>
          <p:nvPr/>
        </p:nvSpPr>
        <p:spPr>
          <a:xfrm>
            <a:off x="5964971" y="463925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7" name="Marker 7">
            <a:extLst>
              <a:ext uri="{FF2B5EF4-FFF2-40B4-BE49-F238E27FC236}">
                <a16:creationId xmlns:a16="http://schemas.microsoft.com/office/drawing/2014/main" id="{5985DD78-573D-1439-730C-29B6FEF78538}"/>
              </a:ext>
            </a:extLst>
          </p:cNvPr>
          <p:cNvSpPr/>
          <p:nvPr/>
        </p:nvSpPr>
        <p:spPr>
          <a:xfrm>
            <a:off x="6215182" y="533247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42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65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hauptansicht.png"/>
          <p:cNvPicPr>
            <a:picLocks noChangeAspect="1"/>
          </p:cNvPicPr>
          <p:nvPr/>
        </p:nvPicPr>
        <p:blipFill>
          <a:blip r:embed="rId2"/>
          <a:srcRect b="33263"/>
          <a:stretch>
            <a:fillRect/>
          </a:stretch>
        </p:blipFill>
        <p:spPr>
          <a:xfrm>
            <a:off x="410245" y="366598"/>
            <a:ext cx="12191695" cy="5153023"/>
          </a:xfrm>
          <a:prstGeom prst="rect">
            <a:avLst/>
          </a:prstGeom>
        </p:spPr>
      </p:pic>
      <p:sp>
        <p:nvSpPr>
          <p:cNvPr id="3" name="Marker 1"/>
          <p:cNvSpPr/>
          <p:nvPr/>
        </p:nvSpPr>
        <p:spPr>
          <a:xfrm>
            <a:off x="9716573" y="447877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Marker 2"/>
          <p:cNvSpPr/>
          <p:nvPr/>
        </p:nvSpPr>
        <p:spPr>
          <a:xfrm>
            <a:off x="10504969" y="447877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Marker 3"/>
          <p:cNvSpPr/>
          <p:nvPr/>
        </p:nvSpPr>
        <p:spPr>
          <a:xfrm>
            <a:off x="11390899" y="447877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Marker 4"/>
          <p:cNvSpPr/>
          <p:nvPr/>
        </p:nvSpPr>
        <p:spPr>
          <a:xfrm>
            <a:off x="12130528" y="447877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Marker 6"/>
          <p:cNvSpPr/>
          <p:nvPr/>
        </p:nvSpPr>
        <p:spPr>
          <a:xfrm>
            <a:off x="8139780" y="78111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Marker 7"/>
          <p:cNvSpPr/>
          <p:nvPr/>
        </p:nvSpPr>
        <p:spPr>
          <a:xfrm>
            <a:off x="4474143" y="146385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Marker 8"/>
          <p:cNvSpPr/>
          <p:nvPr/>
        </p:nvSpPr>
        <p:spPr>
          <a:xfrm>
            <a:off x="4335971" y="188649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" name="Marker 9"/>
          <p:cNvSpPr/>
          <p:nvPr/>
        </p:nvSpPr>
        <p:spPr>
          <a:xfrm>
            <a:off x="5880252" y="193526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1" name="Marker 10"/>
          <p:cNvSpPr/>
          <p:nvPr/>
        </p:nvSpPr>
        <p:spPr>
          <a:xfrm>
            <a:off x="7440789" y="140695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2" name="Marker 11"/>
          <p:cNvSpPr/>
          <p:nvPr/>
        </p:nvSpPr>
        <p:spPr>
          <a:xfrm>
            <a:off x="9432099" y="764861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3" name="Marker 12"/>
          <p:cNvSpPr/>
          <p:nvPr/>
        </p:nvSpPr>
        <p:spPr>
          <a:xfrm>
            <a:off x="12219934" y="78111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4" name="Marker 13"/>
          <p:cNvSpPr/>
          <p:nvPr/>
        </p:nvSpPr>
        <p:spPr>
          <a:xfrm>
            <a:off x="10919486" y="104120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5" name="Marker 14"/>
          <p:cNvSpPr/>
          <p:nvPr/>
        </p:nvSpPr>
        <p:spPr>
          <a:xfrm>
            <a:off x="11488432" y="152887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6" name="Marker 15"/>
          <p:cNvSpPr/>
          <p:nvPr/>
        </p:nvSpPr>
        <p:spPr>
          <a:xfrm>
            <a:off x="10838208" y="2593615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7" name="Marker 16"/>
          <p:cNvSpPr/>
          <p:nvPr/>
        </p:nvSpPr>
        <p:spPr>
          <a:xfrm>
            <a:off x="10838208" y="3349500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8" name="Bereich 5"/>
          <p:cNvSpPr/>
          <p:nvPr/>
        </p:nvSpPr>
        <p:spPr>
          <a:xfrm>
            <a:off x="459011" y="789243"/>
            <a:ext cx="8005879" cy="2235144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ker 5"/>
          <p:cNvSpPr/>
          <p:nvPr/>
        </p:nvSpPr>
        <p:spPr>
          <a:xfrm>
            <a:off x="337095" y="667328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87" y="5519621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A1A1A"/>
                </a:solidFill>
              </a:rPr>
              <a:t>1) </a:t>
            </a:r>
            <a:r>
              <a:rPr sz="2000" b="1" dirty="0" err="1">
                <a:solidFill>
                  <a:srgbClr val="1A1A1A"/>
                </a:solidFill>
              </a:rPr>
              <a:t>Hauptansicht</a:t>
            </a:r>
            <a:r>
              <a:rPr sz="2000" b="1" dirty="0">
                <a:solidFill>
                  <a:srgbClr val="1A1A1A"/>
                </a:solidFill>
              </a:rPr>
              <a:t> -- Drafting-Phase (Runde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715" y="6443699"/>
            <a:ext cx="5638647" cy="2482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  </a:t>
            </a:r>
            <a:r>
              <a:rPr sz="1100" dirty="0" err="1">
                <a:solidFill>
                  <a:srgbClr val="1A1A1A"/>
                </a:solidFill>
              </a:rPr>
              <a:t>Neues</a:t>
            </a:r>
            <a:r>
              <a:rPr sz="1100" dirty="0">
                <a:solidFill>
                  <a:srgbClr val="1A1A1A"/>
                </a:solidFill>
              </a:rPr>
              <a:t> Spiel </a:t>
            </a:r>
            <a:r>
              <a:rPr sz="1100" dirty="0" err="1">
                <a:solidFill>
                  <a:srgbClr val="1A1A1A"/>
                </a:solidFill>
              </a:rPr>
              <a:t>starten</a:t>
            </a:r>
            <a:r>
              <a:rPr sz="1100" dirty="0">
                <a:solidFill>
                  <a:srgbClr val="1A1A1A"/>
                </a:solidFill>
              </a:rPr>
              <a:t> -- Gegner (KI/Mensch), </a:t>
            </a:r>
            <a:r>
              <a:rPr sz="1100" dirty="0" err="1">
                <a:solidFill>
                  <a:srgbClr val="1A1A1A"/>
                </a:solidFill>
              </a:rPr>
              <a:t>Staerke</a:t>
            </a:r>
            <a:r>
              <a:rPr sz="1100" dirty="0">
                <a:solidFill>
                  <a:srgbClr val="1A1A1A"/>
                </a:solidFill>
              </a:rPr>
              <a:t> (</a:t>
            </a:r>
            <a:r>
              <a:rPr sz="1100" dirty="0" err="1">
                <a:solidFill>
                  <a:srgbClr val="1A1A1A"/>
                </a:solidFill>
              </a:rPr>
              <a:t>Simulationen</a:t>
            </a:r>
            <a:r>
              <a:rPr sz="1100" dirty="0">
                <a:solidFill>
                  <a:srgbClr val="1A1A1A"/>
                </a:solidFill>
              </a:rPr>
              <a:t>), </a:t>
            </a:r>
            <a:r>
              <a:rPr sz="1100" dirty="0" err="1">
                <a:solidFill>
                  <a:srgbClr val="1A1A1A"/>
                </a:solidFill>
              </a:rPr>
              <a:t>Startspieler</a:t>
            </a:r>
            <a:r>
              <a:rPr sz="1100" dirty="0">
                <a:solidFill>
                  <a:srgbClr val="1A1A1A"/>
                </a:solidFill>
              </a:rPr>
              <a:t> und Seed </a:t>
            </a:r>
            <a:r>
              <a:rPr sz="1100" dirty="0" err="1">
                <a:solidFill>
                  <a:srgbClr val="1A1A1A"/>
                </a:solidFill>
              </a:rPr>
              <a:t>einstellen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2  </a:t>
            </a:r>
            <a:r>
              <a:rPr sz="1100" dirty="0" err="1">
                <a:solidFill>
                  <a:srgbClr val="1A1A1A"/>
                </a:solidFill>
              </a:rPr>
              <a:t>Aktive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Ziele</a:t>
            </a:r>
            <a:r>
              <a:rPr sz="1100" dirty="0">
                <a:solidFill>
                  <a:srgbClr val="1A1A1A"/>
                </a:solidFill>
              </a:rPr>
              <a:t> -- </a:t>
            </a:r>
            <a:r>
              <a:rPr sz="1100" dirty="0" err="1">
                <a:solidFill>
                  <a:srgbClr val="1A1A1A"/>
                </a:solidFill>
              </a:rPr>
              <a:t>zeigt</a:t>
            </a:r>
            <a:r>
              <a:rPr sz="1100" dirty="0">
                <a:solidFill>
                  <a:srgbClr val="1A1A1A"/>
                </a:solidFill>
              </a:rPr>
              <a:t> die 3 </a:t>
            </a:r>
            <a:r>
              <a:rPr sz="1100" dirty="0" err="1">
                <a:solidFill>
                  <a:srgbClr val="1A1A1A"/>
                </a:solidFill>
              </a:rPr>
              <a:t>gewaehlten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Wertungsplatten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dieser</a:t>
            </a:r>
            <a:r>
              <a:rPr sz="1100" dirty="0">
                <a:solidFill>
                  <a:srgbClr val="1A1A1A"/>
                </a:solidFill>
              </a:rPr>
              <a:t> Partie </a:t>
            </a:r>
            <a:r>
              <a:rPr sz="1100" dirty="0" err="1">
                <a:solidFill>
                  <a:srgbClr val="1A1A1A"/>
                </a:solidFill>
              </a:rPr>
              <a:t>noch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einmal</a:t>
            </a:r>
            <a:r>
              <a:rPr sz="1100" dirty="0">
                <a:solidFill>
                  <a:srgbClr val="1A1A1A"/>
                </a:solidFill>
              </a:rPr>
              <a:t> gross an.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3  </a:t>
            </a:r>
            <a:r>
              <a:rPr sz="1100" dirty="0">
                <a:solidFill>
                  <a:srgbClr val="1A1A1A"/>
                </a:solidFill>
              </a:rPr>
              <a:t>KI-Debugger -- </a:t>
            </a:r>
            <a:r>
              <a:rPr sz="1100" dirty="0" err="1">
                <a:solidFill>
                  <a:srgbClr val="1A1A1A"/>
                </a:solidFill>
              </a:rPr>
              <a:t>Analysefenster</a:t>
            </a:r>
            <a:r>
              <a:rPr sz="1100" dirty="0">
                <a:solidFill>
                  <a:srgbClr val="1A1A1A"/>
                </a:solidFill>
              </a:rPr>
              <a:t> der </a:t>
            </a:r>
            <a:r>
              <a:rPr sz="1100" dirty="0" err="1">
                <a:solidFill>
                  <a:srgbClr val="1A1A1A"/>
                </a:solidFill>
              </a:rPr>
              <a:t>Kuenstlichen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Intelligenz</a:t>
            </a:r>
            <a:r>
              <a:rPr sz="1100" dirty="0">
                <a:solidFill>
                  <a:srgbClr val="1A1A1A"/>
                </a:solidFill>
              </a:rPr>
              <a:t> (</a:t>
            </a:r>
            <a:r>
              <a:rPr sz="1100" dirty="0" err="1">
                <a:solidFill>
                  <a:srgbClr val="1A1A1A"/>
                </a:solidFill>
              </a:rPr>
              <a:t>fuer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Fortgeschrittene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kann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ausgeblendet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werden</a:t>
            </a:r>
            <a:r>
              <a:rPr sz="1100" dirty="0">
                <a:solidFill>
                  <a:srgbClr val="1A1A1A"/>
                </a:solidFill>
              </a:rPr>
              <a:t>).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4  </a:t>
            </a:r>
            <a:r>
              <a:rPr sz="1100" dirty="0">
                <a:solidFill>
                  <a:srgbClr val="1A1A1A"/>
                </a:solidFill>
              </a:rPr>
              <a:t>Spiel-Log der </a:t>
            </a:r>
            <a:r>
              <a:rPr sz="1100" dirty="0" err="1">
                <a:solidFill>
                  <a:srgbClr val="1A1A1A"/>
                </a:solidFill>
              </a:rPr>
              <a:t>aktuellen</a:t>
            </a:r>
            <a:r>
              <a:rPr sz="1100" dirty="0">
                <a:solidFill>
                  <a:srgbClr val="1A1A1A"/>
                </a:solidFill>
              </a:rPr>
              <a:t> Partie </a:t>
            </a:r>
            <a:r>
              <a:rPr sz="1100" dirty="0" err="1">
                <a:solidFill>
                  <a:srgbClr val="1A1A1A"/>
                </a:solidFill>
              </a:rPr>
              <a:t>als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Datei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herunterladen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5  </a:t>
            </a:r>
            <a:r>
              <a:rPr sz="1100" dirty="0" err="1">
                <a:solidFill>
                  <a:srgbClr val="1A1A1A"/>
                </a:solidFill>
              </a:rPr>
              <a:t>Aktiver</a:t>
            </a:r>
            <a:r>
              <a:rPr sz="1100" dirty="0">
                <a:solidFill>
                  <a:srgbClr val="1A1A1A"/>
                </a:solidFill>
              </a:rPr>
              <a:t> Spieler -- </a:t>
            </a:r>
            <a:r>
              <a:rPr sz="1100" dirty="0" err="1">
                <a:solidFill>
                  <a:srgbClr val="1A1A1A"/>
                </a:solidFill>
              </a:rPr>
              <a:t>blauer</a:t>
            </a:r>
            <a:r>
              <a:rPr sz="1100" dirty="0">
                <a:solidFill>
                  <a:srgbClr val="1A1A1A"/>
                </a:solidFill>
              </a:rPr>
              <a:t> Rahmen </a:t>
            </a:r>
            <a:r>
              <a:rPr sz="1100" dirty="0" err="1">
                <a:solidFill>
                  <a:srgbClr val="1A1A1A"/>
                </a:solidFill>
              </a:rPr>
              <a:t>zeigt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wer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gerade</a:t>
            </a:r>
            <a:r>
              <a:rPr sz="1100" dirty="0">
                <a:solidFill>
                  <a:srgbClr val="1A1A1A"/>
                </a:solidFill>
              </a:rPr>
              <a:t> am Zug </a:t>
            </a:r>
            <a:r>
              <a:rPr sz="1100" dirty="0" err="1">
                <a:solidFill>
                  <a:srgbClr val="1A1A1A"/>
                </a:solidFill>
              </a:rPr>
              <a:t>ist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6  </a:t>
            </a:r>
            <a:r>
              <a:rPr sz="1100" dirty="0" err="1">
                <a:solidFill>
                  <a:srgbClr val="1A1A1A"/>
                </a:solidFill>
              </a:rPr>
              <a:t>Punktestand</a:t>
            </a:r>
            <a:r>
              <a:rPr sz="1100" dirty="0">
                <a:solidFill>
                  <a:srgbClr val="1A1A1A"/>
                </a:solidFill>
              </a:rPr>
              <a:t> -- in </a:t>
            </a:r>
            <a:r>
              <a:rPr sz="1100" dirty="0" err="1">
                <a:solidFill>
                  <a:srgbClr val="1A1A1A"/>
                </a:solidFill>
              </a:rPr>
              <a:t>Klammern</a:t>
            </a:r>
            <a:r>
              <a:rPr sz="1100" dirty="0">
                <a:solidFill>
                  <a:srgbClr val="1A1A1A"/>
                </a:solidFill>
              </a:rPr>
              <a:t> die </a:t>
            </a:r>
            <a:r>
              <a:rPr sz="1100" dirty="0" err="1">
                <a:solidFill>
                  <a:srgbClr val="1A1A1A"/>
                </a:solidFill>
              </a:rPr>
              <a:t>fuer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diese</a:t>
            </a:r>
            <a:r>
              <a:rPr sz="1100" dirty="0">
                <a:solidFill>
                  <a:srgbClr val="1A1A1A"/>
                </a:solidFill>
              </a:rPr>
              <a:t> Runde </a:t>
            </a:r>
            <a:r>
              <a:rPr sz="1100" dirty="0" err="1">
                <a:solidFill>
                  <a:srgbClr val="1A1A1A"/>
                </a:solidFill>
              </a:rPr>
              <a:t>geschaetzten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Zusatzpunkte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7  </a:t>
            </a:r>
            <a:r>
              <a:rPr sz="1100" dirty="0" err="1">
                <a:solidFill>
                  <a:srgbClr val="1A1A1A"/>
                </a:solidFill>
              </a:rPr>
              <a:t>Strafleiste</a:t>
            </a:r>
            <a:r>
              <a:rPr sz="1100" dirty="0">
                <a:solidFill>
                  <a:srgbClr val="1A1A1A"/>
                </a:solidFill>
              </a:rPr>
              <a:t> („</a:t>
            </a:r>
            <a:r>
              <a:rPr sz="1100" dirty="0" err="1">
                <a:solidFill>
                  <a:srgbClr val="1A1A1A"/>
                </a:solidFill>
              </a:rPr>
              <a:t>Zerbrochene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Fliesen</a:t>
            </a:r>
            <a:r>
              <a:rPr sz="1100" dirty="0">
                <a:solidFill>
                  <a:srgbClr val="1A1A1A"/>
                </a:solidFill>
              </a:rPr>
              <a:t>“) -- </a:t>
            </a:r>
            <a:r>
              <a:rPr sz="1100" dirty="0" err="1">
                <a:solidFill>
                  <a:srgbClr val="1A1A1A"/>
                </a:solidFill>
              </a:rPr>
              <a:t>ueberzaehlige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Fliesen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landen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hier</a:t>
            </a:r>
            <a:r>
              <a:rPr sz="1100" dirty="0">
                <a:solidFill>
                  <a:srgbClr val="1A1A1A"/>
                </a:solidFill>
              </a:rPr>
              <a:t>: -1 bis -4 </a:t>
            </a:r>
            <a:r>
              <a:rPr sz="1100" dirty="0" err="1">
                <a:solidFill>
                  <a:srgbClr val="1A1A1A"/>
                </a:solidFill>
              </a:rPr>
              <a:t>Punkte</a:t>
            </a:r>
            <a:r>
              <a:rPr sz="1100" dirty="0">
                <a:solidFill>
                  <a:srgbClr val="1A1A1A"/>
                </a:solidFill>
              </a:rPr>
              <a:t> am </a:t>
            </a:r>
            <a:r>
              <a:rPr sz="1100" dirty="0" err="1">
                <a:solidFill>
                  <a:srgbClr val="1A1A1A"/>
                </a:solidFill>
              </a:rPr>
              <a:t>Rundenende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8  </a:t>
            </a:r>
            <a:r>
              <a:rPr sz="1100" dirty="0" err="1">
                <a:solidFill>
                  <a:srgbClr val="1A1A1A"/>
                </a:solidFill>
              </a:rPr>
              <a:t>Bonuschips</a:t>
            </a:r>
            <a:r>
              <a:rPr sz="1100" dirty="0">
                <a:solidFill>
                  <a:srgbClr val="1A1A1A"/>
                </a:solidFill>
              </a:rPr>
              <a:t>-Kasten -- </a:t>
            </a:r>
            <a:r>
              <a:rPr sz="1100" dirty="0" err="1">
                <a:solidFill>
                  <a:srgbClr val="1A1A1A"/>
                </a:solidFill>
              </a:rPr>
              <a:t>gesammelte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Bonusplaettchen</a:t>
            </a:r>
            <a:r>
              <a:rPr sz="1100" dirty="0">
                <a:solidFill>
                  <a:srgbClr val="1A1A1A"/>
                </a:solidFill>
              </a:rPr>
              <a:t>. </a:t>
            </a:r>
            <a:r>
              <a:rPr sz="1100" dirty="0" err="1">
                <a:solidFill>
                  <a:srgbClr val="1A1A1A"/>
                </a:solidFill>
              </a:rPr>
              <a:t>Leuchtet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farbig</a:t>
            </a:r>
            <a:r>
              <a:rPr sz="1100" dirty="0">
                <a:solidFill>
                  <a:srgbClr val="1A1A1A"/>
                </a:solidFill>
              </a:rPr>
              <a:t> und </a:t>
            </a:r>
            <a:r>
              <a:rPr sz="1100" dirty="0" err="1">
                <a:solidFill>
                  <a:srgbClr val="1A1A1A"/>
                </a:solidFill>
              </a:rPr>
              <a:t>wird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klickbar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sobald</a:t>
            </a:r>
            <a:r>
              <a:rPr sz="1100" dirty="0">
                <a:solidFill>
                  <a:srgbClr val="1A1A1A"/>
                </a:solidFill>
              </a:rPr>
              <a:t> man </a:t>
            </a:r>
            <a:r>
              <a:rPr sz="1100" dirty="0" err="1">
                <a:solidFill>
                  <a:srgbClr val="1A1A1A"/>
                </a:solidFill>
              </a:rPr>
              <a:t>damit</a:t>
            </a:r>
            <a:r>
              <a:rPr sz="1100" dirty="0">
                <a:solidFill>
                  <a:srgbClr val="1A1A1A"/>
                </a:solidFill>
              </a:rPr>
              <a:t> die </a:t>
            </a:r>
            <a:r>
              <a:rPr sz="1100" dirty="0" err="1">
                <a:solidFill>
                  <a:srgbClr val="1A1A1A"/>
                </a:solidFill>
              </a:rPr>
              <a:t>faellige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Musterreihe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vervollstaendigen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kann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428" y="6393480"/>
            <a:ext cx="5638647" cy="2482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9  </a:t>
            </a:r>
            <a:r>
              <a:rPr sz="1100" dirty="0" err="1">
                <a:solidFill>
                  <a:srgbClr val="1A1A1A"/>
                </a:solidFill>
              </a:rPr>
              <a:t>Musterreihen</a:t>
            </a:r>
            <a:r>
              <a:rPr sz="1100" dirty="0">
                <a:solidFill>
                  <a:srgbClr val="1A1A1A"/>
                </a:solidFill>
              </a:rPr>
              <a:t> (1-6) -- </a:t>
            </a:r>
            <a:r>
              <a:rPr sz="1100" dirty="0" err="1">
                <a:solidFill>
                  <a:srgbClr val="1A1A1A"/>
                </a:solidFill>
              </a:rPr>
              <a:t>hier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genommene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Fliesen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ablegen</a:t>
            </a:r>
            <a:r>
              <a:rPr sz="1100" dirty="0">
                <a:solidFill>
                  <a:srgbClr val="1A1A1A"/>
                </a:solidFill>
              </a:rPr>
              <a:t>. </a:t>
            </a:r>
            <a:r>
              <a:rPr sz="1100" dirty="0" err="1">
                <a:solidFill>
                  <a:srgbClr val="1A1A1A"/>
                </a:solidFill>
              </a:rPr>
              <a:t>Kapazitaet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waechst</a:t>
            </a:r>
            <a:r>
              <a:rPr sz="1100" dirty="0">
                <a:solidFill>
                  <a:srgbClr val="1A1A1A"/>
                </a:solidFill>
              </a:rPr>
              <a:t> von 1 (</a:t>
            </a:r>
            <a:r>
              <a:rPr sz="1100" dirty="0" err="1">
                <a:solidFill>
                  <a:srgbClr val="1A1A1A"/>
                </a:solidFill>
              </a:rPr>
              <a:t>oben</a:t>
            </a:r>
            <a:r>
              <a:rPr sz="1100" dirty="0">
                <a:solidFill>
                  <a:srgbClr val="1A1A1A"/>
                </a:solidFill>
              </a:rPr>
              <a:t>) bis 6 (</a:t>
            </a:r>
            <a:r>
              <a:rPr sz="1100" dirty="0" err="1">
                <a:solidFill>
                  <a:srgbClr val="1A1A1A"/>
                </a:solidFill>
              </a:rPr>
              <a:t>unten</a:t>
            </a:r>
            <a:r>
              <a:rPr sz="1100" dirty="0">
                <a:solidFill>
                  <a:srgbClr val="1A1A1A"/>
                </a:solidFill>
              </a:rPr>
              <a:t>); </a:t>
            </a:r>
            <a:r>
              <a:rPr sz="1100" dirty="0" err="1">
                <a:solidFill>
                  <a:srgbClr val="1A1A1A"/>
                </a:solidFill>
              </a:rPr>
              <a:t>volle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Reihen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wandern</a:t>
            </a:r>
            <a:r>
              <a:rPr sz="1100" dirty="0">
                <a:solidFill>
                  <a:srgbClr val="1A1A1A"/>
                </a:solidFill>
              </a:rPr>
              <a:t> am </a:t>
            </a:r>
            <a:r>
              <a:rPr sz="1100" dirty="0" err="1">
                <a:solidFill>
                  <a:srgbClr val="1A1A1A"/>
                </a:solidFill>
              </a:rPr>
              <a:t>Rundenende</a:t>
            </a:r>
            <a:r>
              <a:rPr sz="1100" dirty="0">
                <a:solidFill>
                  <a:srgbClr val="1A1A1A"/>
                </a:solidFill>
              </a:rPr>
              <a:t> auf die </a:t>
            </a:r>
            <a:r>
              <a:rPr sz="1100" dirty="0" err="1">
                <a:solidFill>
                  <a:srgbClr val="1A1A1A"/>
                </a:solidFill>
              </a:rPr>
              <a:t>Kuppel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10  </a:t>
            </a:r>
            <a:r>
              <a:rPr sz="1100" dirty="0" err="1">
                <a:solidFill>
                  <a:srgbClr val="1A1A1A"/>
                </a:solidFill>
              </a:rPr>
              <a:t>Kuppel</a:t>
            </a:r>
            <a:r>
              <a:rPr sz="1100" dirty="0">
                <a:solidFill>
                  <a:srgbClr val="1A1A1A"/>
                </a:solidFill>
              </a:rPr>
              <a:t>-Raster -- Ziel der </a:t>
            </a:r>
            <a:r>
              <a:rPr sz="1100" dirty="0" err="1">
                <a:solidFill>
                  <a:srgbClr val="1A1A1A"/>
                </a:solidFill>
              </a:rPr>
              <a:t>vollen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Musterreihen</a:t>
            </a:r>
            <a:r>
              <a:rPr sz="1100" dirty="0">
                <a:solidFill>
                  <a:srgbClr val="1A1A1A"/>
                </a:solidFill>
              </a:rPr>
              <a:t>. „+“ </a:t>
            </a:r>
            <a:r>
              <a:rPr sz="1100" dirty="0" err="1">
                <a:solidFill>
                  <a:srgbClr val="1A1A1A"/>
                </a:solidFill>
              </a:rPr>
              <a:t>markiert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freie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noch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unbelegte</a:t>
            </a:r>
            <a:r>
              <a:rPr sz="1100" dirty="0">
                <a:solidFill>
                  <a:srgbClr val="1A1A1A"/>
                </a:solidFill>
              </a:rPr>
              <a:t> Felder.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11  </a:t>
            </a:r>
            <a:r>
              <a:rPr sz="1100" dirty="0" err="1">
                <a:solidFill>
                  <a:srgbClr val="1A1A1A"/>
                </a:solidFill>
              </a:rPr>
              <a:t>Fabriken</a:t>
            </a:r>
            <a:r>
              <a:rPr sz="1100" dirty="0">
                <a:solidFill>
                  <a:srgbClr val="1A1A1A"/>
                </a:solidFill>
              </a:rPr>
              <a:t> -- </a:t>
            </a:r>
            <a:r>
              <a:rPr sz="1100" dirty="0" err="1">
                <a:solidFill>
                  <a:srgbClr val="1A1A1A"/>
                </a:solidFill>
              </a:rPr>
              <a:t>hier</a:t>
            </a:r>
            <a:r>
              <a:rPr sz="1100" dirty="0">
                <a:solidFill>
                  <a:srgbClr val="1A1A1A"/>
                </a:solidFill>
              </a:rPr>
              <a:t> in Phase 1 </a:t>
            </a:r>
            <a:r>
              <a:rPr sz="1100" dirty="0" err="1">
                <a:solidFill>
                  <a:srgbClr val="1A1A1A"/>
                </a:solidFill>
              </a:rPr>
              <a:t>Fliesen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nehmen</a:t>
            </a:r>
            <a:r>
              <a:rPr sz="1100" dirty="0">
                <a:solidFill>
                  <a:srgbClr val="1A1A1A"/>
                </a:solidFill>
              </a:rPr>
              <a:t> (</a:t>
            </a:r>
            <a:r>
              <a:rPr sz="1100" dirty="0" err="1">
                <a:solidFill>
                  <a:srgbClr val="1A1A1A"/>
                </a:solidFill>
              </a:rPr>
              <a:t>Sonnenseite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anklicken</a:t>
            </a:r>
            <a:r>
              <a:rPr sz="1100" dirty="0">
                <a:solidFill>
                  <a:srgbClr val="1A1A1A"/>
                </a:solidFill>
              </a:rPr>
              <a:t>). Schloss-Symbol = </a:t>
            </a:r>
            <a:r>
              <a:rPr sz="1100" dirty="0" err="1">
                <a:solidFill>
                  <a:srgbClr val="1A1A1A"/>
                </a:solidFill>
              </a:rPr>
              <a:t>Bonusplaettchen</a:t>
            </a:r>
            <a:r>
              <a:rPr sz="1100" dirty="0">
                <a:solidFill>
                  <a:srgbClr val="1A1A1A"/>
                </a:solidFill>
              </a:rPr>
              <a:t> der Fabrik </a:t>
            </a:r>
            <a:r>
              <a:rPr sz="1100" dirty="0" err="1">
                <a:solidFill>
                  <a:srgbClr val="1A1A1A"/>
                </a:solidFill>
              </a:rPr>
              <a:t>noch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verdeckt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12  </a:t>
            </a:r>
            <a:r>
              <a:rPr sz="1100" dirty="0" err="1">
                <a:solidFill>
                  <a:srgbClr val="1A1A1A"/>
                </a:solidFill>
              </a:rPr>
              <a:t>Phasen-Anzeige</a:t>
            </a:r>
            <a:r>
              <a:rPr sz="1100" dirty="0">
                <a:solidFill>
                  <a:srgbClr val="1A1A1A"/>
                </a:solidFill>
              </a:rPr>
              <a:t> -- </a:t>
            </a:r>
            <a:r>
              <a:rPr sz="1100" dirty="0" err="1">
                <a:solidFill>
                  <a:srgbClr val="1A1A1A"/>
                </a:solidFill>
              </a:rPr>
              <a:t>zeigt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aktuelle</a:t>
            </a:r>
            <a:r>
              <a:rPr sz="1100" dirty="0">
                <a:solidFill>
                  <a:srgbClr val="1A1A1A"/>
                </a:solidFill>
              </a:rPr>
              <a:t> Phase (Drafting/Tiling) und </a:t>
            </a:r>
            <a:r>
              <a:rPr sz="1100" dirty="0" err="1">
                <a:solidFill>
                  <a:srgbClr val="1A1A1A"/>
                </a:solidFill>
              </a:rPr>
              <a:t>wer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gerade</a:t>
            </a:r>
            <a:r>
              <a:rPr sz="1100" dirty="0">
                <a:solidFill>
                  <a:srgbClr val="1A1A1A"/>
                </a:solidFill>
              </a:rPr>
              <a:t> am Zug </a:t>
            </a:r>
            <a:r>
              <a:rPr sz="1100" dirty="0" err="1">
                <a:solidFill>
                  <a:srgbClr val="1A1A1A"/>
                </a:solidFill>
              </a:rPr>
              <a:t>ist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13  </a:t>
            </a:r>
            <a:r>
              <a:rPr sz="1100" dirty="0">
                <a:solidFill>
                  <a:srgbClr val="1A1A1A"/>
                </a:solidFill>
              </a:rPr>
              <a:t>Beutel- und Turm-</a:t>
            </a:r>
            <a:r>
              <a:rPr sz="1100" dirty="0" err="1">
                <a:solidFill>
                  <a:srgbClr val="1A1A1A"/>
                </a:solidFill>
              </a:rPr>
              <a:t>Zaehler</a:t>
            </a:r>
            <a:r>
              <a:rPr sz="1100" dirty="0">
                <a:solidFill>
                  <a:srgbClr val="1A1A1A"/>
                </a:solidFill>
              </a:rPr>
              <a:t> -- </a:t>
            </a:r>
            <a:r>
              <a:rPr sz="1100" dirty="0" err="1">
                <a:solidFill>
                  <a:srgbClr val="1A1A1A"/>
                </a:solidFill>
              </a:rPr>
              <a:t>Fliesen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im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Vorrat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bzw</a:t>
            </a:r>
            <a:r>
              <a:rPr sz="1100" dirty="0">
                <a:solidFill>
                  <a:srgbClr val="1A1A1A"/>
                </a:solidFill>
              </a:rPr>
              <a:t>. </a:t>
            </a:r>
            <a:r>
              <a:rPr sz="1100" dirty="0" err="1">
                <a:solidFill>
                  <a:srgbClr val="1A1A1A"/>
                </a:solidFill>
              </a:rPr>
              <a:t>im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Abwurf</a:t>
            </a:r>
            <a:r>
              <a:rPr sz="1100" dirty="0">
                <a:solidFill>
                  <a:srgbClr val="1A1A1A"/>
                </a:solidFill>
              </a:rPr>
              <a:t>-Turm.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14  </a:t>
            </a:r>
            <a:r>
              <a:rPr sz="1100" dirty="0" err="1">
                <a:solidFill>
                  <a:srgbClr val="1A1A1A"/>
                </a:solidFill>
              </a:rPr>
              <a:t>Auslage</a:t>
            </a:r>
            <a:r>
              <a:rPr sz="1100" dirty="0">
                <a:solidFill>
                  <a:srgbClr val="1A1A1A"/>
                </a:solidFill>
              </a:rPr>
              <a:t> -- </a:t>
            </a:r>
            <a:r>
              <a:rPr sz="1100" dirty="0" err="1">
                <a:solidFill>
                  <a:srgbClr val="1A1A1A"/>
                </a:solidFill>
              </a:rPr>
              <a:t>freie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Kuppelplatten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zum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Nehmen</a:t>
            </a:r>
            <a:r>
              <a:rPr sz="1100" dirty="0">
                <a:solidFill>
                  <a:srgbClr val="1A1A1A"/>
                </a:solidFill>
              </a:rPr>
              <a:t> (Aktion A); </a:t>
            </a:r>
            <a:r>
              <a:rPr sz="1100" dirty="0" err="1">
                <a:solidFill>
                  <a:srgbClr val="1A1A1A"/>
                </a:solidFill>
              </a:rPr>
              <a:t>darunter</a:t>
            </a:r>
            <a:r>
              <a:rPr sz="1100" dirty="0">
                <a:solidFill>
                  <a:srgbClr val="1A1A1A"/>
                </a:solidFill>
              </a:rPr>
              <a:t> „</a:t>
            </a:r>
            <a:r>
              <a:rPr sz="1100" dirty="0" err="1">
                <a:solidFill>
                  <a:srgbClr val="1A1A1A"/>
                </a:solidFill>
              </a:rPr>
              <a:t>Ziehen</a:t>
            </a:r>
            <a:r>
              <a:rPr sz="1100" dirty="0">
                <a:solidFill>
                  <a:srgbClr val="1A1A1A"/>
                </a:solidFill>
              </a:rPr>
              <a:t> (-1 Pkt/Karte)“ </a:t>
            </a:r>
            <a:r>
              <a:rPr sz="1100" dirty="0" err="1">
                <a:solidFill>
                  <a:srgbClr val="1A1A1A"/>
                </a:solidFill>
              </a:rPr>
              <a:t>fuer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eine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verdeckte</a:t>
            </a:r>
            <a:r>
              <a:rPr sz="1100" dirty="0">
                <a:solidFill>
                  <a:srgbClr val="1A1A1A"/>
                </a:solidFill>
              </a:rPr>
              <a:t> Platte </a:t>
            </a:r>
            <a:r>
              <a:rPr sz="1100" dirty="0" err="1">
                <a:solidFill>
                  <a:srgbClr val="1A1A1A"/>
                </a:solidFill>
              </a:rPr>
              <a:t>vom</a:t>
            </a:r>
            <a:r>
              <a:rPr sz="1100" dirty="0">
                <a:solidFill>
                  <a:srgbClr val="1A1A1A"/>
                </a:solidFill>
              </a:rPr>
              <a:t> Stapel.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15  </a:t>
            </a:r>
            <a:r>
              <a:rPr sz="1100" dirty="0">
                <a:solidFill>
                  <a:srgbClr val="1A1A1A"/>
                </a:solidFill>
              </a:rPr>
              <a:t>Log-Dropdown -- </a:t>
            </a:r>
            <a:r>
              <a:rPr sz="1100" dirty="0" err="1">
                <a:solidFill>
                  <a:srgbClr val="1A1A1A"/>
                </a:solidFill>
              </a:rPr>
              <a:t>zum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Aufklappen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anklicken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zeigt</a:t>
            </a:r>
            <a:r>
              <a:rPr sz="1100" dirty="0">
                <a:solidFill>
                  <a:srgbClr val="1A1A1A"/>
                </a:solidFill>
              </a:rPr>
              <a:t> den </a:t>
            </a:r>
            <a:r>
              <a:rPr sz="1100" dirty="0" err="1">
                <a:solidFill>
                  <a:srgbClr val="1A1A1A"/>
                </a:solidFill>
              </a:rPr>
              <a:t>bisherigen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Spielverlauf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16  </a:t>
            </a:r>
            <a:r>
              <a:rPr sz="1100" dirty="0">
                <a:solidFill>
                  <a:srgbClr val="1A1A1A"/>
                </a:solidFill>
              </a:rPr>
              <a:t>„</a:t>
            </a:r>
            <a:r>
              <a:rPr sz="1100" dirty="0" err="1">
                <a:solidFill>
                  <a:srgbClr val="1A1A1A"/>
                </a:solidFill>
              </a:rPr>
              <a:t>Gueltige</a:t>
            </a:r>
            <a:r>
              <a:rPr sz="1100" dirty="0">
                <a:solidFill>
                  <a:srgbClr val="1A1A1A"/>
                </a:solidFill>
              </a:rPr>
              <a:t> Zuege“-Dropdown -- </a:t>
            </a:r>
            <a:r>
              <a:rPr sz="1100" dirty="0" err="1">
                <a:solidFill>
                  <a:srgbClr val="1A1A1A"/>
                </a:solidFill>
              </a:rPr>
              <a:t>zum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Aufklappen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anklicken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listet</a:t>
            </a:r>
            <a:r>
              <a:rPr sz="1100" dirty="0">
                <a:solidFill>
                  <a:srgbClr val="1A1A1A"/>
                </a:solidFill>
              </a:rPr>
              <a:t> alle </a:t>
            </a:r>
            <a:r>
              <a:rPr sz="1100" dirty="0" err="1">
                <a:solidFill>
                  <a:srgbClr val="1A1A1A"/>
                </a:solidFill>
              </a:rPr>
              <a:t>aktuell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erlaubten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Aktionen</a:t>
            </a:r>
            <a:r>
              <a:rPr sz="1100" dirty="0">
                <a:solidFill>
                  <a:srgbClr val="1A1A1A"/>
                </a:solidFill>
              </a:rPr>
              <a:t> auf.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tiling_bonusc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95" y="0"/>
            <a:ext cx="12191695" cy="7721406"/>
          </a:xfrm>
          <a:prstGeom prst="rect">
            <a:avLst/>
          </a:prstGeom>
        </p:spPr>
      </p:pic>
      <p:sp>
        <p:nvSpPr>
          <p:cNvPr id="3" name="Marker 1"/>
          <p:cNvSpPr/>
          <p:nvPr/>
        </p:nvSpPr>
        <p:spPr>
          <a:xfrm>
            <a:off x="6701160" y="1609305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Marker 2"/>
          <p:cNvSpPr/>
          <p:nvPr/>
        </p:nvSpPr>
        <p:spPr>
          <a:xfrm>
            <a:off x="4441632" y="1397982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Marker 3"/>
          <p:cNvSpPr/>
          <p:nvPr/>
        </p:nvSpPr>
        <p:spPr>
          <a:xfrm>
            <a:off x="4441632" y="1796245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Marker 4"/>
          <p:cNvSpPr/>
          <p:nvPr/>
        </p:nvSpPr>
        <p:spPr>
          <a:xfrm>
            <a:off x="5929019" y="1601177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Marker 6"/>
          <p:cNvSpPr/>
          <p:nvPr/>
        </p:nvSpPr>
        <p:spPr>
          <a:xfrm>
            <a:off x="12309340" y="430775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Marker 7"/>
          <p:cNvSpPr/>
          <p:nvPr/>
        </p:nvSpPr>
        <p:spPr>
          <a:xfrm>
            <a:off x="12309340" y="1341088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714" y="5741126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A1A1A"/>
                </a:solidFill>
              </a:rPr>
              <a:t>2) Tiling-Phase -- </a:t>
            </a:r>
            <a:r>
              <a:rPr sz="2000" b="1" dirty="0" err="1">
                <a:solidFill>
                  <a:srgbClr val="1A1A1A"/>
                </a:solidFill>
              </a:rPr>
              <a:t>Bonuschips</a:t>
            </a:r>
            <a:r>
              <a:rPr sz="2000" b="1" dirty="0">
                <a:solidFill>
                  <a:srgbClr val="1A1A1A"/>
                </a:solidFill>
              </a:rPr>
              <a:t> </a:t>
            </a:r>
            <a:r>
              <a:rPr sz="2000" b="1" dirty="0" err="1">
                <a:solidFill>
                  <a:srgbClr val="1A1A1A"/>
                </a:solidFill>
              </a:rPr>
              <a:t>einsetzen</a:t>
            </a:r>
            <a:r>
              <a:rPr sz="2000" b="1" dirty="0">
                <a:solidFill>
                  <a:srgbClr val="1A1A1A"/>
                </a:solidFill>
              </a:rPr>
              <a:t> </a:t>
            </a:r>
            <a:r>
              <a:rPr sz="2000" b="1" dirty="0" err="1">
                <a:solidFill>
                  <a:srgbClr val="1A1A1A"/>
                </a:solidFill>
              </a:rPr>
              <a:t>oder</a:t>
            </a:r>
            <a:r>
              <a:rPr sz="2000" b="1" dirty="0">
                <a:solidFill>
                  <a:srgbClr val="1A1A1A"/>
                </a:solidFill>
              </a:rPr>
              <a:t> Reihe </a:t>
            </a:r>
            <a:r>
              <a:rPr sz="2000" b="1" dirty="0" err="1">
                <a:solidFill>
                  <a:srgbClr val="1A1A1A"/>
                </a:solidFill>
              </a:rPr>
              <a:t>ueberspringen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7715" y="7831134"/>
            <a:ext cx="5638647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1  </a:t>
            </a:r>
            <a:r>
              <a:rPr sz="1100">
                <a:solidFill>
                  <a:srgbClr val="1A1A1A"/>
                </a:solidFill>
              </a:rPr>
              <a:t>Blauer Punkt -- markiert die als naechstes faellige Reihe (oben-nach-unten-Regel).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2  </a:t>
            </a:r>
            <a:r>
              <a:rPr sz="1100">
                <a:solidFill>
                  <a:srgbClr val="1A1A1A"/>
                </a:solidFill>
              </a:rPr>
              <a:t>Bonuschips-Kasten (jetzt farbig hervorgehoben) -- anklicken oeffnet den Dialog zum Einsetzen der Chips fuer die faellige Reihe: 2 gleichfarbige ODER 3 beliebige Chips = 1 fehlende Fliese.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3  </a:t>
            </a:r>
            <a:r>
              <a:rPr sz="1100">
                <a:solidFill>
                  <a:srgbClr val="1A1A1A"/>
                </a:solidFill>
              </a:rPr>
              <a:t>„Reihe X fuer Bonuschips ignorieren“ -- ueberspringt diese nur per Chips komplettierbare Reihe bewusst, um z.B. erst eine spaetere zu bedienen. Ueber den „↺ zuruecksetzen“-Link wieder aufhebbar.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3562" y="7831135"/>
            <a:ext cx="5638647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4  </a:t>
            </a:r>
            <a:r>
              <a:rPr sz="1100">
                <a:solidFill>
                  <a:srgbClr val="1A1A1A"/>
                </a:solidFill>
              </a:rPr>
              <a:t>Faellige Musterreihe -- gestrichelt umrandet, solange sie auf eine Aktion wartet.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6  </a:t>
            </a:r>
            <a:r>
              <a:rPr sz="1100">
                <a:solidFill>
                  <a:srgbClr val="1A1A1A"/>
                </a:solidFill>
              </a:rPr>
              <a:t>Phasen-Anzeige „Phase 2: Reihe anklicken“ -- Hinweistext erklaert die Chip-Regel noch einmal.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7  </a:t>
            </a:r>
            <a:r>
              <a:rPr sz="1100">
                <a:solidFill>
                  <a:srgbClr val="1A1A1A"/>
                </a:solidFill>
              </a:rPr>
              <a:t>„Mein Tiling abschliessen“ -- eigene Tiling-Phase beenden; danach ist die KI/der andere Spieler dran.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0</TotalTime>
  <Words>1406</Words>
  <Application>Microsoft Office PowerPoint</Application>
  <PresentationFormat>Benutzerdefiniert</PresentationFormat>
  <Paragraphs>186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Arial</vt:lpstr>
      <vt:lpstr>Tw Cen MT</vt:lpstr>
      <vt:lpstr>Tw Cen MT Condensed</vt:lpstr>
      <vt:lpstr>Wingdings</vt:lpstr>
      <vt:lpstr>Wingdings 3</vt:lpstr>
      <vt:lpstr>Integral</vt:lpstr>
      <vt:lpstr>Mosaic-AI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Patrick Chromy</cp:lastModifiedBy>
  <cp:revision>10</cp:revision>
  <dcterms:created xsi:type="dcterms:W3CDTF">2013-01-27T09:14:16Z</dcterms:created>
  <dcterms:modified xsi:type="dcterms:W3CDTF">2026-08-13T22:13:39Z</dcterms:modified>
  <cp:category/>
</cp:coreProperties>
</file>