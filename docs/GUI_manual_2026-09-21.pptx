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60" r:id="rId4"/>
    <p:sldId id="262" r:id="rId5"/>
    <p:sldId id="263" r:id="rId6"/>
    <p:sldId id="271" r:id="rId7"/>
    <p:sldId id="264" r:id="rId8"/>
    <p:sldId id="265" r:id="rId9"/>
    <p:sldId id="267" r:id="rId10"/>
    <p:sldId id="266" r:id="rId11"/>
    <p:sldId id="268" r:id="rId12"/>
    <p:sldId id="269" r:id="rId13"/>
    <p:sldId id="270" r:id="rId14"/>
  </p:sldIdLst>
  <p:sldSz cx="13158788" cy="986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A7D6F-012F-496E-99D3-89C91A14E677}" v="6" dt="2026-09-21T07:24:07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21" autoAdjust="0"/>
  </p:normalViewPr>
  <p:slideViewPr>
    <p:cSldViewPr snapToGrid="0" snapToObjects="1">
      <p:cViewPr>
        <p:scale>
          <a:sx n="75" d="100"/>
          <a:sy n="75" d="100"/>
        </p:scale>
        <p:origin x="1686" y="42"/>
      </p:cViewPr>
      <p:guideLst>
        <p:guide orient="horz" pos="2160"/>
        <p:guide pos="31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Freeform 9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 algn="ctr">
              <a:buNone/>
              <a:defRPr sz="2303"/>
            </a:lvl2pPr>
            <a:lvl3pPr marL="1315913" indent="0" algn="ctr">
              <a:buNone/>
              <a:defRPr sz="2303"/>
            </a:lvl3pPr>
            <a:lvl4pPr marL="1973870" indent="0" algn="ctr">
              <a:buNone/>
              <a:defRPr sz="2303"/>
            </a:lvl4pPr>
            <a:lvl5pPr marL="2631826" indent="0" algn="ctr">
              <a:buNone/>
              <a:defRPr sz="2303"/>
            </a:lvl5pPr>
            <a:lvl6pPr marL="3289783" indent="0" algn="ctr">
              <a:buNone/>
              <a:defRPr sz="2303"/>
            </a:lvl6pPr>
            <a:lvl7pPr marL="3947739" indent="0" algn="ctr">
              <a:buNone/>
              <a:defRPr sz="2303"/>
            </a:lvl7pPr>
            <a:lvl8pPr marL="4605696" indent="0" algn="ctr">
              <a:buNone/>
              <a:defRPr sz="2303"/>
            </a:lvl8pPr>
            <a:lvl9pPr marL="5263652" indent="0" algn="ctr">
              <a:buNone/>
              <a:defRPr sz="230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18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5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3158788" cy="65796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853" y="1"/>
            <a:ext cx="13151937" cy="657966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4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b="0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3394" y="7138234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57957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2pPr>
            <a:lvl3pPr marL="1315913" indent="0">
              <a:buNone/>
              <a:defRPr sz="2303">
                <a:solidFill>
                  <a:schemeClr val="tx1">
                    <a:tint val="75000"/>
                  </a:schemeClr>
                </a:solidFill>
              </a:defRPr>
            </a:lvl3pPr>
            <a:lvl4pPr marL="1973870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4pPr>
            <a:lvl5pPr marL="263182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5pPr>
            <a:lvl6pPr marL="3289783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6pPr>
            <a:lvl7pPr marL="3947739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7pPr>
            <a:lvl8pPr marL="4605696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8pPr>
            <a:lvl9pPr marL="5263652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1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5338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255" y="3289829"/>
            <a:ext cx="5131927" cy="57901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8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66" b="0" cap="none" baseline="0">
                <a:solidFill>
                  <a:schemeClr val="accent1"/>
                </a:solidFill>
                <a:latin typeface="+mn-lt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5338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4255" y="3136759"/>
            <a:ext cx="5131927" cy="1184339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166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57957" indent="0">
              <a:buNone/>
              <a:defRPr sz="2878" b="1"/>
            </a:lvl2pPr>
            <a:lvl3pPr marL="1315913" indent="0">
              <a:buNone/>
              <a:defRPr sz="2590" b="1"/>
            </a:lvl3pPr>
            <a:lvl4pPr marL="1973870" indent="0">
              <a:buNone/>
              <a:defRPr sz="2303" b="1"/>
            </a:lvl4pPr>
            <a:lvl5pPr marL="2631826" indent="0">
              <a:buNone/>
              <a:defRPr sz="2303" b="1"/>
            </a:lvl5pPr>
            <a:lvl6pPr marL="3289783" indent="0">
              <a:buNone/>
              <a:defRPr sz="2303" b="1"/>
            </a:lvl6pPr>
            <a:lvl7pPr marL="3947739" indent="0">
              <a:buNone/>
              <a:defRPr sz="2303" b="1"/>
            </a:lvl7pPr>
            <a:lvl8pPr marL="4605696" indent="0">
              <a:buNone/>
              <a:defRPr sz="2303" b="1"/>
            </a:lvl8pPr>
            <a:lvl9pPr marL="5263652" indent="0">
              <a:buNone/>
              <a:defRPr sz="2303" b="1"/>
            </a:lvl9pPr>
          </a:lstStyle>
          <a:p>
            <a:pPr marL="0" lvl="0" indent="0" algn="l" defTabSz="1315913" rtl="0" eaLnBrk="1" latinLnBrk="0" hangingPunct="1">
              <a:lnSpc>
                <a:spcPct val="90000"/>
              </a:lnSpc>
              <a:spcBef>
                <a:spcPts val="259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4255" y="4271004"/>
            <a:ext cx="5131927" cy="4808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8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05338" y="678558"/>
            <a:ext cx="4737164" cy="250027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18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8182" y="1184339"/>
            <a:ext cx="6128706" cy="7461333"/>
          </a:xfrm>
        </p:spPr>
        <p:txBody>
          <a:bodyPr>
            <a:normAutofit/>
          </a:bodyPr>
          <a:lstStyle>
            <a:lvl1pPr>
              <a:defRPr sz="2878"/>
            </a:lvl1pPr>
            <a:lvl2pPr>
              <a:defRPr sz="2303"/>
            </a:lvl2pPr>
            <a:lvl3pPr>
              <a:defRPr sz="1727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5338" y="3248823"/>
            <a:ext cx="4737164" cy="54143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863"/>
              </a:spcBef>
              <a:buNone/>
              <a:defRPr sz="2303"/>
            </a:lvl1pPr>
            <a:lvl2pPr marL="657957" indent="0">
              <a:buNone/>
              <a:defRPr sz="1727"/>
            </a:lvl2pPr>
            <a:lvl3pPr marL="1315913" indent="0">
              <a:buNone/>
              <a:defRPr sz="1439"/>
            </a:lvl3pPr>
            <a:lvl4pPr marL="1973870" indent="0">
              <a:buNone/>
              <a:defRPr sz="1295"/>
            </a:lvl4pPr>
            <a:lvl5pPr marL="2631826" indent="0">
              <a:buNone/>
              <a:defRPr sz="1295"/>
            </a:lvl5pPr>
            <a:lvl6pPr marL="3289783" indent="0">
              <a:buNone/>
              <a:defRPr sz="1295"/>
            </a:lvl6pPr>
            <a:lvl7pPr marL="3947739" indent="0">
              <a:buNone/>
              <a:defRPr sz="1295"/>
            </a:lvl7pPr>
            <a:lvl8pPr marL="4605696" indent="0">
              <a:buNone/>
              <a:defRPr sz="1295"/>
            </a:lvl8pPr>
            <a:lvl9pPr marL="5263652" indent="0">
              <a:buNone/>
              <a:defRPr sz="129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1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55" y="7138236"/>
            <a:ext cx="8388727" cy="2105491"/>
          </a:xfrm>
        </p:spPr>
        <p:txBody>
          <a:bodyPr anchor="ctr">
            <a:normAutofit/>
          </a:bodyPr>
          <a:lstStyle>
            <a:lvl1pPr algn="r">
              <a:defRPr sz="6332" spc="288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3155498" cy="6579659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3454"/>
            </a:lvl1pPr>
            <a:lvl2pPr marL="493467" indent="0">
              <a:buNone/>
              <a:defRPr sz="3022"/>
            </a:lvl2pPr>
            <a:lvl3pPr marL="986935" indent="0">
              <a:buNone/>
              <a:defRPr sz="2590"/>
            </a:lvl3pPr>
            <a:lvl4pPr marL="1480402" indent="0">
              <a:buNone/>
              <a:defRPr sz="2159"/>
            </a:lvl4pPr>
            <a:lvl5pPr marL="1973870" indent="0">
              <a:buNone/>
              <a:defRPr sz="2159"/>
            </a:lvl5pPr>
            <a:lvl6pPr marL="2467337" indent="0">
              <a:buNone/>
              <a:defRPr sz="2159"/>
            </a:lvl6pPr>
            <a:lvl7pPr marL="2960804" indent="0">
              <a:buNone/>
              <a:defRPr sz="2159"/>
            </a:lvl7pPr>
            <a:lvl8pPr marL="3454272" indent="0">
              <a:buNone/>
              <a:defRPr sz="2159"/>
            </a:lvl8pPr>
            <a:lvl9pPr marL="3947739" indent="0">
              <a:buNone/>
              <a:defRPr sz="215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3394" y="7138236"/>
            <a:ext cx="3454182" cy="2105491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3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93467" indent="0">
              <a:buNone/>
              <a:defRPr sz="1511"/>
            </a:lvl2pPr>
            <a:lvl3pPr marL="986935" indent="0">
              <a:buNone/>
              <a:defRPr sz="1295"/>
            </a:lvl3pPr>
            <a:lvl4pPr marL="1480402" indent="0">
              <a:buNone/>
              <a:defRPr sz="1079"/>
            </a:lvl4pPr>
            <a:lvl5pPr marL="1973870" indent="0">
              <a:buNone/>
              <a:defRPr sz="1079"/>
            </a:lvl5pPr>
            <a:lvl6pPr marL="2467337" indent="0">
              <a:buNone/>
              <a:defRPr sz="1079"/>
            </a:lvl6pPr>
            <a:lvl7pPr marL="2960804" indent="0">
              <a:buNone/>
              <a:defRPr sz="1079"/>
            </a:lvl7pPr>
            <a:lvl8pPr marL="3454272" indent="0">
              <a:buNone/>
              <a:defRPr sz="1079"/>
            </a:lvl8pPr>
            <a:lvl9pPr marL="3947739" indent="0">
              <a:buNone/>
              <a:defRPr sz="107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051893" y="7575682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2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7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16760" y="1096610"/>
            <a:ext cx="2837364" cy="7785929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154" y="1096610"/>
            <a:ext cx="8183121" cy="778592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856000" y="249798"/>
            <a:ext cx="0" cy="98690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5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5338" y="842196"/>
            <a:ext cx="10490844" cy="215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39" y="3289829"/>
            <a:ext cx="10490845" cy="57901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340" y="9312122"/>
            <a:ext cx="2324960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26963" y="9312122"/>
            <a:ext cx="6369426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9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96701" y="9312122"/>
            <a:ext cx="1050875" cy="3947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22424" y="1189180"/>
            <a:ext cx="0" cy="13159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43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15913" rtl="0" eaLnBrk="1" latinLnBrk="0" hangingPunct="1">
        <a:lnSpc>
          <a:spcPct val="80000"/>
        </a:lnSpc>
        <a:spcBef>
          <a:spcPct val="0"/>
        </a:spcBef>
        <a:buNone/>
        <a:defRPr sz="6332" kern="1200" cap="all" spc="144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1591" indent="-131591" algn="l" defTabSz="1315913" rtl="0" eaLnBrk="1" latinLnBrk="0" hangingPunct="1">
        <a:lnSpc>
          <a:spcPct val="90000"/>
        </a:lnSpc>
        <a:spcBef>
          <a:spcPts val="1727"/>
        </a:spcBef>
        <a:spcAft>
          <a:spcPts val="288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878" kern="1200">
          <a:solidFill>
            <a:schemeClr val="tx1"/>
          </a:solidFill>
          <a:latin typeface="+mn-lt"/>
          <a:ea typeface="+mn-ea"/>
          <a:cs typeface="+mn-cs"/>
        </a:defRPr>
      </a:lvl1pPr>
      <a:lvl2pPr marL="381615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2303" kern="1200">
          <a:solidFill>
            <a:schemeClr val="tx1"/>
          </a:solidFill>
          <a:latin typeface="+mn-lt"/>
          <a:ea typeface="+mn-ea"/>
          <a:cs typeface="+mn-cs"/>
        </a:defRPr>
      </a:lvl2pPr>
      <a:lvl3pPr marL="644797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3pPr>
      <a:lvl4pPr marL="85534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4pPr>
      <a:lvl5pPr marL="1118526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5pPr>
      <a:lvl6pPr marL="1315913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6pPr>
      <a:lvl7pPr marL="1526459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7pPr>
      <a:lvl8pPr marL="1750164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8pPr>
      <a:lvl9pPr marL="1960710" indent="-197387" algn="l" defTabSz="1315913" rtl="0" eaLnBrk="1" latinLnBrk="0" hangingPunct="1">
        <a:lnSpc>
          <a:spcPct val="90000"/>
        </a:lnSpc>
        <a:spcBef>
          <a:spcPts val="288"/>
        </a:spcBef>
        <a:spcAft>
          <a:spcPts val="576"/>
        </a:spcAft>
        <a:buClr>
          <a:schemeClr val="accent1"/>
        </a:buClr>
        <a:buFont typeface="Wingdings 3" pitchFamily="18" charset="2"/>
        <a:buChar char=""/>
        <a:defRPr sz="17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57957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2pPr>
      <a:lvl3pPr marL="131591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1973870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4pPr>
      <a:lvl5pPr marL="263182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5pPr>
      <a:lvl6pPr marL="3289783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6pPr>
      <a:lvl7pPr marL="3947739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7pPr>
      <a:lvl8pPr marL="4605696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8pPr>
      <a:lvl9pPr marL="5263652" algn="l" defTabSz="1315913" rtl="0" eaLnBrk="1" latinLnBrk="0" hangingPunct="1">
        <a:defRPr sz="2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2DFBC3D-BFED-B0B1-ECF4-B023ABCF1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Mosaic</a:t>
            </a:r>
            <a:r>
              <a:rPr lang="de-AT" dirty="0"/>
              <a:t>-AI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D71B1A87-535B-CAB2-F49D-6C1F36EFF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Spieleranleitung zur Server-Game-Oberfläche</a:t>
            </a:r>
          </a:p>
          <a:p>
            <a:r>
              <a:rPr lang="de-AT" dirty="0"/>
              <a:t>21.09.2026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D93B16B-7382-4D53-7F1E-7B216079DB88}"/>
              </a:ext>
            </a:extLst>
          </p:cNvPr>
          <p:cNvGrpSpPr/>
          <p:nvPr/>
        </p:nvGrpSpPr>
        <p:grpSpPr>
          <a:xfrm>
            <a:off x="1817054" y="938449"/>
            <a:ext cx="4900513" cy="7992590"/>
            <a:chOff x="3596122" y="938449"/>
            <a:chExt cx="4900513" cy="799259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9A33064D-C44C-8E92-913A-7E59BA130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5365" y="938449"/>
              <a:ext cx="4801270" cy="7992590"/>
            </a:xfrm>
            <a:prstGeom prst="rect">
              <a:avLst/>
            </a:prstGeom>
          </p:spPr>
        </p:pic>
        <p:sp>
          <p:nvSpPr>
            <p:cNvPr id="5" name="Marker 7">
              <a:extLst>
                <a:ext uri="{FF2B5EF4-FFF2-40B4-BE49-F238E27FC236}">
                  <a16:creationId xmlns:a16="http://schemas.microsoft.com/office/drawing/2014/main" id="{6C382ECF-BBBE-797F-53D8-305162CBC921}"/>
                </a:ext>
              </a:extLst>
            </p:cNvPr>
            <p:cNvSpPr/>
            <p:nvPr/>
          </p:nvSpPr>
          <p:spPr>
            <a:xfrm>
              <a:off x="4912983" y="199859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Marker 7">
              <a:extLst>
                <a:ext uri="{FF2B5EF4-FFF2-40B4-BE49-F238E27FC236}">
                  <a16:creationId xmlns:a16="http://schemas.microsoft.com/office/drawing/2014/main" id="{1E166A5A-A76C-105F-3CDD-504CE712F716}"/>
                </a:ext>
              </a:extLst>
            </p:cNvPr>
            <p:cNvSpPr/>
            <p:nvPr/>
          </p:nvSpPr>
          <p:spPr>
            <a:xfrm>
              <a:off x="7508137" y="262125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9" name="Marker 7">
              <a:extLst>
                <a:ext uri="{FF2B5EF4-FFF2-40B4-BE49-F238E27FC236}">
                  <a16:creationId xmlns:a16="http://schemas.microsoft.com/office/drawing/2014/main" id="{93895B6E-CD48-5C73-8E6D-A0D0DE83B78C}"/>
                </a:ext>
              </a:extLst>
            </p:cNvPr>
            <p:cNvSpPr/>
            <p:nvPr/>
          </p:nvSpPr>
          <p:spPr>
            <a:xfrm>
              <a:off x="3695365" y="422363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1" name="Marker 7">
              <a:extLst>
                <a:ext uri="{FF2B5EF4-FFF2-40B4-BE49-F238E27FC236}">
                  <a16:creationId xmlns:a16="http://schemas.microsoft.com/office/drawing/2014/main" id="{141CD69B-5CE5-A57F-1043-88F8ED7243CE}"/>
                </a:ext>
              </a:extLst>
            </p:cNvPr>
            <p:cNvSpPr/>
            <p:nvPr/>
          </p:nvSpPr>
          <p:spPr>
            <a:xfrm>
              <a:off x="5051155" y="363144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3" name="Marker 7">
              <a:extLst>
                <a:ext uri="{FF2B5EF4-FFF2-40B4-BE49-F238E27FC236}">
                  <a16:creationId xmlns:a16="http://schemas.microsoft.com/office/drawing/2014/main" id="{3CBEB894-9E66-5678-4EAD-D7C4E134C362}"/>
                </a:ext>
              </a:extLst>
            </p:cNvPr>
            <p:cNvSpPr/>
            <p:nvPr/>
          </p:nvSpPr>
          <p:spPr>
            <a:xfrm>
              <a:off x="6635722" y="367931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5" name="Marker 7">
              <a:extLst>
                <a:ext uri="{FF2B5EF4-FFF2-40B4-BE49-F238E27FC236}">
                  <a16:creationId xmlns:a16="http://schemas.microsoft.com/office/drawing/2014/main" id="{6DDB1E3B-D15F-15EB-F7E4-6ACEA19D654A}"/>
                </a:ext>
              </a:extLst>
            </p:cNvPr>
            <p:cNvSpPr/>
            <p:nvPr/>
          </p:nvSpPr>
          <p:spPr>
            <a:xfrm>
              <a:off x="6635721" y="5164128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Marker 7">
              <a:extLst>
                <a:ext uri="{FF2B5EF4-FFF2-40B4-BE49-F238E27FC236}">
                  <a16:creationId xmlns:a16="http://schemas.microsoft.com/office/drawing/2014/main" id="{727D0CF3-67DF-8D2D-A350-0E9ACD54E219}"/>
                </a:ext>
              </a:extLst>
            </p:cNvPr>
            <p:cNvSpPr/>
            <p:nvPr/>
          </p:nvSpPr>
          <p:spPr>
            <a:xfrm>
              <a:off x="4474782" y="516412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6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Marker 7">
              <a:extLst>
                <a:ext uri="{FF2B5EF4-FFF2-40B4-BE49-F238E27FC236}">
                  <a16:creationId xmlns:a16="http://schemas.microsoft.com/office/drawing/2014/main" id="{7ECC481A-C8A1-5A70-A7B6-9B3DE836031A}"/>
                </a:ext>
              </a:extLst>
            </p:cNvPr>
            <p:cNvSpPr/>
            <p:nvPr/>
          </p:nvSpPr>
          <p:spPr>
            <a:xfrm>
              <a:off x="3600593" y="6396960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Marker 7">
              <a:extLst>
                <a:ext uri="{FF2B5EF4-FFF2-40B4-BE49-F238E27FC236}">
                  <a16:creationId xmlns:a16="http://schemas.microsoft.com/office/drawing/2014/main" id="{4D4EC10A-A918-39BB-1E22-71641209C133}"/>
                </a:ext>
              </a:extLst>
            </p:cNvPr>
            <p:cNvSpPr/>
            <p:nvPr/>
          </p:nvSpPr>
          <p:spPr>
            <a:xfrm>
              <a:off x="3596122" y="729695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8" name="Bereich 5">
            <a:extLst>
              <a:ext uri="{FF2B5EF4-FFF2-40B4-BE49-F238E27FC236}">
                <a16:creationId xmlns:a16="http://schemas.microsoft.com/office/drawing/2014/main" id="{51F6670A-C78B-39E6-D56B-EE89874B158A}"/>
              </a:ext>
            </a:extLst>
          </p:cNvPr>
          <p:cNvSpPr/>
          <p:nvPr/>
        </p:nvSpPr>
        <p:spPr>
          <a:xfrm>
            <a:off x="2097870" y="8026173"/>
            <a:ext cx="4481525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675073B-9309-0A2B-B3FA-13BFA778D617}"/>
              </a:ext>
            </a:extLst>
          </p:cNvPr>
          <p:cNvSpPr txBox="1"/>
          <p:nvPr/>
        </p:nvSpPr>
        <p:spPr>
          <a:xfrm>
            <a:off x="6993912" y="2414540"/>
            <a:ext cx="5143499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Eingabe von Spielername #1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ob gegen die KI gespielt werden möchte #2. Wenn nein dann ist es Spieler vs. Spieler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Welches KI Modell soll verwendet werden #3, </a:t>
            </a:r>
            <a:r>
              <a:rPr lang="de-DE" sz="1600" dirty="0" err="1">
                <a:solidFill>
                  <a:srgbClr val="1A1A1A"/>
                </a:solidFill>
              </a:rPr>
              <a:t>no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 </a:t>
            </a:r>
            <a:r>
              <a:rPr lang="de-DE" sz="1600" dirty="0" err="1">
                <a:solidFill>
                  <a:srgbClr val="1A1A1A"/>
                </a:solidFill>
              </a:rPr>
              <a:t>touchy</a:t>
            </a:r>
            <a:r>
              <a:rPr lang="de-DE" sz="1600" dirty="0">
                <a:solidFill>
                  <a:srgbClr val="1A1A1A"/>
                </a:solidFill>
              </a:rPr>
              <a:t>, kommt später mal weg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Mehr Simulationen = stärkere KI #4, aber braucht länger für die Züge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Damit lässt sich anzeigen wie die KI die Züge und das Spiel an sich bewertet #5.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ob und in welcher Form die KI Tipps geben soll #6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Lehrer Sims #7 würd ich das doppelte der Gegner KI Simulationen wählen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wer beginnt #8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Reproduzierbare Stellung #9 – Muss normal nicht eingegeben werden, hauptsächlich zum debuggen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Mit der Auswahl starten #10</a:t>
            </a:r>
          </a:p>
          <a:p>
            <a:pPr marL="228600" indent="-228600">
              <a:spcAft>
                <a:spcPts val="400"/>
              </a:spcAft>
              <a:buAutoNum type="arabicPlain" startAt="3"/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26" name="Marker 7">
            <a:extLst>
              <a:ext uri="{FF2B5EF4-FFF2-40B4-BE49-F238E27FC236}">
                <a16:creationId xmlns:a16="http://schemas.microsoft.com/office/drawing/2014/main" id="{4DE7C8A7-9F3F-CBA6-84B2-F070C729A90E}"/>
              </a:ext>
            </a:extLst>
          </p:cNvPr>
          <p:cNvSpPr/>
          <p:nvPr/>
        </p:nvSpPr>
        <p:spPr>
          <a:xfrm>
            <a:off x="1906765" y="827231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0" name="Bereich 5">
            <a:extLst>
              <a:ext uri="{FF2B5EF4-FFF2-40B4-BE49-F238E27FC236}">
                <a16:creationId xmlns:a16="http://schemas.microsoft.com/office/drawing/2014/main" id="{D0C0AD29-A3BE-9E53-9C58-155FD49FD64B}"/>
              </a:ext>
            </a:extLst>
          </p:cNvPr>
          <p:cNvSpPr/>
          <p:nvPr/>
        </p:nvSpPr>
        <p:spPr>
          <a:xfrm>
            <a:off x="2041724" y="6139488"/>
            <a:ext cx="4537670" cy="751733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92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F70767-A060-1C34-8BBD-4DEC331E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21" y="1492647"/>
            <a:ext cx="5515745" cy="6582694"/>
          </a:xfrm>
          <a:prstGeom prst="rect">
            <a:avLst/>
          </a:prstGeom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31BFF457-000F-10E1-9F61-8771550759B9}"/>
              </a:ext>
            </a:extLst>
          </p:cNvPr>
          <p:cNvSpPr/>
          <p:nvPr/>
        </p:nvSpPr>
        <p:spPr>
          <a:xfrm>
            <a:off x="1063648" y="268386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DC51DC7A-5F69-E1F1-AAC8-F300B9EF59B0}"/>
              </a:ext>
            </a:extLst>
          </p:cNvPr>
          <p:cNvSpPr/>
          <p:nvPr/>
        </p:nvSpPr>
        <p:spPr>
          <a:xfrm>
            <a:off x="1022267" y="70947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08C4786D-FDAC-92B8-D7D3-602A3062C7DA}"/>
              </a:ext>
            </a:extLst>
          </p:cNvPr>
          <p:cNvSpPr/>
          <p:nvPr/>
        </p:nvSpPr>
        <p:spPr>
          <a:xfrm>
            <a:off x="1339993" y="2507039"/>
            <a:ext cx="5239404" cy="4265525"/>
          </a:xfrm>
          <a:prstGeom prst="roundRect">
            <a:avLst>
              <a:gd name="adj" fmla="val 309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F3ABE274-34EC-B202-168B-119E98350FA0}"/>
              </a:ext>
            </a:extLst>
          </p:cNvPr>
          <p:cNvSpPr/>
          <p:nvPr/>
        </p:nvSpPr>
        <p:spPr>
          <a:xfrm>
            <a:off x="1298611" y="7016197"/>
            <a:ext cx="5239404" cy="908394"/>
          </a:xfrm>
          <a:prstGeom prst="roundRect">
            <a:avLst>
              <a:gd name="adj" fmla="val 10194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E9AE574-55E3-063B-020F-CB135101A0A0}"/>
              </a:ext>
            </a:extLst>
          </p:cNvPr>
          <p:cNvSpPr txBox="1"/>
          <p:nvPr/>
        </p:nvSpPr>
        <p:spPr>
          <a:xfrm>
            <a:off x="6993912" y="2414540"/>
            <a:ext cx="51434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Auswahl von genau 3 Wertungsplatten #11, manche Platten schließen sich aus.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Bestätigung #12</a:t>
            </a:r>
          </a:p>
        </p:txBody>
      </p:sp>
    </p:spTree>
    <p:extLst>
      <p:ext uri="{BB962C8B-B14F-4D97-AF65-F5344CB8AC3E}">
        <p14:creationId xmlns:p14="http://schemas.microsoft.com/office/powerpoint/2010/main" val="37447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6F44A74-A60F-D298-A8BA-F3ADA4D2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15938" y="2934913"/>
            <a:ext cx="10894994" cy="6385345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13273709-C3A0-BA50-F6F6-B1AB46894CDA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9" name="Bereich 5">
            <a:extLst>
              <a:ext uri="{FF2B5EF4-FFF2-40B4-BE49-F238E27FC236}">
                <a16:creationId xmlns:a16="http://schemas.microsoft.com/office/drawing/2014/main" id="{6FB85184-3CF7-2381-365A-31EBB1CC4DCF}"/>
              </a:ext>
            </a:extLst>
          </p:cNvPr>
          <p:cNvSpPr/>
          <p:nvPr/>
        </p:nvSpPr>
        <p:spPr>
          <a:xfrm>
            <a:off x="9856302" y="4112865"/>
            <a:ext cx="2078523" cy="1000047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8D1E6D27-6EB7-CAE1-4D33-1DE28E42C4B6}"/>
              </a:ext>
            </a:extLst>
          </p:cNvPr>
          <p:cNvSpPr/>
          <p:nvPr/>
        </p:nvSpPr>
        <p:spPr>
          <a:xfrm>
            <a:off x="9659232" y="434296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Bereich 5">
            <a:extLst>
              <a:ext uri="{FF2B5EF4-FFF2-40B4-BE49-F238E27FC236}">
                <a16:creationId xmlns:a16="http://schemas.microsoft.com/office/drawing/2014/main" id="{D883B92B-6FD8-D1CF-BA4E-7DE15157FADB}"/>
              </a:ext>
            </a:extLst>
          </p:cNvPr>
          <p:cNvSpPr/>
          <p:nvPr/>
        </p:nvSpPr>
        <p:spPr>
          <a:xfrm>
            <a:off x="9856302" y="5420421"/>
            <a:ext cx="1966504" cy="771737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3E3D407B-C757-4CE4-C175-3BB01A9974AF}"/>
              </a:ext>
            </a:extLst>
          </p:cNvPr>
          <p:cNvSpPr/>
          <p:nvPr/>
        </p:nvSpPr>
        <p:spPr>
          <a:xfrm>
            <a:off x="9659232" y="57553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BA5A410-20E3-545A-C1F9-74F9053ACB1B}"/>
              </a:ext>
            </a:extLst>
          </p:cNvPr>
          <p:cNvSpPr txBox="1"/>
          <p:nvPr/>
        </p:nvSpPr>
        <p:spPr>
          <a:xfrm>
            <a:off x="5499029" y="549230"/>
            <a:ext cx="5143499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Hinweisfenster #13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Eine der Kuppelplatten auswählen #14, Fenster F1 öffnet sich. Fenster kann verschoben werden beim Klicken und Halten auf den Titel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Auslage #15, zu legende Kuppelplatte kann noch geändert werden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#17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Legen oder abbrechen #18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endParaRPr lang="de-DE" sz="1600" dirty="0">
              <a:solidFill>
                <a:srgbClr val="1A1A1A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BCD6508-82AC-2ACE-B0E7-918CEF98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98003" y="4722353"/>
            <a:ext cx="4734586" cy="386794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9" name="Marker 7">
            <a:extLst>
              <a:ext uri="{FF2B5EF4-FFF2-40B4-BE49-F238E27FC236}">
                <a16:creationId xmlns:a16="http://schemas.microsoft.com/office/drawing/2014/main" id="{958E327C-38CC-EDA3-02E0-814032F7B874}"/>
              </a:ext>
            </a:extLst>
          </p:cNvPr>
          <p:cNvSpPr/>
          <p:nvPr/>
        </p:nvSpPr>
        <p:spPr>
          <a:xfrm>
            <a:off x="2212916" y="4958178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Marker 7">
            <a:extLst>
              <a:ext uri="{FF2B5EF4-FFF2-40B4-BE49-F238E27FC236}">
                <a16:creationId xmlns:a16="http://schemas.microsoft.com/office/drawing/2014/main" id="{9FB792BA-250F-341C-6E57-284E4A8552E6}"/>
              </a:ext>
            </a:extLst>
          </p:cNvPr>
          <p:cNvSpPr/>
          <p:nvPr/>
        </p:nvSpPr>
        <p:spPr>
          <a:xfrm>
            <a:off x="3121679" y="612758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5" name="Marker 7">
            <a:extLst>
              <a:ext uri="{FF2B5EF4-FFF2-40B4-BE49-F238E27FC236}">
                <a16:creationId xmlns:a16="http://schemas.microsoft.com/office/drawing/2014/main" id="{9E40D862-576E-8C68-8DE0-A5A41B6D6EF4}"/>
              </a:ext>
            </a:extLst>
          </p:cNvPr>
          <p:cNvSpPr/>
          <p:nvPr/>
        </p:nvSpPr>
        <p:spPr>
          <a:xfrm>
            <a:off x="4009378" y="698242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1C842F0-C98E-C6E8-96BD-DAD0F3847E32}"/>
              </a:ext>
            </a:extLst>
          </p:cNvPr>
          <p:cNvSpPr/>
          <p:nvPr/>
        </p:nvSpPr>
        <p:spPr>
          <a:xfrm>
            <a:off x="2826781" y="80816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18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3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F630E33-BDDD-BE64-2E3B-00A2C660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14500" y="2483750"/>
            <a:ext cx="9969981" cy="5905972"/>
          </a:xfrm>
          <a:prstGeom prst="rect">
            <a:avLst/>
          </a:prstGeom>
        </p:spPr>
      </p:pic>
      <p:sp>
        <p:nvSpPr>
          <p:cNvPr id="9" name="Bereich 5">
            <a:extLst>
              <a:ext uri="{FF2B5EF4-FFF2-40B4-BE49-F238E27FC236}">
                <a16:creationId xmlns:a16="http://schemas.microsoft.com/office/drawing/2014/main" id="{0B0648F0-7982-FF74-F6C1-61AD3E66871E}"/>
              </a:ext>
            </a:extLst>
          </p:cNvPr>
          <p:cNvSpPr/>
          <p:nvPr/>
        </p:nvSpPr>
        <p:spPr>
          <a:xfrm>
            <a:off x="5156550" y="3940150"/>
            <a:ext cx="1853850" cy="1815800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B29DA71-9CAA-F806-2A63-A9EAC4001C30}"/>
              </a:ext>
            </a:extLst>
          </p:cNvPr>
          <p:cNvSpPr txBox="1"/>
          <p:nvPr/>
        </p:nvSpPr>
        <p:spPr>
          <a:xfrm>
            <a:off x="5446510" y="685388"/>
            <a:ext cx="5143499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Kuppel #19, hier werden die Kuppelplatten #14 platziert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Stand nach dem platzieren #H1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Kuppelplatten können nach dem Platzieren rotiert werden #16. Leiste lässt sich bei Bedarf verschieben.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5613CFE-59C3-C58A-40C7-6D894007FA64}"/>
              </a:ext>
            </a:extLst>
          </p:cNvPr>
          <p:cNvSpPr txBox="1"/>
          <p:nvPr/>
        </p:nvSpPr>
        <p:spPr>
          <a:xfrm>
            <a:off x="512894" y="907594"/>
            <a:ext cx="3989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Spielstart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59B27428-4C66-B279-D71E-D6F2F94209D3}"/>
              </a:ext>
            </a:extLst>
          </p:cNvPr>
          <p:cNvSpPr/>
          <p:nvPr/>
        </p:nvSpPr>
        <p:spPr>
          <a:xfrm>
            <a:off x="4946880" y="40487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19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4EC213-9EAA-1176-C51D-34F8A98D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048" y="5544387"/>
            <a:ext cx="5496692" cy="235300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8" name="Marker 7">
            <a:extLst>
              <a:ext uri="{FF2B5EF4-FFF2-40B4-BE49-F238E27FC236}">
                <a16:creationId xmlns:a16="http://schemas.microsoft.com/office/drawing/2014/main" id="{95850003-2358-49DB-A5FF-7255862023A3}"/>
              </a:ext>
            </a:extLst>
          </p:cNvPr>
          <p:cNvSpPr/>
          <p:nvPr/>
        </p:nvSpPr>
        <p:spPr>
          <a:xfrm>
            <a:off x="3615048" y="601230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H1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1AD0DB5E-E1A0-9E89-90BF-C873D8956B09}"/>
              </a:ext>
            </a:extLst>
          </p:cNvPr>
          <p:cNvSpPr/>
          <p:nvPr/>
        </p:nvSpPr>
        <p:spPr>
          <a:xfrm>
            <a:off x="5018377" y="732095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16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2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F740CDB-481A-216B-58E0-A07C424A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5622" y="2752613"/>
            <a:ext cx="10501794" cy="59187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3B8ACB-8523-2869-488A-DEED69D5839F}"/>
              </a:ext>
            </a:extLst>
          </p:cNvPr>
          <p:cNvSpPr txBox="1"/>
          <p:nvPr/>
        </p:nvSpPr>
        <p:spPr>
          <a:xfrm>
            <a:off x="407623" y="369843"/>
            <a:ext cx="3850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Punkte #43 samt geschätzter Forecast für die Punkte in dieser Runde #43‘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Rundenzähler #44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Wieviel Kuppelplatten können in dieser Runde noch gezogen werden #45. In Runde 1-4 jeweils 2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Neues Spiel starte #46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Aktive Wertungsplatten #47 und #47‘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Logbuch der letzten 30 Züge #48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Anzeige der gültigen Züge #49</a:t>
            </a: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3F2B56DE-ECF6-42C1-AF81-CB11A90897FA}"/>
              </a:ext>
            </a:extLst>
          </p:cNvPr>
          <p:cNvSpPr/>
          <p:nvPr/>
        </p:nvSpPr>
        <p:spPr>
          <a:xfrm>
            <a:off x="5939035" y="33150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99DAEFE0-5AB6-D2B2-F6D9-D61FBADCB4AD}"/>
              </a:ext>
            </a:extLst>
          </p:cNvPr>
          <p:cNvSpPr/>
          <p:nvPr/>
        </p:nvSpPr>
        <p:spPr>
          <a:xfrm>
            <a:off x="6519487" y="305296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43‘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980365D0-90F9-7C95-BA03-4D9F8DACFFEF}"/>
              </a:ext>
            </a:extLst>
          </p:cNvPr>
          <p:cNvSpPr/>
          <p:nvPr/>
        </p:nvSpPr>
        <p:spPr>
          <a:xfrm>
            <a:off x="2699962" y="277662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FC85AEF3-4A27-8D30-B2AC-FCA13179C463}"/>
              </a:ext>
            </a:extLst>
          </p:cNvPr>
          <p:cNvSpPr/>
          <p:nvPr/>
        </p:nvSpPr>
        <p:spPr>
          <a:xfrm>
            <a:off x="2666249" y="359143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06772F86-65A8-FC69-1C47-7F3C79B682C6}"/>
              </a:ext>
            </a:extLst>
          </p:cNvPr>
          <p:cNvSpPr/>
          <p:nvPr/>
        </p:nvSpPr>
        <p:spPr>
          <a:xfrm>
            <a:off x="7221633" y="277662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74DADD44-8C08-83A7-2C01-72F7B453769C}"/>
              </a:ext>
            </a:extLst>
          </p:cNvPr>
          <p:cNvSpPr/>
          <p:nvPr/>
        </p:nvSpPr>
        <p:spPr>
          <a:xfrm>
            <a:off x="8614205" y="303874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CD1ACAD5-9740-E87E-BBD7-E2F20BA2A8AA}"/>
              </a:ext>
            </a:extLst>
          </p:cNvPr>
          <p:cNvSpPr/>
          <p:nvPr/>
        </p:nvSpPr>
        <p:spPr>
          <a:xfrm>
            <a:off x="10945908" y="675807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7‘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Marker 7">
            <a:extLst>
              <a:ext uri="{FF2B5EF4-FFF2-40B4-BE49-F238E27FC236}">
                <a16:creationId xmlns:a16="http://schemas.microsoft.com/office/drawing/2014/main" id="{2F6FA95F-07DE-F73E-3DA0-430303F5F340}"/>
              </a:ext>
            </a:extLst>
          </p:cNvPr>
          <p:cNvSpPr/>
          <p:nvPr/>
        </p:nvSpPr>
        <p:spPr>
          <a:xfrm>
            <a:off x="10633266" y="522454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5" name="Marker 7">
            <a:extLst>
              <a:ext uri="{FF2B5EF4-FFF2-40B4-BE49-F238E27FC236}">
                <a16:creationId xmlns:a16="http://schemas.microsoft.com/office/drawing/2014/main" id="{301C192C-CC5A-87A3-C277-4F558723E6D7}"/>
              </a:ext>
            </a:extLst>
          </p:cNvPr>
          <p:cNvSpPr/>
          <p:nvPr/>
        </p:nvSpPr>
        <p:spPr>
          <a:xfrm>
            <a:off x="10945908" y="727242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4</a:t>
            </a:r>
            <a:r>
              <a:rPr lang="de-AT" sz="1400" b="1" dirty="0">
                <a:solidFill>
                  <a:srgbClr val="FFFFFF"/>
                </a:solidFill>
              </a:rPr>
              <a:t>9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79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C1BEA66-C6FD-2919-D940-CA44438B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90701" y="3886088"/>
            <a:ext cx="10501794" cy="5918775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F6B556D8-9F84-D36D-51ED-AC4A94B43508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4538DA6-2BFD-A337-4E0E-F7F7EC3C90C4}"/>
              </a:ext>
            </a:extLst>
          </p:cNvPr>
          <p:cNvSpPr txBox="1"/>
          <p:nvPr/>
        </p:nvSpPr>
        <p:spPr>
          <a:xfrm>
            <a:off x="4898471" y="437660"/>
            <a:ext cx="7483399" cy="349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1A1A1A"/>
                </a:solidFill>
              </a:rPr>
              <a:t>Mögliche Aktionen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Kuppelplatten aus der Auslage #14 oder dem Stapel #14‘ ziehen und auf die Kuppel #19 legen. Insgesamt 2 Kuppelplatten müssen je Runde &amp; Spieler gezogen werden. Wird von #14‘ gezogen kostet das einen Punkt je Kuppelplatte und es öffnet sich Fenster #F2, ansonsten #F3.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Fliesen von der Sonnenseite #20 der Fabriken auswählen und in eine Reihe #21 oder den Boden #22 legen.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Fliesen von der Mondseite der Fabriken auswählen #23 und wenn möglich eine Reihe #21 oder auf den Boden #22 legen. Fenster #F3 für die Reihenfolge öffnet sich. Reihenfolge des Mondstapels je Fabrik ist in #23‘ ersichtlich. Selektion der Fliesen in #23‘ möglich.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de-DE" sz="1600" dirty="0">
                <a:solidFill>
                  <a:srgbClr val="1A1A1A"/>
                </a:solidFill>
              </a:rPr>
              <a:t>Bonusplättchen nehmen #24 wenn verfügbar – Fabrik muss vollkommen leer sein. 2 müssen je Runde &amp; Spieler gezogen werden.</a:t>
            </a:r>
          </a:p>
        </p:txBody>
      </p:sp>
      <p:sp>
        <p:nvSpPr>
          <p:cNvPr id="27" name="Marker 7">
            <a:extLst>
              <a:ext uri="{FF2B5EF4-FFF2-40B4-BE49-F238E27FC236}">
                <a16:creationId xmlns:a16="http://schemas.microsoft.com/office/drawing/2014/main" id="{5311FC6C-3A63-D8B1-DFFC-25539473EB17}"/>
              </a:ext>
            </a:extLst>
          </p:cNvPr>
          <p:cNvSpPr/>
          <p:nvPr/>
        </p:nvSpPr>
        <p:spPr>
          <a:xfrm>
            <a:off x="10249310" y="586158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3" name="Bereich 5">
            <a:extLst>
              <a:ext uri="{FF2B5EF4-FFF2-40B4-BE49-F238E27FC236}">
                <a16:creationId xmlns:a16="http://schemas.microsoft.com/office/drawing/2014/main" id="{9CCEF828-8991-AE29-04E5-A62BF31494D3}"/>
              </a:ext>
            </a:extLst>
          </p:cNvPr>
          <p:cNvSpPr/>
          <p:nvPr/>
        </p:nvSpPr>
        <p:spPr>
          <a:xfrm>
            <a:off x="3720195" y="5092400"/>
            <a:ext cx="1732796" cy="1801507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ker 7">
            <a:extLst>
              <a:ext uri="{FF2B5EF4-FFF2-40B4-BE49-F238E27FC236}">
                <a16:creationId xmlns:a16="http://schemas.microsoft.com/office/drawing/2014/main" id="{8B74E3BF-8810-C0DB-CE6F-4164BA947EF8}"/>
              </a:ext>
            </a:extLst>
          </p:cNvPr>
          <p:cNvSpPr/>
          <p:nvPr/>
        </p:nvSpPr>
        <p:spPr>
          <a:xfrm>
            <a:off x="3915959" y="564743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7" name="Bereich 5">
            <a:extLst>
              <a:ext uri="{FF2B5EF4-FFF2-40B4-BE49-F238E27FC236}">
                <a16:creationId xmlns:a16="http://schemas.microsoft.com/office/drawing/2014/main" id="{BB93A2DE-1273-C1CF-1268-238A65A33DA5}"/>
              </a:ext>
            </a:extLst>
          </p:cNvPr>
          <p:cNvSpPr/>
          <p:nvPr/>
        </p:nvSpPr>
        <p:spPr>
          <a:xfrm>
            <a:off x="5491743" y="5063492"/>
            <a:ext cx="1890742" cy="1859321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ker 7">
            <a:extLst>
              <a:ext uri="{FF2B5EF4-FFF2-40B4-BE49-F238E27FC236}">
                <a16:creationId xmlns:a16="http://schemas.microsoft.com/office/drawing/2014/main" id="{8B8EAAD5-4950-2DA0-B3E4-4E39D6BD7F53}"/>
              </a:ext>
            </a:extLst>
          </p:cNvPr>
          <p:cNvSpPr/>
          <p:nvPr/>
        </p:nvSpPr>
        <p:spPr>
          <a:xfrm>
            <a:off x="6453385" y="490576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19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Bereich 5">
            <a:extLst>
              <a:ext uri="{FF2B5EF4-FFF2-40B4-BE49-F238E27FC236}">
                <a16:creationId xmlns:a16="http://schemas.microsoft.com/office/drawing/2014/main" id="{A8A740C8-9B4B-6EA4-3CC7-3D5EFB208B11}"/>
              </a:ext>
            </a:extLst>
          </p:cNvPr>
          <p:cNvSpPr/>
          <p:nvPr/>
        </p:nvSpPr>
        <p:spPr>
          <a:xfrm>
            <a:off x="9592894" y="5043934"/>
            <a:ext cx="321178" cy="3223766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2182A48B-1C0C-35A1-CBE3-522A5DBB28A7}"/>
              </a:ext>
            </a:extLst>
          </p:cNvPr>
          <p:cNvSpPr/>
          <p:nvPr/>
        </p:nvSpPr>
        <p:spPr>
          <a:xfrm>
            <a:off x="8951237" y="53581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5" name="Marker 7">
            <a:extLst>
              <a:ext uri="{FF2B5EF4-FFF2-40B4-BE49-F238E27FC236}">
                <a16:creationId xmlns:a16="http://schemas.microsoft.com/office/drawing/2014/main" id="{1CCEB01E-CBD1-0549-6AE8-AC43AD9AB677}"/>
              </a:ext>
            </a:extLst>
          </p:cNvPr>
          <p:cNvSpPr/>
          <p:nvPr/>
        </p:nvSpPr>
        <p:spPr>
          <a:xfrm>
            <a:off x="9452492" y="490576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Bereich 5">
            <a:extLst>
              <a:ext uri="{FF2B5EF4-FFF2-40B4-BE49-F238E27FC236}">
                <a16:creationId xmlns:a16="http://schemas.microsoft.com/office/drawing/2014/main" id="{64E3C814-D26A-14CD-B20C-56E37121C835}"/>
              </a:ext>
            </a:extLst>
          </p:cNvPr>
          <p:cNvSpPr/>
          <p:nvPr/>
        </p:nvSpPr>
        <p:spPr>
          <a:xfrm>
            <a:off x="10210558" y="5073179"/>
            <a:ext cx="2027114" cy="1097279"/>
          </a:xfrm>
          <a:prstGeom prst="roundRect">
            <a:avLst>
              <a:gd name="adj" fmla="val 8062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ereich 5">
            <a:extLst>
              <a:ext uri="{FF2B5EF4-FFF2-40B4-BE49-F238E27FC236}">
                <a16:creationId xmlns:a16="http://schemas.microsoft.com/office/drawing/2014/main" id="{E973ECF4-135B-7124-08D4-69A9636D5B2F}"/>
              </a:ext>
            </a:extLst>
          </p:cNvPr>
          <p:cNvSpPr/>
          <p:nvPr/>
        </p:nvSpPr>
        <p:spPr>
          <a:xfrm>
            <a:off x="7593348" y="4532162"/>
            <a:ext cx="1341097" cy="462056"/>
          </a:xfrm>
          <a:prstGeom prst="roundRect">
            <a:avLst>
              <a:gd name="adj" fmla="val 22491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76561B1C-DCCB-418A-3FD0-F168B24391E5}"/>
              </a:ext>
            </a:extLst>
          </p:cNvPr>
          <p:cNvSpPr/>
          <p:nvPr/>
        </p:nvSpPr>
        <p:spPr>
          <a:xfrm>
            <a:off x="11411313" y="493500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F3314BF4-AC4A-BF0F-EE01-959575B422EB}"/>
              </a:ext>
            </a:extLst>
          </p:cNvPr>
          <p:cNvSpPr/>
          <p:nvPr/>
        </p:nvSpPr>
        <p:spPr>
          <a:xfrm>
            <a:off x="8706680" y="46572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" name="Marker 7">
            <a:extLst>
              <a:ext uri="{FF2B5EF4-FFF2-40B4-BE49-F238E27FC236}">
                <a16:creationId xmlns:a16="http://schemas.microsoft.com/office/drawing/2014/main" id="{B99B07EB-AE0E-B489-6AA7-3EDD3053D47E}"/>
              </a:ext>
            </a:extLst>
          </p:cNvPr>
          <p:cNvSpPr/>
          <p:nvPr/>
        </p:nvSpPr>
        <p:spPr>
          <a:xfrm>
            <a:off x="9405817" y="923740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2</a:t>
            </a:r>
            <a:r>
              <a:rPr lang="de-AT" sz="1400" b="1" dirty="0">
                <a:solidFill>
                  <a:srgbClr val="FFFFFF"/>
                </a:solidFill>
              </a:rPr>
              <a:t>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A0CDB2-2895-6461-4B66-3187FB2A42B0}"/>
              </a:ext>
            </a:extLst>
          </p:cNvPr>
          <p:cNvSpPr txBox="1"/>
          <p:nvPr/>
        </p:nvSpPr>
        <p:spPr>
          <a:xfrm>
            <a:off x="179023" y="1555629"/>
            <a:ext cx="3850052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Je nach gewählter Fliese wird die Reihe #21 farblich hervorgehoben in der gelegt werden kann.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Gewählte Fliese kann auch auf den Boden / Strafleiste #22 gelegt werden. Dies kostet je abgelegter Fliese mehr (die erste -1, die zweite -2, </a:t>
            </a:r>
            <a:r>
              <a:rPr lang="de-DE" sz="1200" dirty="0" err="1">
                <a:solidFill>
                  <a:srgbClr val="1A1A1A"/>
                </a:solidFill>
              </a:rPr>
              <a:t>usw</a:t>
            </a:r>
            <a:r>
              <a:rPr lang="de-DE" sz="1200" dirty="0">
                <a:solidFill>
                  <a:srgbClr val="1A1A1A"/>
                </a:solidFill>
              </a:rPr>
              <a:t>) und ist additiv. Zwei Fliesen hier bedeuten -3 Punkte. Drei Fliesen dann bereits -6 Punkte.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1A1A1A"/>
                </a:solidFill>
              </a:rPr>
              <a:t>Ablage für Bonuschips #25. Dies können später eingelöst werden, um Musterreihen zu vervollständigen.</a:t>
            </a:r>
          </a:p>
        </p:txBody>
      </p:sp>
      <p:sp>
        <p:nvSpPr>
          <p:cNvPr id="14" name="Bereich 5">
            <a:extLst>
              <a:ext uri="{FF2B5EF4-FFF2-40B4-BE49-F238E27FC236}">
                <a16:creationId xmlns:a16="http://schemas.microsoft.com/office/drawing/2014/main" id="{879B7662-8AA0-EB17-9863-5151E99E2BAA}"/>
              </a:ext>
            </a:extLst>
          </p:cNvPr>
          <p:cNvSpPr/>
          <p:nvPr/>
        </p:nvSpPr>
        <p:spPr>
          <a:xfrm>
            <a:off x="2289176" y="5092400"/>
            <a:ext cx="1314246" cy="547830"/>
          </a:xfrm>
          <a:prstGeom prst="roundRect">
            <a:avLst>
              <a:gd name="adj" fmla="val 947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arker 7">
            <a:extLst>
              <a:ext uri="{FF2B5EF4-FFF2-40B4-BE49-F238E27FC236}">
                <a16:creationId xmlns:a16="http://schemas.microsoft.com/office/drawing/2014/main" id="{4DDFF91F-A342-8DB0-B316-10A0E51909E0}"/>
              </a:ext>
            </a:extLst>
          </p:cNvPr>
          <p:cNvSpPr/>
          <p:nvPr/>
        </p:nvSpPr>
        <p:spPr>
          <a:xfrm>
            <a:off x="2080143" y="517312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1" name="Bereich 5">
            <a:extLst>
              <a:ext uri="{FF2B5EF4-FFF2-40B4-BE49-F238E27FC236}">
                <a16:creationId xmlns:a16="http://schemas.microsoft.com/office/drawing/2014/main" id="{F27DB887-F34C-D873-2B3D-24E26F5D19A8}"/>
              </a:ext>
            </a:extLst>
          </p:cNvPr>
          <p:cNvSpPr/>
          <p:nvPr/>
        </p:nvSpPr>
        <p:spPr>
          <a:xfrm>
            <a:off x="2301769" y="5687638"/>
            <a:ext cx="1301652" cy="694099"/>
          </a:xfrm>
          <a:prstGeom prst="roundRect">
            <a:avLst>
              <a:gd name="adj" fmla="val 1351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ker 7">
            <a:extLst>
              <a:ext uri="{FF2B5EF4-FFF2-40B4-BE49-F238E27FC236}">
                <a16:creationId xmlns:a16="http://schemas.microsoft.com/office/drawing/2014/main" id="{9A37879B-09AE-D43D-A4CC-7E39D2F99344}"/>
              </a:ext>
            </a:extLst>
          </p:cNvPr>
          <p:cNvSpPr/>
          <p:nvPr/>
        </p:nvSpPr>
        <p:spPr>
          <a:xfrm>
            <a:off x="2061219" y="619286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1" name="Marker 7">
            <a:extLst>
              <a:ext uri="{FF2B5EF4-FFF2-40B4-BE49-F238E27FC236}">
                <a16:creationId xmlns:a16="http://schemas.microsoft.com/office/drawing/2014/main" id="{38921BE3-4A2A-C7C6-EE66-31A3C41EBF06}"/>
              </a:ext>
            </a:extLst>
          </p:cNvPr>
          <p:cNvSpPr/>
          <p:nvPr/>
        </p:nvSpPr>
        <p:spPr>
          <a:xfrm>
            <a:off x="8421879" y="646921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4" name="Marker 7">
            <a:extLst>
              <a:ext uri="{FF2B5EF4-FFF2-40B4-BE49-F238E27FC236}">
                <a16:creationId xmlns:a16="http://schemas.microsoft.com/office/drawing/2014/main" id="{2566BD52-4623-3A73-0D71-423072A09347}"/>
              </a:ext>
            </a:extLst>
          </p:cNvPr>
          <p:cNvSpPr/>
          <p:nvPr/>
        </p:nvSpPr>
        <p:spPr>
          <a:xfrm>
            <a:off x="8418051" y="743442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23‘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" name="Marker 7">
            <a:extLst>
              <a:ext uri="{FF2B5EF4-FFF2-40B4-BE49-F238E27FC236}">
                <a16:creationId xmlns:a16="http://schemas.microsoft.com/office/drawing/2014/main" id="{91862936-068B-F94F-6ACD-16739CC052E3}"/>
              </a:ext>
            </a:extLst>
          </p:cNvPr>
          <p:cNvSpPr/>
          <p:nvPr/>
        </p:nvSpPr>
        <p:spPr>
          <a:xfrm>
            <a:off x="8432278" y="846056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23‘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26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9">
            <a:extLst>
              <a:ext uri="{FF2B5EF4-FFF2-40B4-BE49-F238E27FC236}">
                <a16:creationId xmlns:a16="http://schemas.microsoft.com/office/drawing/2014/main" id="{9D84CB75-A334-A481-8270-55CB4232030B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Kuppelplatte vom Stapel ziehen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CA01429-1381-E763-DBB8-DEA269A78BDC}"/>
              </a:ext>
            </a:extLst>
          </p:cNvPr>
          <p:cNvSpPr txBox="1"/>
          <p:nvPr/>
        </p:nvSpPr>
        <p:spPr>
          <a:xfrm>
            <a:off x="6450246" y="794957"/>
            <a:ext cx="657860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Kuppelplatten vom Stapel ziehen #14‘ und auf die Kuppel #19 legen. Insgesamt 2 Kuppelplatten müssen je Runde &amp; Spieler gezogen werden. Über das Symbol lässt sich erkennen ob es sich um eine Spezialplatte oder um eine </a:t>
            </a:r>
            <a:r>
              <a:rPr lang="de-DE" sz="1600" dirty="0" err="1">
                <a:solidFill>
                  <a:srgbClr val="1A1A1A"/>
                </a:solidFill>
              </a:rPr>
              <a:t>Jokerplatte</a:t>
            </a:r>
            <a:r>
              <a:rPr lang="de-DE" sz="1600" dirty="0">
                <a:solidFill>
                  <a:srgbClr val="1A1A1A"/>
                </a:solidFill>
              </a:rPr>
              <a:t> handelt.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mehrere Platten gezogen werden #26, Kosten jedoch jeweils -1 Punkt. Die bisherigen Rückseiten sind bekannt. Vorderseiten werden erst sichtbar sobald das Ziehen abgeschlossen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Abschluss des Ziehens #27, Übergang in die Auswahl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Zuerst selektieren welche Platte gelegt werden soll #15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Dann Reihenfolge der zurückgelegten Platten auswählen #28 – erst relevant bei mehr als 2 gezogenen Kuppelplatten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Zurücksetzen der gewählten Reihenfolge #29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der zu legenden und rotierten Kuppelplatte #17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Bestätigen, kein Abbruch möglich #30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EF8E68F-5111-B276-ABF4-8B6964E3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1312" y="2315237"/>
            <a:ext cx="4725059" cy="235337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Marker 7">
            <a:extLst>
              <a:ext uri="{FF2B5EF4-FFF2-40B4-BE49-F238E27FC236}">
                <a16:creationId xmlns:a16="http://schemas.microsoft.com/office/drawing/2014/main" id="{2090BC27-F475-4BDE-100E-B8C71069E552}"/>
              </a:ext>
            </a:extLst>
          </p:cNvPr>
          <p:cNvSpPr/>
          <p:nvPr/>
        </p:nvSpPr>
        <p:spPr>
          <a:xfrm>
            <a:off x="463841" y="402964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1" name="Marker 7">
            <a:extLst>
              <a:ext uri="{FF2B5EF4-FFF2-40B4-BE49-F238E27FC236}">
                <a16:creationId xmlns:a16="http://schemas.microsoft.com/office/drawing/2014/main" id="{6463C5F5-985F-C1A3-D73F-608FF610CF4E}"/>
              </a:ext>
            </a:extLst>
          </p:cNvPr>
          <p:cNvSpPr/>
          <p:nvPr/>
        </p:nvSpPr>
        <p:spPr>
          <a:xfrm>
            <a:off x="4627694" y="389146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27</a:t>
            </a:r>
            <a:endParaRPr sz="1400" b="1" dirty="0">
              <a:solidFill>
                <a:srgbClr val="FFFFFF"/>
              </a:solidFill>
            </a:endParaRP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B39DEFBE-66D1-0705-C87C-369D98094C89}"/>
              </a:ext>
            </a:extLst>
          </p:cNvPr>
          <p:cNvGrpSpPr/>
          <p:nvPr/>
        </p:nvGrpSpPr>
        <p:grpSpPr>
          <a:xfrm>
            <a:off x="812585" y="5681939"/>
            <a:ext cx="4253613" cy="3629532"/>
            <a:chOff x="-4522679" y="429734"/>
            <a:chExt cx="4253613" cy="3629532"/>
          </a:xfrm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D1F5BEA9-F111-3BD1-55DF-FDFEB6C2A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-4522679" y="429734"/>
              <a:ext cx="4253613" cy="3629532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37" name="Marker 7">
              <a:extLst>
                <a:ext uri="{FF2B5EF4-FFF2-40B4-BE49-F238E27FC236}">
                  <a16:creationId xmlns:a16="http://schemas.microsoft.com/office/drawing/2014/main" id="{BBEBB5BE-A3F7-7286-7C91-A747CD4B927E}"/>
                </a:ext>
              </a:extLst>
            </p:cNvPr>
            <p:cNvSpPr/>
            <p:nvPr/>
          </p:nvSpPr>
          <p:spPr>
            <a:xfrm>
              <a:off x="-4073007" y="1968155"/>
              <a:ext cx="276345" cy="276345"/>
            </a:xfrm>
            <a:prstGeom prst="ellipse">
              <a:avLst/>
            </a:prstGeom>
            <a:solidFill>
              <a:srgbClr val="E81C2E"/>
            </a:solidFill>
            <a:ln w="2222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63" name="Marker 7">
            <a:extLst>
              <a:ext uri="{FF2B5EF4-FFF2-40B4-BE49-F238E27FC236}">
                <a16:creationId xmlns:a16="http://schemas.microsoft.com/office/drawing/2014/main" id="{9A69BD35-139C-722D-C0DA-5857C7FA41E3}"/>
              </a:ext>
            </a:extLst>
          </p:cNvPr>
          <p:cNvSpPr/>
          <p:nvPr/>
        </p:nvSpPr>
        <p:spPr>
          <a:xfrm>
            <a:off x="252418" y="5866424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F2</a:t>
            </a:r>
            <a:endParaRPr sz="1400" b="1" dirty="0">
              <a:solidFill>
                <a:srgbClr val="FFFFFF"/>
              </a:solidFill>
            </a:endParaRP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32AA8867-6DF0-8856-8358-3FABC5A7FD8B}"/>
              </a:ext>
            </a:extLst>
          </p:cNvPr>
          <p:cNvGrpSpPr/>
          <p:nvPr/>
        </p:nvGrpSpPr>
        <p:grpSpPr>
          <a:xfrm>
            <a:off x="6579394" y="5508917"/>
            <a:ext cx="5052291" cy="3999969"/>
            <a:chOff x="156847" y="5437898"/>
            <a:chExt cx="5052291" cy="3999969"/>
          </a:xfrm>
        </p:grpSpPr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822C9492-21F0-813C-BE09-45CB4E85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36447" y="5437898"/>
              <a:ext cx="4772691" cy="3999969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</p:pic>
        <p:sp>
          <p:nvSpPr>
            <p:cNvPr id="49" name="Marker 7">
              <a:extLst>
                <a:ext uri="{FF2B5EF4-FFF2-40B4-BE49-F238E27FC236}">
                  <a16:creationId xmlns:a16="http://schemas.microsoft.com/office/drawing/2014/main" id="{08F07ED9-59AA-E018-1D3B-A667E44DD4AF}"/>
                </a:ext>
              </a:extLst>
            </p:cNvPr>
            <p:cNvSpPr/>
            <p:nvPr/>
          </p:nvSpPr>
          <p:spPr>
            <a:xfrm>
              <a:off x="1256336" y="7060983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28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1" name="Marker 7">
              <a:extLst>
                <a:ext uri="{FF2B5EF4-FFF2-40B4-BE49-F238E27FC236}">
                  <a16:creationId xmlns:a16="http://schemas.microsoft.com/office/drawing/2014/main" id="{B0329732-B19D-68C8-E872-7FBF682D5E53}"/>
                </a:ext>
              </a:extLst>
            </p:cNvPr>
            <p:cNvSpPr/>
            <p:nvPr/>
          </p:nvSpPr>
          <p:spPr>
            <a:xfrm>
              <a:off x="1938238" y="8374119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17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53" name="Marker 7">
              <a:extLst>
                <a:ext uri="{FF2B5EF4-FFF2-40B4-BE49-F238E27FC236}">
                  <a16:creationId xmlns:a16="http://schemas.microsoft.com/office/drawing/2014/main" id="{D2D66634-0C18-CFFF-5F5F-01EDE94ECE09}"/>
                </a:ext>
              </a:extLst>
            </p:cNvPr>
            <p:cNvSpPr/>
            <p:nvPr/>
          </p:nvSpPr>
          <p:spPr>
            <a:xfrm>
              <a:off x="801418" y="8929467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30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1" name="Marker 7">
              <a:extLst>
                <a:ext uri="{FF2B5EF4-FFF2-40B4-BE49-F238E27FC236}">
                  <a16:creationId xmlns:a16="http://schemas.microsoft.com/office/drawing/2014/main" id="{52515903-AF8B-A543-3467-6807F770C4F6}"/>
                </a:ext>
              </a:extLst>
            </p:cNvPr>
            <p:cNvSpPr/>
            <p:nvPr/>
          </p:nvSpPr>
          <p:spPr>
            <a:xfrm>
              <a:off x="4639354" y="6741096"/>
              <a:ext cx="276345" cy="276345"/>
            </a:xfrm>
            <a:prstGeom prst="ellipse">
              <a:avLst/>
            </a:prstGeom>
            <a:solidFill>
              <a:srgbClr val="E81C2E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29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5" name="Marker 7">
              <a:extLst>
                <a:ext uri="{FF2B5EF4-FFF2-40B4-BE49-F238E27FC236}">
                  <a16:creationId xmlns:a16="http://schemas.microsoft.com/office/drawing/2014/main" id="{5ABE8AEE-512C-E44A-D09B-1D71C660B34E}"/>
                </a:ext>
              </a:extLst>
            </p:cNvPr>
            <p:cNvSpPr/>
            <p:nvPr/>
          </p:nvSpPr>
          <p:spPr>
            <a:xfrm>
              <a:off x="156847" y="5690757"/>
              <a:ext cx="432000" cy="4320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AT" sz="1400" b="1" dirty="0">
                  <a:solidFill>
                    <a:srgbClr val="FFFFFF"/>
                  </a:solidFill>
                </a:rPr>
                <a:t>F2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70" name="Marker 7">
            <a:extLst>
              <a:ext uri="{FF2B5EF4-FFF2-40B4-BE49-F238E27FC236}">
                <a16:creationId xmlns:a16="http://schemas.microsoft.com/office/drawing/2014/main" id="{701DB5C7-1E8D-4EC0-1495-F30BC1F5053A}"/>
              </a:ext>
            </a:extLst>
          </p:cNvPr>
          <p:cNvSpPr/>
          <p:nvPr/>
        </p:nvSpPr>
        <p:spPr>
          <a:xfrm>
            <a:off x="89853" y="203720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F2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549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5877FED-4560-EDDA-1FD7-F33138DC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5330" y="1593236"/>
            <a:ext cx="4734449" cy="446784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7FB63B75-7CF3-DE6F-2459-0D8BE3D8648F}"/>
              </a:ext>
            </a:extLst>
          </p:cNvPr>
          <p:cNvSpPr/>
          <p:nvPr/>
        </p:nvSpPr>
        <p:spPr>
          <a:xfrm>
            <a:off x="789262" y="2243268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A31611-1CC2-5C70-9192-1EC32A3EFB29}"/>
              </a:ext>
            </a:extLst>
          </p:cNvPr>
          <p:cNvSpPr txBox="1"/>
          <p:nvPr/>
        </p:nvSpPr>
        <p:spPr>
          <a:xfrm>
            <a:off x="6269942" y="2121481"/>
            <a:ext cx="65786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mehrere Platten gezogen werden #26, Kosten jedoch jeweils -1 Punkt. Die bisherigen Rückseiten sind bekannt. Vorderseiten werden erst sichtbar sobald das Ziehen abgeschlossen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Abschluss des Ziehens #27, Übergang in die Auswahl, weiter mit Fenster #F2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Auslage #15, zu legende Kuppelplatte kann noch geändert werden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#17der zu legenden Kuppelplatte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 oder Abbrechen #18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6E1E8761-3CEE-0678-0318-DEC9C40CD06C}"/>
              </a:ext>
            </a:extLst>
          </p:cNvPr>
          <p:cNvSpPr/>
          <p:nvPr/>
        </p:nvSpPr>
        <p:spPr>
          <a:xfrm>
            <a:off x="1104454" y="340360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26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13DEDC8D-F3D6-CB08-968B-7B7C8E5706C5}"/>
              </a:ext>
            </a:extLst>
          </p:cNvPr>
          <p:cNvSpPr/>
          <p:nvPr/>
        </p:nvSpPr>
        <p:spPr>
          <a:xfrm>
            <a:off x="3784154" y="3417836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53B871B-F4DA-3731-9464-EDDB91D6499A}"/>
              </a:ext>
            </a:extLst>
          </p:cNvPr>
          <p:cNvSpPr/>
          <p:nvPr/>
        </p:nvSpPr>
        <p:spPr>
          <a:xfrm>
            <a:off x="1892112" y="2398923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1F010F69-680A-5C62-E1EF-1E69B95A155B}"/>
              </a:ext>
            </a:extLst>
          </p:cNvPr>
          <p:cNvSpPr/>
          <p:nvPr/>
        </p:nvSpPr>
        <p:spPr>
          <a:xfrm>
            <a:off x="2345670" y="450659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17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9" name="Marker 7">
            <a:extLst>
              <a:ext uri="{FF2B5EF4-FFF2-40B4-BE49-F238E27FC236}">
                <a16:creationId xmlns:a16="http://schemas.microsoft.com/office/drawing/2014/main" id="{9F7A3C52-BCE1-1899-46BA-E956F932561B}"/>
              </a:ext>
            </a:extLst>
          </p:cNvPr>
          <p:cNvSpPr/>
          <p:nvPr/>
        </p:nvSpPr>
        <p:spPr>
          <a:xfrm>
            <a:off x="1380799" y="5352154"/>
            <a:ext cx="276345" cy="276345"/>
          </a:xfrm>
          <a:prstGeom prst="ellipse">
            <a:avLst/>
          </a:prstGeom>
          <a:solidFill>
            <a:srgbClr val="E81C2E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AB92A02D-D4A6-C244-2097-B46754C3A01E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Kuppelplatte von der Auslage ziehen</a:t>
            </a:r>
            <a:endParaRPr sz="2000" b="1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79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>
            <a:extLst>
              <a:ext uri="{FF2B5EF4-FFF2-40B4-BE49-F238E27FC236}">
                <a16:creationId xmlns:a16="http://schemas.microsoft.com/office/drawing/2014/main" id="{34E37168-A611-AB64-09C5-8D65E9D9EE7C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1 – Detail: Mondbereich stapeln</a:t>
            </a:r>
            <a:endParaRPr sz="2000" b="1" dirty="0">
              <a:solidFill>
                <a:srgbClr val="1A1A1A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1FA472-6F0F-2292-6B9C-B6725368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2460" y="3019208"/>
            <a:ext cx="3801005" cy="414572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Marker 7">
            <a:extLst>
              <a:ext uri="{FF2B5EF4-FFF2-40B4-BE49-F238E27FC236}">
                <a16:creationId xmlns:a16="http://schemas.microsoft.com/office/drawing/2014/main" id="{AD2976CA-ADF9-6D66-AFA3-E13727AC1C2D}"/>
              </a:ext>
            </a:extLst>
          </p:cNvPr>
          <p:cNvSpPr/>
          <p:nvPr/>
        </p:nvSpPr>
        <p:spPr>
          <a:xfrm>
            <a:off x="788994" y="3137631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B1C9B148-F9FB-7B86-5A70-4ADA2AE19C9A}"/>
              </a:ext>
            </a:extLst>
          </p:cNvPr>
          <p:cNvSpPr/>
          <p:nvPr/>
        </p:nvSpPr>
        <p:spPr>
          <a:xfrm>
            <a:off x="2196355" y="495389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FD7D64C4-F16F-493A-E02C-C566F4403ADF}"/>
              </a:ext>
            </a:extLst>
          </p:cNvPr>
          <p:cNvSpPr/>
          <p:nvPr/>
        </p:nvSpPr>
        <p:spPr>
          <a:xfrm>
            <a:off x="4866460" y="5417538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Marker 7">
            <a:extLst>
              <a:ext uri="{FF2B5EF4-FFF2-40B4-BE49-F238E27FC236}">
                <a16:creationId xmlns:a16="http://schemas.microsoft.com/office/drawing/2014/main" id="{4CA1FBEA-6140-F696-0B6C-F91B9B361984}"/>
              </a:ext>
            </a:extLst>
          </p:cNvPr>
          <p:cNvSpPr/>
          <p:nvPr/>
        </p:nvSpPr>
        <p:spPr>
          <a:xfrm>
            <a:off x="2335534" y="576580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CC72BF3C-63E8-3CAA-A156-7D9175FE4A51}"/>
              </a:ext>
            </a:extLst>
          </p:cNvPr>
          <p:cNvSpPr/>
          <p:nvPr/>
        </p:nvSpPr>
        <p:spPr>
          <a:xfrm>
            <a:off x="4273233" y="652671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30DCF10-A3C2-C09B-04D9-030740560B60}"/>
              </a:ext>
            </a:extLst>
          </p:cNvPr>
          <p:cNvSpPr txBox="1"/>
          <p:nvPr/>
        </p:nvSpPr>
        <p:spPr>
          <a:xfrm>
            <a:off x="3783119" y="1515962"/>
            <a:ext cx="6578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Noch offene Fliesen für die Reihenfolge #31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Vorschau der Reihenfolge #32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Reihenfolge zurücksetzen #33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Stapel bestätigen oder Aktion abbrechen #34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22861A1-4D5C-58D7-306A-80DC4986C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91008" y="2975056"/>
            <a:ext cx="3687337" cy="441069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8" name="Marker 7">
            <a:extLst>
              <a:ext uri="{FF2B5EF4-FFF2-40B4-BE49-F238E27FC236}">
                <a16:creationId xmlns:a16="http://schemas.microsoft.com/office/drawing/2014/main" id="{0EAF1E04-E24C-19AD-E0BD-5569644941E2}"/>
              </a:ext>
            </a:extLst>
          </p:cNvPr>
          <p:cNvSpPr/>
          <p:nvPr/>
        </p:nvSpPr>
        <p:spPr>
          <a:xfrm>
            <a:off x="6465582" y="3250692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F4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D56432B6-B5A2-CE67-CB08-F5C0C37746A5}"/>
              </a:ext>
            </a:extLst>
          </p:cNvPr>
          <p:cNvSpPr/>
          <p:nvPr/>
        </p:nvSpPr>
        <p:spPr>
          <a:xfrm>
            <a:off x="5467350" y="5101655"/>
            <a:ext cx="933450" cy="2571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08286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>
            <a:extLst>
              <a:ext uri="{FF2B5EF4-FFF2-40B4-BE49-F238E27FC236}">
                <a16:creationId xmlns:a16="http://schemas.microsoft.com/office/drawing/2014/main" id="{B8765937-5DA7-AE19-0BEF-9C2D921DD529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2: Runde abrechnen</a:t>
            </a:r>
            <a:endParaRPr sz="2000" b="1" dirty="0">
              <a:solidFill>
                <a:srgbClr val="1A1A1A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E0BB37-AEC4-88AB-75AB-26553DCE0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1251" y="1476374"/>
            <a:ext cx="9997446" cy="5538629"/>
          </a:xfrm>
          <a:prstGeom prst="rect">
            <a:avLst/>
          </a:prstGeom>
        </p:spPr>
      </p:pic>
      <p:sp>
        <p:nvSpPr>
          <p:cNvPr id="8" name="Marker 7">
            <a:extLst>
              <a:ext uri="{FF2B5EF4-FFF2-40B4-BE49-F238E27FC236}">
                <a16:creationId xmlns:a16="http://schemas.microsoft.com/office/drawing/2014/main" id="{DA0DBE75-D4E4-9009-8145-CA524CF16E0F}"/>
              </a:ext>
            </a:extLst>
          </p:cNvPr>
          <p:cNvSpPr/>
          <p:nvPr/>
        </p:nvSpPr>
        <p:spPr>
          <a:xfrm>
            <a:off x="3941359" y="263753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A18779B-2D12-6108-A1D8-06AD00BEBD5F}"/>
              </a:ext>
            </a:extLst>
          </p:cNvPr>
          <p:cNvSpPr txBox="1"/>
          <p:nvPr/>
        </p:nvSpPr>
        <p:spPr>
          <a:xfrm>
            <a:off x="5872618" y="2769988"/>
            <a:ext cx="4455208" cy="4237057"/>
          </a:xfrm>
          <a:custGeom>
            <a:avLst/>
            <a:gdLst>
              <a:gd name="csX0" fmla="*/ 0 w 4455208"/>
              <a:gd name="csY0" fmla="*/ 0 h 4237057"/>
              <a:gd name="csX1" fmla="*/ 4455208 w 4455208"/>
              <a:gd name="csY1" fmla="*/ 0 h 4237057"/>
              <a:gd name="csX2" fmla="*/ 4455208 w 4455208"/>
              <a:gd name="csY2" fmla="*/ 4237057 h 4237057"/>
              <a:gd name="csX3" fmla="*/ 0 w 4455208"/>
              <a:gd name="csY3" fmla="*/ 4237057 h 4237057"/>
              <a:gd name="csX4" fmla="*/ 0 w 4455208"/>
              <a:gd name="csY4" fmla="*/ 0 h 4237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208" h="4237057" fill="none" extrusionOk="0">
                <a:moveTo>
                  <a:pt x="0" y="0"/>
                </a:moveTo>
                <a:cubicBezTo>
                  <a:pt x="1249259" y="-143182"/>
                  <a:pt x="3504344" y="-123185"/>
                  <a:pt x="4455208" y="0"/>
                </a:cubicBezTo>
                <a:cubicBezTo>
                  <a:pt x="4621038" y="1308269"/>
                  <a:pt x="4358757" y="2283196"/>
                  <a:pt x="4455208" y="4237057"/>
                </a:cubicBezTo>
                <a:cubicBezTo>
                  <a:pt x="2482747" y="4196000"/>
                  <a:pt x="1471973" y="4136671"/>
                  <a:pt x="0" y="4237057"/>
                </a:cubicBezTo>
                <a:cubicBezTo>
                  <a:pt x="-150974" y="3211002"/>
                  <a:pt x="12648" y="1450114"/>
                  <a:pt x="0" y="0"/>
                </a:cubicBezTo>
                <a:close/>
              </a:path>
              <a:path w="4455208" h="4237057" stroke="0" extrusionOk="0">
                <a:moveTo>
                  <a:pt x="0" y="0"/>
                </a:moveTo>
                <a:cubicBezTo>
                  <a:pt x="635919" y="-118874"/>
                  <a:pt x="2238219" y="84730"/>
                  <a:pt x="4455208" y="0"/>
                </a:cubicBezTo>
                <a:cubicBezTo>
                  <a:pt x="4522974" y="606841"/>
                  <a:pt x="4568344" y="3123513"/>
                  <a:pt x="4455208" y="4237057"/>
                </a:cubicBezTo>
                <a:cubicBezTo>
                  <a:pt x="2705387" y="4071319"/>
                  <a:pt x="551885" y="4371489"/>
                  <a:pt x="0" y="4237057"/>
                </a:cubicBezTo>
                <a:cubicBezTo>
                  <a:pt x="-18077" y="3138159"/>
                  <a:pt x="-50488" y="198422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8838238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Reihen werden nacheinander abgerechnet, immer mit Reihe 1 beginnend. Aktuelle Reihe wird hervorgehoben #21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Hinweisfenster #13 zeigt ebenfalls an in welcher Reihe wir uns gerade befinden und was zu tun ist.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valide Position in dieser Reihe werden pulsierend auf der Kuppelplatte #35 angezeigt. Einmal draufklicken zum setzen. Nochmal auf die Position klicken zum Abschließen dieser Reihe. Solange noch nicht abgeschlossen wurde kann noch innerhalb der Reihe auf einen anderen Fliesenplatz umgesetzt werden.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Wenn alle Reihen abgeschlossen sind erscheint #H2 im Bereich von #13. Gibt das OK #36 für die KI fortzufahren.  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12" name="Marker 7">
            <a:extLst>
              <a:ext uri="{FF2B5EF4-FFF2-40B4-BE49-F238E27FC236}">
                <a16:creationId xmlns:a16="http://schemas.microsoft.com/office/drawing/2014/main" id="{D090C9BF-0497-0C30-A028-46321CB8DF40}"/>
              </a:ext>
            </a:extLst>
          </p:cNvPr>
          <p:cNvSpPr/>
          <p:nvPr/>
        </p:nvSpPr>
        <p:spPr>
          <a:xfrm>
            <a:off x="10902352" y="237541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13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4" name="Marker 7">
            <a:extLst>
              <a:ext uri="{FF2B5EF4-FFF2-40B4-BE49-F238E27FC236}">
                <a16:creationId xmlns:a16="http://schemas.microsoft.com/office/drawing/2014/main" id="{1E953922-3CD5-95E0-6078-BDBF0D5B30DF}"/>
              </a:ext>
            </a:extLst>
          </p:cNvPr>
          <p:cNvSpPr/>
          <p:nvPr/>
        </p:nvSpPr>
        <p:spPr>
          <a:xfrm>
            <a:off x="5114300" y="236118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35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4655349-2B85-F05B-50CE-3728CB8C2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7826" y="3481688"/>
            <a:ext cx="2372056" cy="982061"/>
          </a:xfrm>
          <a:prstGeom prst="rect">
            <a:avLst/>
          </a:prstGeom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8" name="Marker 7">
            <a:extLst>
              <a:ext uri="{FF2B5EF4-FFF2-40B4-BE49-F238E27FC236}">
                <a16:creationId xmlns:a16="http://schemas.microsoft.com/office/drawing/2014/main" id="{D7F766F2-8ABA-3EBC-070E-35AD29A4E25B}"/>
              </a:ext>
            </a:extLst>
          </p:cNvPr>
          <p:cNvSpPr/>
          <p:nvPr/>
        </p:nvSpPr>
        <p:spPr>
          <a:xfrm>
            <a:off x="12483882" y="3380576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H2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0" name="Marker 7">
            <a:extLst>
              <a:ext uri="{FF2B5EF4-FFF2-40B4-BE49-F238E27FC236}">
                <a16:creationId xmlns:a16="http://schemas.microsoft.com/office/drawing/2014/main" id="{CF3D2567-5B64-3518-0F4F-E13DA646A129}"/>
              </a:ext>
            </a:extLst>
          </p:cNvPr>
          <p:cNvSpPr/>
          <p:nvPr/>
        </p:nvSpPr>
        <p:spPr>
          <a:xfrm>
            <a:off x="12509706" y="4299677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36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45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FDD0DDD-EC01-0CA5-C926-9B661FCF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71800" y="1541898"/>
            <a:ext cx="8880055" cy="5141776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7C35F62E-6C1B-AC89-2936-81BAF9694279}"/>
              </a:ext>
            </a:extLst>
          </p:cNvPr>
          <p:cNvSpPr txBox="1"/>
          <p:nvPr/>
        </p:nvSpPr>
        <p:spPr>
          <a:xfrm>
            <a:off x="512894" y="907594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2000" b="1" dirty="0">
                <a:solidFill>
                  <a:srgbClr val="1A1A1A"/>
                </a:solidFill>
              </a:rPr>
              <a:t>Phase 2 – Detail: Bonusplättchen</a:t>
            </a:r>
            <a:endParaRPr sz="2000" b="1" dirty="0">
              <a:solidFill>
                <a:srgbClr val="1A1A1A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F548CB97-6201-917D-0CAC-0559EED2BD2E}"/>
              </a:ext>
            </a:extLst>
          </p:cNvPr>
          <p:cNvSpPr/>
          <p:nvPr/>
        </p:nvSpPr>
        <p:spPr>
          <a:xfrm>
            <a:off x="4722409" y="3214482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" name="Bereich 5">
            <a:extLst>
              <a:ext uri="{FF2B5EF4-FFF2-40B4-BE49-F238E27FC236}">
                <a16:creationId xmlns:a16="http://schemas.microsoft.com/office/drawing/2014/main" id="{42A4CFD9-22CF-4E27-2EEA-470CD574E38A}"/>
              </a:ext>
            </a:extLst>
          </p:cNvPr>
          <p:cNvSpPr/>
          <p:nvPr/>
        </p:nvSpPr>
        <p:spPr>
          <a:xfrm>
            <a:off x="3120918" y="3033713"/>
            <a:ext cx="1359641" cy="791527"/>
          </a:xfrm>
          <a:prstGeom prst="roundRect">
            <a:avLst>
              <a:gd name="adj" fmla="val 13517"/>
            </a:avLst>
          </a:prstGeom>
          <a:noFill/>
          <a:ln w="28575">
            <a:solidFill>
              <a:srgbClr val="E8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ker 7">
            <a:extLst>
              <a:ext uri="{FF2B5EF4-FFF2-40B4-BE49-F238E27FC236}">
                <a16:creationId xmlns:a16="http://schemas.microsoft.com/office/drawing/2014/main" id="{2F14D860-9074-208C-180F-911744063C23}"/>
              </a:ext>
            </a:extLst>
          </p:cNvPr>
          <p:cNvSpPr/>
          <p:nvPr/>
        </p:nvSpPr>
        <p:spPr>
          <a:xfrm>
            <a:off x="2880369" y="2943338"/>
            <a:ext cx="276345" cy="271144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25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3E01707-8124-68B6-2E3D-623AF5582A22}"/>
              </a:ext>
            </a:extLst>
          </p:cNvPr>
          <p:cNvSpPr txBox="1"/>
          <p:nvPr/>
        </p:nvSpPr>
        <p:spPr>
          <a:xfrm>
            <a:off x="172486" y="4578082"/>
            <a:ext cx="4455208" cy="3200876"/>
          </a:xfrm>
          <a:custGeom>
            <a:avLst/>
            <a:gdLst>
              <a:gd name="csX0" fmla="*/ 0 w 4455208"/>
              <a:gd name="csY0" fmla="*/ 0 h 3200876"/>
              <a:gd name="csX1" fmla="*/ 4455208 w 4455208"/>
              <a:gd name="csY1" fmla="*/ 0 h 3200876"/>
              <a:gd name="csX2" fmla="*/ 4455208 w 4455208"/>
              <a:gd name="csY2" fmla="*/ 3200876 h 3200876"/>
              <a:gd name="csX3" fmla="*/ 0 w 4455208"/>
              <a:gd name="csY3" fmla="*/ 3200876 h 3200876"/>
              <a:gd name="csX4" fmla="*/ 0 w 4455208"/>
              <a:gd name="csY4" fmla="*/ 0 h 32008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208" h="3200876" fill="none" extrusionOk="0">
                <a:moveTo>
                  <a:pt x="0" y="0"/>
                </a:moveTo>
                <a:cubicBezTo>
                  <a:pt x="1249259" y="-143182"/>
                  <a:pt x="3504344" y="-123185"/>
                  <a:pt x="4455208" y="0"/>
                </a:cubicBezTo>
                <a:cubicBezTo>
                  <a:pt x="4621038" y="1401360"/>
                  <a:pt x="4358757" y="2708797"/>
                  <a:pt x="4455208" y="3200876"/>
                </a:cubicBezTo>
                <a:cubicBezTo>
                  <a:pt x="2482747" y="3159819"/>
                  <a:pt x="1471973" y="3100490"/>
                  <a:pt x="0" y="3200876"/>
                </a:cubicBezTo>
                <a:cubicBezTo>
                  <a:pt x="-150974" y="2578062"/>
                  <a:pt x="12648" y="879209"/>
                  <a:pt x="0" y="0"/>
                </a:cubicBezTo>
                <a:close/>
              </a:path>
              <a:path w="4455208" h="3200876" stroke="0" extrusionOk="0">
                <a:moveTo>
                  <a:pt x="0" y="0"/>
                </a:moveTo>
                <a:cubicBezTo>
                  <a:pt x="635919" y="-118874"/>
                  <a:pt x="2238219" y="84730"/>
                  <a:pt x="4455208" y="0"/>
                </a:cubicBezTo>
                <a:cubicBezTo>
                  <a:pt x="4522974" y="1487896"/>
                  <a:pt x="4568344" y="1640471"/>
                  <a:pt x="4455208" y="3200876"/>
                </a:cubicBezTo>
                <a:cubicBezTo>
                  <a:pt x="2705387" y="3035138"/>
                  <a:pt x="551885" y="3335308"/>
                  <a:pt x="0" y="3200876"/>
                </a:cubicBezTo>
                <a:cubicBezTo>
                  <a:pt x="-18077" y="2312352"/>
                  <a:pt x="-50488" y="106067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18838238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Innerhalb der Reihe erscheint das</a:t>
            </a:r>
            <a:r>
              <a:rPr lang="de-AT" sz="1600" dirty="0"/>
              <a:t>🎴Symbol wenn ein Abschluss mit Bonusplättchen möglich ist. Klick auf die Reihe öffnet #F5 zum legen</a:t>
            </a:r>
            <a:endParaRPr lang="de-DE" sz="1600" dirty="0">
              <a:solidFill>
                <a:srgbClr val="1A1A1A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Bereich der Bonuschips #25 wird auswählbar wenn eine Musterreihe mit Bonuschips aufgefüllt werden kann (Tauschregel: 2 von gleicher Farbe oder 3 von jeder Farbe. Auffüllen mit Bonuschips lässt sich auch überspringen für die jeweilige Reihe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Einstieg in die Bonusplättchen auch über #H3 möglich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12" name="Marker 7">
            <a:extLst>
              <a:ext uri="{FF2B5EF4-FFF2-40B4-BE49-F238E27FC236}">
                <a16:creationId xmlns:a16="http://schemas.microsoft.com/office/drawing/2014/main" id="{A5D4FB16-5CFB-015A-1922-5045B98A0B01}"/>
              </a:ext>
            </a:extLst>
          </p:cNvPr>
          <p:cNvSpPr/>
          <p:nvPr/>
        </p:nvSpPr>
        <p:spPr>
          <a:xfrm>
            <a:off x="6579394" y="2510893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H3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57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0FB8E04-7CA3-E536-7851-4E69F4E8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6094" y="447521"/>
            <a:ext cx="4346864" cy="468259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" name="Marker 7">
            <a:extLst>
              <a:ext uri="{FF2B5EF4-FFF2-40B4-BE49-F238E27FC236}">
                <a16:creationId xmlns:a16="http://schemas.microsoft.com/office/drawing/2014/main" id="{789E5C9E-F44A-BDD1-66D6-AC5340F32C31}"/>
              </a:ext>
            </a:extLst>
          </p:cNvPr>
          <p:cNvSpPr/>
          <p:nvPr/>
        </p:nvSpPr>
        <p:spPr>
          <a:xfrm>
            <a:off x="10476" y="829782"/>
            <a:ext cx="432000" cy="432000"/>
          </a:xfrm>
          <a:prstGeom prst="ellipse">
            <a:avLst/>
          </a:prstGeom>
          <a:solidFill>
            <a:schemeClr val="accent1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F5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Marker 7">
            <a:extLst>
              <a:ext uri="{FF2B5EF4-FFF2-40B4-BE49-F238E27FC236}">
                <a16:creationId xmlns:a16="http://schemas.microsoft.com/office/drawing/2014/main" id="{37DEF1A7-D870-BE88-F4EB-68A9AB6BF19D}"/>
              </a:ext>
            </a:extLst>
          </p:cNvPr>
          <p:cNvSpPr/>
          <p:nvPr/>
        </p:nvSpPr>
        <p:spPr>
          <a:xfrm>
            <a:off x="4092018" y="2009381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38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Marker 7">
            <a:extLst>
              <a:ext uri="{FF2B5EF4-FFF2-40B4-BE49-F238E27FC236}">
                <a16:creationId xmlns:a16="http://schemas.microsoft.com/office/drawing/2014/main" id="{2919ED9B-ED2E-B249-0631-96895A6DDC39}"/>
              </a:ext>
            </a:extLst>
          </p:cNvPr>
          <p:cNvSpPr/>
          <p:nvPr/>
        </p:nvSpPr>
        <p:spPr>
          <a:xfrm>
            <a:off x="3595778" y="2788819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39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Marker 7">
            <a:extLst>
              <a:ext uri="{FF2B5EF4-FFF2-40B4-BE49-F238E27FC236}">
                <a16:creationId xmlns:a16="http://schemas.microsoft.com/office/drawing/2014/main" id="{B647C745-C66D-9951-95A4-603E075BA0BA}"/>
              </a:ext>
            </a:extLst>
          </p:cNvPr>
          <p:cNvSpPr/>
          <p:nvPr/>
        </p:nvSpPr>
        <p:spPr>
          <a:xfrm>
            <a:off x="3748178" y="3217564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40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00FEBC-EFF3-5D20-D6DE-69314FEB60D0}"/>
              </a:ext>
            </a:extLst>
          </p:cNvPr>
          <p:cNvSpPr txBox="1"/>
          <p:nvPr/>
        </p:nvSpPr>
        <p:spPr>
          <a:xfrm>
            <a:off x="669537" y="5539007"/>
            <a:ext cx="4455208" cy="2318583"/>
          </a:xfrm>
          <a:prstGeom prst="rect">
            <a:avLst/>
          </a:prstGeom>
          <a:solidFill>
            <a:schemeClr val="bg1"/>
          </a:solidFill>
          <a:ln w="28575">
            <a:noFill/>
            <a:extLst>
              <a:ext uri="{C807C97D-BFC1-408E-A445-0C87EB9F89A2}">
                <ask:lineSketchStyleProps xmlns:ask="http://schemas.microsoft.com/office/drawing/2018/sketchyshapes" sd="2188382381">
                  <a:custGeom>
                    <a:avLst/>
                    <a:gdLst>
                      <a:gd name="csX0" fmla="*/ 0 w 4455208"/>
                      <a:gd name="csY0" fmla="*/ 0 h 2318583"/>
                      <a:gd name="csX1" fmla="*/ 4455208 w 4455208"/>
                      <a:gd name="csY1" fmla="*/ 0 h 2318583"/>
                      <a:gd name="csX2" fmla="*/ 4455208 w 4455208"/>
                      <a:gd name="csY2" fmla="*/ 2318583 h 2318583"/>
                      <a:gd name="csX3" fmla="*/ 0 w 4455208"/>
                      <a:gd name="csY3" fmla="*/ 2318583 h 2318583"/>
                      <a:gd name="csX4" fmla="*/ 0 w 4455208"/>
                      <a:gd name="csY4" fmla="*/ 0 h 231858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455208" h="2318583" fill="none" extrusionOk="0">
                        <a:moveTo>
                          <a:pt x="0" y="0"/>
                        </a:moveTo>
                        <a:cubicBezTo>
                          <a:pt x="1249259" y="-143182"/>
                          <a:pt x="3504344" y="-123185"/>
                          <a:pt x="4455208" y="0"/>
                        </a:cubicBezTo>
                        <a:cubicBezTo>
                          <a:pt x="4621038" y="360816"/>
                          <a:pt x="4358757" y="1799679"/>
                          <a:pt x="4455208" y="2318583"/>
                        </a:cubicBezTo>
                        <a:cubicBezTo>
                          <a:pt x="2482747" y="2277526"/>
                          <a:pt x="1471973" y="2218197"/>
                          <a:pt x="0" y="2318583"/>
                        </a:cubicBezTo>
                        <a:cubicBezTo>
                          <a:pt x="-150974" y="1603487"/>
                          <a:pt x="12648" y="881775"/>
                          <a:pt x="0" y="0"/>
                        </a:cubicBezTo>
                        <a:close/>
                      </a:path>
                      <a:path w="4455208" h="2318583" stroke="0" extrusionOk="0">
                        <a:moveTo>
                          <a:pt x="0" y="0"/>
                        </a:moveTo>
                        <a:cubicBezTo>
                          <a:pt x="635919" y="-118874"/>
                          <a:pt x="2238219" y="84730"/>
                          <a:pt x="4455208" y="0"/>
                        </a:cubicBezTo>
                        <a:cubicBezTo>
                          <a:pt x="4522974" y="578724"/>
                          <a:pt x="4568344" y="1559887"/>
                          <a:pt x="4455208" y="2318583"/>
                        </a:cubicBezTo>
                        <a:cubicBezTo>
                          <a:pt x="2705387" y="2152845"/>
                          <a:pt x="551885" y="2453015"/>
                          <a:pt x="0" y="2318583"/>
                        </a:cubicBezTo>
                        <a:cubicBezTo>
                          <a:pt x="-18077" y="1789189"/>
                          <a:pt x="-50488" y="10553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Verfügbare Plättchen #38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Welche Plättchen sind gerade in Verwendung #39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Akzeptieren/Abbrechen dieser Auswahl #40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Es können mehre Fliesen über die Bonuschips aktiviert werden #41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1A1A1A"/>
                </a:solidFill>
              </a:rPr>
              <a:t>Bestätigen oder Abbruch #42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sp>
        <p:nvSpPr>
          <p:cNvPr id="15" name="Marker 7">
            <a:extLst>
              <a:ext uri="{FF2B5EF4-FFF2-40B4-BE49-F238E27FC236}">
                <a16:creationId xmlns:a16="http://schemas.microsoft.com/office/drawing/2014/main" id="{5D76DD9A-4496-B071-25B8-ED496C6A046B}"/>
              </a:ext>
            </a:extLst>
          </p:cNvPr>
          <p:cNvSpPr/>
          <p:nvPr/>
        </p:nvSpPr>
        <p:spPr>
          <a:xfrm>
            <a:off x="3119528" y="381730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41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Marker 7">
            <a:extLst>
              <a:ext uri="{FF2B5EF4-FFF2-40B4-BE49-F238E27FC236}">
                <a16:creationId xmlns:a16="http://schemas.microsoft.com/office/drawing/2014/main" id="{5985DD78-573D-1439-730C-29B6FEF78538}"/>
              </a:ext>
            </a:extLst>
          </p:cNvPr>
          <p:cNvSpPr/>
          <p:nvPr/>
        </p:nvSpPr>
        <p:spPr>
          <a:xfrm>
            <a:off x="3369739" y="4510523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42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9EA11-CA96-07A0-3652-EEE4281F0C59}"/>
              </a:ext>
            </a:extLst>
          </p:cNvPr>
          <p:cNvSpPr txBox="1"/>
          <p:nvPr/>
        </p:nvSpPr>
        <p:spPr>
          <a:xfrm>
            <a:off x="6789445" y="6713012"/>
            <a:ext cx="6137526" cy="882293"/>
          </a:xfrm>
          <a:prstGeom prst="rect">
            <a:avLst/>
          </a:prstGeom>
          <a:solidFill>
            <a:schemeClr val="bg1"/>
          </a:solidFill>
          <a:ln w="28575">
            <a:noFill/>
            <a:extLst>
              <a:ext uri="{C807C97D-BFC1-408E-A445-0C87EB9F89A2}">
                <ask:lineSketchStyleProps xmlns:ask="http://schemas.microsoft.com/office/drawing/2018/sketchyshapes" sd="2188382381">
                  <a:custGeom>
                    <a:avLst/>
                    <a:gdLst>
                      <a:gd name="csX0" fmla="*/ 0 w 4455208"/>
                      <a:gd name="csY0" fmla="*/ 0 h 2318583"/>
                      <a:gd name="csX1" fmla="*/ 4455208 w 4455208"/>
                      <a:gd name="csY1" fmla="*/ 0 h 2318583"/>
                      <a:gd name="csX2" fmla="*/ 4455208 w 4455208"/>
                      <a:gd name="csY2" fmla="*/ 2318583 h 2318583"/>
                      <a:gd name="csX3" fmla="*/ 0 w 4455208"/>
                      <a:gd name="csY3" fmla="*/ 2318583 h 2318583"/>
                      <a:gd name="csX4" fmla="*/ 0 w 4455208"/>
                      <a:gd name="csY4" fmla="*/ 0 h 231858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455208" h="2318583" fill="none" extrusionOk="0">
                        <a:moveTo>
                          <a:pt x="0" y="0"/>
                        </a:moveTo>
                        <a:cubicBezTo>
                          <a:pt x="1249259" y="-143182"/>
                          <a:pt x="3504344" y="-123185"/>
                          <a:pt x="4455208" y="0"/>
                        </a:cubicBezTo>
                        <a:cubicBezTo>
                          <a:pt x="4621038" y="360816"/>
                          <a:pt x="4358757" y="1799679"/>
                          <a:pt x="4455208" y="2318583"/>
                        </a:cubicBezTo>
                        <a:cubicBezTo>
                          <a:pt x="2482747" y="2277526"/>
                          <a:pt x="1471973" y="2218197"/>
                          <a:pt x="0" y="2318583"/>
                        </a:cubicBezTo>
                        <a:cubicBezTo>
                          <a:pt x="-150974" y="1603487"/>
                          <a:pt x="12648" y="881775"/>
                          <a:pt x="0" y="0"/>
                        </a:cubicBezTo>
                        <a:close/>
                      </a:path>
                      <a:path w="4455208" h="2318583" stroke="0" extrusionOk="0">
                        <a:moveTo>
                          <a:pt x="0" y="0"/>
                        </a:moveTo>
                        <a:cubicBezTo>
                          <a:pt x="635919" y="-118874"/>
                          <a:pt x="2238219" y="84730"/>
                          <a:pt x="4455208" y="0"/>
                        </a:cubicBezTo>
                        <a:cubicBezTo>
                          <a:pt x="4522974" y="578724"/>
                          <a:pt x="4568344" y="1559887"/>
                          <a:pt x="4455208" y="2318583"/>
                        </a:cubicBezTo>
                        <a:cubicBezTo>
                          <a:pt x="2705387" y="2152845"/>
                          <a:pt x="551885" y="2453015"/>
                          <a:pt x="0" y="2318583"/>
                        </a:cubicBezTo>
                        <a:cubicBezTo>
                          <a:pt x="-18077" y="1789189"/>
                          <a:pt x="-50488" y="10553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1A1A1A"/>
                </a:solidFill>
              </a:rPr>
              <a:t>Reihenfolge für</a:t>
            </a:r>
            <a:r>
              <a:rPr lang="de-DE" sz="1600" b="1" dirty="0">
                <a:solidFill>
                  <a:srgbClr val="1A1A1A"/>
                </a:solidFill>
              </a:rPr>
              <a:t> jede </a:t>
            </a:r>
            <a:r>
              <a:rPr lang="de-DE" sz="1600" dirty="0">
                <a:solidFill>
                  <a:srgbClr val="1A1A1A"/>
                </a:solidFill>
              </a:rPr>
              <a:t>hinzuzufügende Fliese (= Gruppe #50)</a:t>
            </a:r>
            <a:br>
              <a:rPr lang="de-DE" sz="1600" dirty="0">
                <a:solidFill>
                  <a:srgbClr val="1A1A1A"/>
                </a:solidFill>
              </a:rPr>
            </a:br>
            <a:r>
              <a:rPr lang="de-DE" sz="1600" dirty="0">
                <a:solidFill>
                  <a:srgbClr val="1A1A1A"/>
                </a:solidFill>
              </a:rPr>
              <a:t>#38 Auswahl und bestätigen dieser Gruppe mit #40</a:t>
            </a:r>
          </a:p>
          <a:p>
            <a:pPr>
              <a:spcAft>
                <a:spcPts val="400"/>
              </a:spcAft>
            </a:pPr>
            <a:endParaRPr lang="de-DE" sz="1600" dirty="0">
              <a:solidFill>
                <a:srgbClr val="1A1A1A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3ABAA6-7E0E-986B-9888-964741D19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45" y="829782"/>
            <a:ext cx="4639322" cy="5658640"/>
          </a:xfrm>
          <a:prstGeom prst="rect">
            <a:avLst/>
          </a:prstGeom>
        </p:spPr>
      </p:pic>
      <p:sp>
        <p:nvSpPr>
          <p:cNvPr id="12" name="Marker 7">
            <a:extLst>
              <a:ext uri="{FF2B5EF4-FFF2-40B4-BE49-F238E27FC236}">
                <a16:creationId xmlns:a16="http://schemas.microsoft.com/office/drawing/2014/main" id="{A709F3B5-2BCC-02B9-3A16-95D9E7914522}"/>
              </a:ext>
            </a:extLst>
          </p:cNvPr>
          <p:cNvSpPr/>
          <p:nvPr/>
        </p:nvSpPr>
        <p:spPr>
          <a:xfrm>
            <a:off x="9402239" y="4401085"/>
            <a:ext cx="276345" cy="276345"/>
          </a:xfrm>
          <a:prstGeom prst="ellipse">
            <a:avLst/>
          </a:prstGeom>
          <a:solidFill>
            <a:srgbClr val="E81C2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AT" sz="1400" b="1" dirty="0">
                <a:solidFill>
                  <a:srgbClr val="FFFFFF"/>
                </a:solidFill>
              </a:rPr>
              <a:t>50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65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0</TotalTime>
  <Words>1126</Words>
  <Application>Microsoft Office PowerPoint</Application>
  <PresentationFormat>Benutzerdefiniert</PresentationFormat>
  <Paragraphs>156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Tw Cen MT</vt:lpstr>
      <vt:lpstr>Tw Cen MT Condensed</vt:lpstr>
      <vt:lpstr>Wingdings</vt:lpstr>
      <vt:lpstr>Wingdings 3</vt:lpstr>
      <vt:lpstr>Integral</vt:lpstr>
      <vt:lpstr>Mosaic-AI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Patrick Chromy</dc:creator>
  <cp:keywords/>
  <dc:description>generated using python-pptx</dc:description>
  <cp:lastModifiedBy>Patrick Chromy</cp:lastModifiedBy>
  <cp:revision>11</cp:revision>
  <dcterms:created xsi:type="dcterms:W3CDTF">2013-01-27T09:14:16Z</dcterms:created>
  <dcterms:modified xsi:type="dcterms:W3CDTF">2026-09-21T07:34:04Z</dcterms:modified>
  <cp:category/>
</cp:coreProperties>
</file>