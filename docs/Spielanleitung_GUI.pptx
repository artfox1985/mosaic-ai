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2" r:id="rId1"/>
  </p:sldMasterIdLst>
  <p:sldIdLst>
    <p:sldId id="256" r:id="rId2"/>
    <p:sldId id="261" r:id="rId3"/>
    <p:sldId id="260" r:id="rId4"/>
    <p:sldId id="262" r:id="rId5"/>
    <p:sldId id="263" r:id="rId6"/>
    <p:sldId id="264" r:id="rId7"/>
    <p:sldId id="265" r:id="rId8"/>
    <p:sldId id="267" r:id="rId9"/>
    <p:sldId id="266" r:id="rId10"/>
    <p:sldId id="258" r:id="rId11"/>
    <p:sldId id="268" r:id="rId12"/>
    <p:sldId id="257" r:id="rId13"/>
  </p:sldIdLst>
  <p:sldSz cx="13158788" cy="9869488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10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4F96490-7A8F-452A-9534-CFA9EC1E9C04}" v="2" dt="2026-08-05T21:54:24.08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5521" autoAdjust="0"/>
  </p:normalViewPr>
  <p:slideViewPr>
    <p:cSldViewPr snapToGrid="0" snapToObjects="1">
      <p:cViewPr varScale="1">
        <p:scale>
          <a:sx n="74" d="100"/>
          <a:sy n="74" d="100"/>
        </p:scale>
        <p:origin x="1728" y="72"/>
      </p:cViewPr>
      <p:guideLst>
        <p:guide orient="horz" pos="2160"/>
        <p:guide pos="3108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atrick Chromy" userId="f75110142f2032e8" providerId="LiveId" clId="{A60AB22C-9B23-4A50-A013-0F4752E49A98}"/>
    <pc:docChg chg="undo custSel modSld">
      <pc:chgData name="Patrick Chromy" userId="f75110142f2032e8" providerId="LiveId" clId="{A60AB22C-9B23-4A50-A013-0F4752E49A98}" dt="2026-08-05T21:56:57.983" v="20" actId="478"/>
      <pc:docMkLst>
        <pc:docMk/>
      </pc:docMkLst>
      <pc:sldChg chg="addSp delSp modSp mod">
        <pc:chgData name="Patrick Chromy" userId="f75110142f2032e8" providerId="LiveId" clId="{A60AB22C-9B23-4A50-A013-0F4752E49A98}" dt="2026-08-05T21:56:57.983" v="20" actId="478"/>
        <pc:sldMkLst>
          <pc:docMk/>
          <pc:sldMk cId="2399453089" sldId="268"/>
        </pc:sldMkLst>
        <pc:spChg chg="add del">
          <ac:chgData name="Patrick Chromy" userId="f75110142f2032e8" providerId="LiveId" clId="{A60AB22C-9B23-4A50-A013-0F4752E49A98}" dt="2026-08-05T21:53:12.195" v="1" actId="22"/>
          <ac:spMkLst>
            <pc:docMk/>
            <pc:sldMk cId="2399453089" sldId="268"/>
            <ac:spMk id="4" creationId="{3CED7D41-6095-E98F-2366-123AE0D96366}"/>
          </ac:spMkLst>
        </pc:spChg>
        <pc:spChg chg="add del mod">
          <ac:chgData name="Patrick Chromy" userId="f75110142f2032e8" providerId="LiveId" clId="{A60AB22C-9B23-4A50-A013-0F4752E49A98}" dt="2026-08-05T21:56:57.983" v="20" actId="478"/>
          <ac:spMkLst>
            <pc:docMk/>
            <pc:sldMk cId="2399453089" sldId="268"/>
            <ac:spMk id="6" creationId="{9E360D32-38DA-70E4-FEC7-6FB463E64A78}"/>
          </ac:spMkLst>
        </pc:spChg>
        <pc:spChg chg="add del mod">
          <ac:chgData name="Patrick Chromy" userId="f75110142f2032e8" providerId="LiveId" clId="{A60AB22C-9B23-4A50-A013-0F4752E49A98}" dt="2026-08-05T21:56:57.983" v="20" actId="478"/>
          <ac:spMkLst>
            <pc:docMk/>
            <pc:sldMk cId="2399453089" sldId="268"/>
            <ac:spMk id="9" creationId="{65BA6633-CFC6-66D3-BD4A-FA81BA962ECD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1"/>
            <a:ext cx="13158788" cy="657966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de-AT"/>
          </a:p>
        </p:txBody>
      </p:sp>
      <p:sp>
        <p:nvSpPr>
          <p:cNvPr id="10" name="Freeform 9"/>
          <p:cNvSpPr/>
          <p:nvPr/>
        </p:nvSpPr>
        <p:spPr>
          <a:xfrm>
            <a:off x="6853" y="1"/>
            <a:ext cx="13151937" cy="6579660"/>
          </a:xfrm>
          <a:custGeom>
            <a:avLst/>
            <a:gdLst/>
            <a:ahLst/>
            <a:cxnLst/>
            <a:rect l="l" t="t" r="r" b="b"/>
            <a:pathLst>
              <a:path w="9139239" h="4572001">
                <a:moveTo>
                  <a:pt x="9139239" y="4171458"/>
                </a:moveTo>
                <a:lnTo>
                  <a:pt x="9139239" y="4479120"/>
                </a:lnTo>
                <a:lnTo>
                  <a:pt x="9061857" y="4572001"/>
                </a:lnTo>
                <a:lnTo>
                  <a:pt x="8867616" y="4572001"/>
                </a:lnTo>
                <a:cubicBezTo>
                  <a:pt x="8974940" y="4496648"/>
                  <a:pt x="9059271" y="4392377"/>
                  <a:pt x="9109281" y="4270954"/>
                </a:cubicBezTo>
                <a:close/>
                <a:moveTo>
                  <a:pt x="9139239" y="4017903"/>
                </a:moveTo>
                <a:lnTo>
                  <a:pt x="9139239" y="4146549"/>
                </a:lnTo>
                <a:lnTo>
                  <a:pt x="9061849" y="4168266"/>
                </a:lnTo>
                <a:cubicBezTo>
                  <a:pt x="8867508" y="4236060"/>
                  <a:pt x="8712637" y="4384208"/>
                  <a:pt x="8639677" y="4572001"/>
                </a:cubicBezTo>
                <a:lnTo>
                  <a:pt x="8502130" y="4572001"/>
                </a:lnTo>
                <a:cubicBezTo>
                  <a:pt x="8583823" y="4319597"/>
                  <a:pt x="8787913" y="4120306"/>
                  <a:pt x="9046727" y="4039822"/>
                </a:cubicBezTo>
                <a:close/>
                <a:moveTo>
                  <a:pt x="7620280" y="3999419"/>
                </a:moveTo>
                <a:lnTo>
                  <a:pt x="7637367" y="4001042"/>
                </a:lnTo>
                <a:cubicBezTo>
                  <a:pt x="7669753" y="4001569"/>
                  <a:pt x="7701646" y="4004550"/>
                  <a:pt x="7732829" y="4010107"/>
                </a:cubicBezTo>
                <a:cubicBezTo>
                  <a:pt x="7738405" y="4009688"/>
                  <a:pt x="7743733" y="4010636"/>
                  <a:pt x="7749042" y="4011646"/>
                </a:cubicBezTo>
                <a:lnTo>
                  <a:pt x="7749159" y="4012794"/>
                </a:lnTo>
                <a:cubicBezTo>
                  <a:pt x="8061238" y="4064450"/>
                  <a:pt x="8314467" y="4283539"/>
                  <a:pt x="8407830" y="4572001"/>
                </a:cubicBezTo>
                <a:lnTo>
                  <a:pt x="8270283" y="4572001"/>
                </a:lnTo>
                <a:cubicBezTo>
                  <a:pt x="8186900" y="4357380"/>
                  <a:pt x="7996531" y="4194541"/>
                  <a:pt x="7762529" y="4144250"/>
                </a:cubicBezTo>
                <a:cubicBezTo>
                  <a:pt x="7797023" y="4319651"/>
                  <a:pt x="7899246" y="4471530"/>
                  <a:pt x="8042344" y="4572001"/>
                </a:cubicBezTo>
                <a:lnTo>
                  <a:pt x="7848103" y="4572001"/>
                </a:lnTo>
                <a:cubicBezTo>
                  <a:pt x="7731971" y="4452596"/>
                  <a:pt x="7653409" y="4298519"/>
                  <a:pt x="7629044" y="4127511"/>
                </a:cubicBezTo>
                <a:cubicBezTo>
                  <a:pt x="7628876" y="4127458"/>
                  <a:pt x="7628708" y="4127453"/>
                  <a:pt x="7628538" y="4127448"/>
                </a:cubicBezTo>
                <a:lnTo>
                  <a:pt x="7628000" y="4120772"/>
                </a:lnTo>
                <a:cubicBezTo>
                  <a:pt x="7622941" y="4090522"/>
                  <a:pt x="7620490" y="4059631"/>
                  <a:pt x="7620533" y="4028296"/>
                </a:cubicBezTo>
                <a:cubicBezTo>
                  <a:pt x="7619221" y="4022668"/>
                  <a:pt x="7619162" y="4017001"/>
                  <a:pt x="7619162" y="4011320"/>
                </a:cubicBezTo>
                <a:lnTo>
                  <a:pt x="7619756" y="3999880"/>
                </a:lnTo>
                <a:lnTo>
                  <a:pt x="7620254" y="3999913"/>
                </a:lnTo>
                <a:close/>
                <a:moveTo>
                  <a:pt x="7597529" y="3999419"/>
                </a:moveTo>
                <a:lnTo>
                  <a:pt x="7597555" y="3999913"/>
                </a:lnTo>
                <a:lnTo>
                  <a:pt x="7598053" y="3999880"/>
                </a:lnTo>
                <a:lnTo>
                  <a:pt x="7598647" y="4011320"/>
                </a:lnTo>
                <a:cubicBezTo>
                  <a:pt x="7598647" y="4017001"/>
                  <a:pt x="7598588" y="4022668"/>
                  <a:pt x="7597276" y="4028296"/>
                </a:cubicBezTo>
                <a:cubicBezTo>
                  <a:pt x="7597319" y="4059631"/>
                  <a:pt x="7594868" y="4090522"/>
                  <a:pt x="7589809" y="4120772"/>
                </a:cubicBezTo>
                <a:lnTo>
                  <a:pt x="7589271" y="4127448"/>
                </a:lnTo>
                <a:cubicBezTo>
                  <a:pt x="7589101" y="4127453"/>
                  <a:pt x="7588933" y="4127458"/>
                  <a:pt x="7588765" y="4127511"/>
                </a:cubicBezTo>
                <a:cubicBezTo>
                  <a:pt x="7564400" y="4298519"/>
                  <a:pt x="7485838" y="4452596"/>
                  <a:pt x="7369706" y="4572001"/>
                </a:cubicBezTo>
                <a:lnTo>
                  <a:pt x="7175465" y="4572001"/>
                </a:lnTo>
                <a:cubicBezTo>
                  <a:pt x="7318563" y="4471530"/>
                  <a:pt x="7420786" y="4319651"/>
                  <a:pt x="7455280" y="4144250"/>
                </a:cubicBezTo>
                <a:cubicBezTo>
                  <a:pt x="7221278" y="4194541"/>
                  <a:pt x="7030909" y="4357380"/>
                  <a:pt x="6947526" y="4572001"/>
                </a:cubicBezTo>
                <a:lnTo>
                  <a:pt x="6809978" y="4572001"/>
                </a:lnTo>
                <a:cubicBezTo>
                  <a:pt x="6903341" y="4283539"/>
                  <a:pt x="7156571" y="4064450"/>
                  <a:pt x="7468650" y="4012794"/>
                </a:cubicBezTo>
                <a:lnTo>
                  <a:pt x="7468767" y="4011646"/>
                </a:lnTo>
                <a:cubicBezTo>
                  <a:pt x="7474076" y="4010636"/>
                  <a:pt x="7479404" y="4009688"/>
                  <a:pt x="7484980" y="4010107"/>
                </a:cubicBezTo>
                <a:cubicBezTo>
                  <a:pt x="7516163" y="4004550"/>
                  <a:pt x="7548056" y="4001569"/>
                  <a:pt x="7580442" y="4001042"/>
                </a:cubicBezTo>
                <a:close/>
                <a:moveTo>
                  <a:pt x="5928129" y="3999419"/>
                </a:moveTo>
                <a:lnTo>
                  <a:pt x="5945217" y="4001042"/>
                </a:lnTo>
                <a:cubicBezTo>
                  <a:pt x="5977602" y="4001569"/>
                  <a:pt x="6009495" y="4004550"/>
                  <a:pt x="6040678" y="4010107"/>
                </a:cubicBezTo>
                <a:cubicBezTo>
                  <a:pt x="6046254" y="4009688"/>
                  <a:pt x="6051582" y="4010636"/>
                  <a:pt x="6056891" y="4011646"/>
                </a:cubicBezTo>
                <a:lnTo>
                  <a:pt x="6057008" y="4012794"/>
                </a:lnTo>
                <a:cubicBezTo>
                  <a:pt x="6369087" y="4064450"/>
                  <a:pt x="6622316" y="4283539"/>
                  <a:pt x="6715680" y="4572001"/>
                </a:cubicBezTo>
                <a:lnTo>
                  <a:pt x="6578131" y="4572001"/>
                </a:lnTo>
                <a:cubicBezTo>
                  <a:pt x="6494748" y="4357380"/>
                  <a:pt x="6304380" y="4194541"/>
                  <a:pt x="6070378" y="4144250"/>
                </a:cubicBezTo>
                <a:cubicBezTo>
                  <a:pt x="6104872" y="4319650"/>
                  <a:pt x="6207095" y="4471530"/>
                  <a:pt x="6350192" y="4572001"/>
                </a:cubicBezTo>
                <a:lnTo>
                  <a:pt x="6155952" y="4572001"/>
                </a:lnTo>
                <a:cubicBezTo>
                  <a:pt x="6039820" y="4452596"/>
                  <a:pt x="5961257" y="4298519"/>
                  <a:pt x="5936893" y="4127511"/>
                </a:cubicBezTo>
                <a:cubicBezTo>
                  <a:pt x="5936725" y="4127458"/>
                  <a:pt x="5936557" y="4127453"/>
                  <a:pt x="5936387" y="4127448"/>
                </a:cubicBezTo>
                <a:lnTo>
                  <a:pt x="5935849" y="4120772"/>
                </a:lnTo>
                <a:cubicBezTo>
                  <a:pt x="5930790" y="4090522"/>
                  <a:pt x="5928340" y="4059631"/>
                  <a:pt x="5928382" y="4028296"/>
                </a:cubicBezTo>
                <a:cubicBezTo>
                  <a:pt x="5927070" y="4022668"/>
                  <a:pt x="5927011" y="4017001"/>
                  <a:pt x="5927011" y="4011320"/>
                </a:cubicBezTo>
                <a:lnTo>
                  <a:pt x="5927605" y="3999880"/>
                </a:lnTo>
                <a:lnTo>
                  <a:pt x="5928103" y="3999913"/>
                </a:lnTo>
                <a:close/>
                <a:moveTo>
                  <a:pt x="5905378" y="3999419"/>
                </a:moveTo>
                <a:lnTo>
                  <a:pt x="5905404" y="3999913"/>
                </a:lnTo>
                <a:lnTo>
                  <a:pt x="5905902" y="3999880"/>
                </a:lnTo>
                <a:lnTo>
                  <a:pt x="5906496" y="4011320"/>
                </a:lnTo>
                <a:cubicBezTo>
                  <a:pt x="5906496" y="4017001"/>
                  <a:pt x="5906437" y="4022668"/>
                  <a:pt x="5905125" y="4028296"/>
                </a:cubicBezTo>
                <a:cubicBezTo>
                  <a:pt x="5905167" y="4059631"/>
                  <a:pt x="5902717" y="4090522"/>
                  <a:pt x="5897658" y="4120772"/>
                </a:cubicBezTo>
                <a:lnTo>
                  <a:pt x="5897120" y="4127448"/>
                </a:lnTo>
                <a:cubicBezTo>
                  <a:pt x="5896950" y="4127453"/>
                  <a:pt x="5896782" y="4127458"/>
                  <a:pt x="5896614" y="4127511"/>
                </a:cubicBezTo>
                <a:cubicBezTo>
                  <a:pt x="5872249" y="4298519"/>
                  <a:pt x="5793686" y="4452596"/>
                  <a:pt x="5677555" y="4572001"/>
                </a:cubicBezTo>
                <a:lnTo>
                  <a:pt x="5483314" y="4572001"/>
                </a:lnTo>
                <a:cubicBezTo>
                  <a:pt x="5626412" y="4471530"/>
                  <a:pt x="5728635" y="4319650"/>
                  <a:pt x="5763129" y="4144250"/>
                </a:cubicBezTo>
                <a:cubicBezTo>
                  <a:pt x="5529126" y="4194541"/>
                  <a:pt x="5338758" y="4357380"/>
                  <a:pt x="5255375" y="4572001"/>
                </a:cubicBezTo>
                <a:lnTo>
                  <a:pt x="5117827" y="4572001"/>
                </a:lnTo>
                <a:cubicBezTo>
                  <a:pt x="5211190" y="4283539"/>
                  <a:pt x="5464420" y="4064450"/>
                  <a:pt x="5776499" y="4012794"/>
                </a:cubicBezTo>
                <a:lnTo>
                  <a:pt x="5776616" y="4011646"/>
                </a:lnTo>
                <a:cubicBezTo>
                  <a:pt x="5781926" y="4010636"/>
                  <a:pt x="5787253" y="4009688"/>
                  <a:pt x="5792829" y="4010107"/>
                </a:cubicBezTo>
                <a:cubicBezTo>
                  <a:pt x="5824012" y="4004550"/>
                  <a:pt x="5855905" y="4001569"/>
                  <a:pt x="5888290" y="4001042"/>
                </a:cubicBezTo>
                <a:close/>
                <a:moveTo>
                  <a:pt x="4235979" y="3999419"/>
                </a:moveTo>
                <a:lnTo>
                  <a:pt x="4253065" y="4001042"/>
                </a:lnTo>
                <a:cubicBezTo>
                  <a:pt x="4285451" y="4001569"/>
                  <a:pt x="4317343" y="4004550"/>
                  <a:pt x="4348528" y="4010107"/>
                </a:cubicBezTo>
                <a:cubicBezTo>
                  <a:pt x="4354104" y="4009688"/>
                  <a:pt x="4359431" y="4010636"/>
                  <a:pt x="4364739" y="4011646"/>
                </a:cubicBezTo>
                <a:lnTo>
                  <a:pt x="4364856" y="4012794"/>
                </a:lnTo>
                <a:cubicBezTo>
                  <a:pt x="4676936" y="4064450"/>
                  <a:pt x="4930165" y="4283539"/>
                  <a:pt x="5023528" y="4572001"/>
                </a:cubicBezTo>
                <a:lnTo>
                  <a:pt x="4885980" y="4572001"/>
                </a:lnTo>
                <a:cubicBezTo>
                  <a:pt x="4802597" y="4357380"/>
                  <a:pt x="4612229" y="4194541"/>
                  <a:pt x="4378227" y="4144250"/>
                </a:cubicBezTo>
                <a:cubicBezTo>
                  <a:pt x="4412722" y="4319651"/>
                  <a:pt x="4514944" y="4471530"/>
                  <a:pt x="4658041" y="4572001"/>
                </a:cubicBezTo>
                <a:lnTo>
                  <a:pt x="4463800" y="4572001"/>
                </a:lnTo>
                <a:cubicBezTo>
                  <a:pt x="4347669" y="4452596"/>
                  <a:pt x="4269106" y="4298519"/>
                  <a:pt x="4244741" y="4127511"/>
                </a:cubicBezTo>
                <a:cubicBezTo>
                  <a:pt x="4244574" y="4127458"/>
                  <a:pt x="4244405" y="4127453"/>
                  <a:pt x="4244236" y="4127448"/>
                </a:cubicBezTo>
                <a:lnTo>
                  <a:pt x="4243697" y="4120772"/>
                </a:lnTo>
                <a:cubicBezTo>
                  <a:pt x="4238639" y="4090522"/>
                  <a:pt x="4236188" y="4059631"/>
                  <a:pt x="4236230" y="4028296"/>
                </a:cubicBezTo>
                <a:cubicBezTo>
                  <a:pt x="4234918" y="4022668"/>
                  <a:pt x="4234860" y="4017001"/>
                  <a:pt x="4234860" y="4011320"/>
                </a:cubicBezTo>
                <a:lnTo>
                  <a:pt x="4235454" y="3999880"/>
                </a:lnTo>
                <a:lnTo>
                  <a:pt x="4235952" y="3999913"/>
                </a:lnTo>
                <a:close/>
                <a:moveTo>
                  <a:pt x="4213227" y="3999419"/>
                </a:moveTo>
                <a:lnTo>
                  <a:pt x="4213253" y="3999913"/>
                </a:lnTo>
                <a:lnTo>
                  <a:pt x="4213751" y="3999880"/>
                </a:lnTo>
                <a:lnTo>
                  <a:pt x="4214345" y="4011320"/>
                </a:lnTo>
                <a:cubicBezTo>
                  <a:pt x="4214345" y="4017001"/>
                  <a:pt x="4214286" y="4022668"/>
                  <a:pt x="4212974" y="4028296"/>
                </a:cubicBezTo>
                <a:cubicBezTo>
                  <a:pt x="4213016" y="4059631"/>
                  <a:pt x="4210566" y="4090522"/>
                  <a:pt x="4205507" y="4120772"/>
                </a:cubicBezTo>
                <a:lnTo>
                  <a:pt x="4204969" y="4127448"/>
                </a:lnTo>
                <a:cubicBezTo>
                  <a:pt x="4204799" y="4127453"/>
                  <a:pt x="4204631" y="4127458"/>
                  <a:pt x="4204463" y="4127511"/>
                </a:cubicBezTo>
                <a:cubicBezTo>
                  <a:pt x="4180098" y="4298519"/>
                  <a:pt x="4101535" y="4452596"/>
                  <a:pt x="3985404" y="4572001"/>
                </a:cubicBezTo>
                <a:lnTo>
                  <a:pt x="3791163" y="4572001"/>
                </a:lnTo>
                <a:cubicBezTo>
                  <a:pt x="3934261" y="4471530"/>
                  <a:pt x="4036484" y="4319651"/>
                  <a:pt x="4070978" y="4144250"/>
                </a:cubicBezTo>
                <a:cubicBezTo>
                  <a:pt x="3836975" y="4194541"/>
                  <a:pt x="3646607" y="4357380"/>
                  <a:pt x="3563224" y="4572001"/>
                </a:cubicBezTo>
                <a:lnTo>
                  <a:pt x="3425676" y="4572001"/>
                </a:lnTo>
                <a:cubicBezTo>
                  <a:pt x="3519039" y="4283539"/>
                  <a:pt x="3772269" y="4064450"/>
                  <a:pt x="4084348" y="4012794"/>
                </a:cubicBezTo>
                <a:lnTo>
                  <a:pt x="4084465" y="4011646"/>
                </a:lnTo>
                <a:cubicBezTo>
                  <a:pt x="4089774" y="4010636"/>
                  <a:pt x="4095102" y="4009688"/>
                  <a:pt x="4100678" y="4010107"/>
                </a:cubicBezTo>
                <a:cubicBezTo>
                  <a:pt x="4131861" y="4004550"/>
                  <a:pt x="4163754" y="4001569"/>
                  <a:pt x="4196139" y="4001042"/>
                </a:cubicBezTo>
                <a:close/>
                <a:moveTo>
                  <a:pt x="2543827" y="3999419"/>
                </a:moveTo>
                <a:lnTo>
                  <a:pt x="2560914" y="4001042"/>
                </a:lnTo>
                <a:cubicBezTo>
                  <a:pt x="2593300" y="4001569"/>
                  <a:pt x="2625192" y="4004550"/>
                  <a:pt x="2656376" y="4010107"/>
                </a:cubicBezTo>
                <a:cubicBezTo>
                  <a:pt x="2661952" y="4009688"/>
                  <a:pt x="2667280" y="4010636"/>
                  <a:pt x="2672588" y="4011646"/>
                </a:cubicBezTo>
                <a:lnTo>
                  <a:pt x="2672706" y="4012794"/>
                </a:lnTo>
                <a:cubicBezTo>
                  <a:pt x="2984785" y="4064450"/>
                  <a:pt x="3238014" y="4283539"/>
                  <a:pt x="3331377" y="4572001"/>
                </a:cubicBezTo>
                <a:lnTo>
                  <a:pt x="3193830" y="4572001"/>
                </a:lnTo>
                <a:cubicBezTo>
                  <a:pt x="3110446" y="4357380"/>
                  <a:pt x="2920078" y="4194541"/>
                  <a:pt x="2686076" y="4144250"/>
                </a:cubicBezTo>
                <a:cubicBezTo>
                  <a:pt x="2720570" y="4319650"/>
                  <a:pt x="2822793" y="4471530"/>
                  <a:pt x="2965890" y="4572001"/>
                </a:cubicBezTo>
                <a:lnTo>
                  <a:pt x="2771649" y="4572001"/>
                </a:lnTo>
                <a:cubicBezTo>
                  <a:pt x="2655518" y="4452596"/>
                  <a:pt x="2576955" y="4298519"/>
                  <a:pt x="2552590" y="4127511"/>
                </a:cubicBezTo>
                <a:cubicBezTo>
                  <a:pt x="2552423" y="4127458"/>
                  <a:pt x="2552254" y="4127453"/>
                  <a:pt x="2552085" y="4127448"/>
                </a:cubicBezTo>
                <a:lnTo>
                  <a:pt x="2551547" y="4120772"/>
                </a:lnTo>
                <a:cubicBezTo>
                  <a:pt x="2546488" y="4090522"/>
                  <a:pt x="2544037" y="4059631"/>
                  <a:pt x="2544079" y="4028296"/>
                </a:cubicBezTo>
                <a:cubicBezTo>
                  <a:pt x="2542767" y="4022668"/>
                  <a:pt x="2542709" y="4017001"/>
                  <a:pt x="2542709" y="4011320"/>
                </a:cubicBezTo>
                <a:lnTo>
                  <a:pt x="2543303" y="3999880"/>
                </a:lnTo>
                <a:lnTo>
                  <a:pt x="2543801" y="3999913"/>
                </a:lnTo>
                <a:close/>
                <a:moveTo>
                  <a:pt x="2521076" y="3999419"/>
                </a:moveTo>
                <a:lnTo>
                  <a:pt x="2521102" y="3999913"/>
                </a:lnTo>
                <a:lnTo>
                  <a:pt x="2521600" y="3999880"/>
                </a:lnTo>
                <a:lnTo>
                  <a:pt x="2522194" y="4011320"/>
                </a:lnTo>
                <a:cubicBezTo>
                  <a:pt x="2522194" y="4017001"/>
                  <a:pt x="2522135" y="4022668"/>
                  <a:pt x="2520823" y="4028296"/>
                </a:cubicBezTo>
                <a:cubicBezTo>
                  <a:pt x="2520865" y="4059631"/>
                  <a:pt x="2518415" y="4090522"/>
                  <a:pt x="2513356" y="4120772"/>
                </a:cubicBezTo>
                <a:lnTo>
                  <a:pt x="2512818" y="4127448"/>
                </a:lnTo>
                <a:cubicBezTo>
                  <a:pt x="2512648" y="4127453"/>
                  <a:pt x="2512480" y="4127458"/>
                  <a:pt x="2512312" y="4127511"/>
                </a:cubicBezTo>
                <a:cubicBezTo>
                  <a:pt x="2487947" y="4298519"/>
                  <a:pt x="2409385" y="4452596"/>
                  <a:pt x="2293253" y="4572001"/>
                </a:cubicBezTo>
                <a:lnTo>
                  <a:pt x="2099012" y="4572001"/>
                </a:lnTo>
                <a:cubicBezTo>
                  <a:pt x="2242110" y="4471530"/>
                  <a:pt x="2344333" y="4319651"/>
                  <a:pt x="2378827" y="4144250"/>
                </a:cubicBezTo>
                <a:cubicBezTo>
                  <a:pt x="2144825" y="4194541"/>
                  <a:pt x="1954456" y="4357380"/>
                  <a:pt x="1871073" y="4572001"/>
                </a:cubicBezTo>
                <a:lnTo>
                  <a:pt x="1733525" y="4572001"/>
                </a:lnTo>
                <a:cubicBezTo>
                  <a:pt x="1826888" y="4283539"/>
                  <a:pt x="2080118" y="4064450"/>
                  <a:pt x="2392197" y="4012794"/>
                </a:cubicBezTo>
                <a:lnTo>
                  <a:pt x="2392314" y="4011646"/>
                </a:lnTo>
                <a:cubicBezTo>
                  <a:pt x="2397623" y="4010636"/>
                  <a:pt x="2402951" y="4009688"/>
                  <a:pt x="2408527" y="4010107"/>
                </a:cubicBezTo>
                <a:cubicBezTo>
                  <a:pt x="2439710" y="4004550"/>
                  <a:pt x="2471603" y="4001569"/>
                  <a:pt x="2503988" y="4001042"/>
                </a:cubicBezTo>
                <a:close/>
                <a:moveTo>
                  <a:pt x="851676" y="3999419"/>
                </a:moveTo>
                <a:lnTo>
                  <a:pt x="868763" y="4001042"/>
                </a:lnTo>
                <a:cubicBezTo>
                  <a:pt x="901149" y="4001569"/>
                  <a:pt x="933041" y="4004550"/>
                  <a:pt x="964225" y="4010107"/>
                </a:cubicBezTo>
                <a:cubicBezTo>
                  <a:pt x="969801" y="4009688"/>
                  <a:pt x="975129" y="4010636"/>
                  <a:pt x="980437" y="4011646"/>
                </a:cubicBezTo>
                <a:lnTo>
                  <a:pt x="980555" y="4012794"/>
                </a:lnTo>
                <a:cubicBezTo>
                  <a:pt x="1292634" y="4064450"/>
                  <a:pt x="1545864" y="4283539"/>
                  <a:pt x="1639226" y="4572001"/>
                </a:cubicBezTo>
                <a:lnTo>
                  <a:pt x="1501679" y="4572001"/>
                </a:lnTo>
                <a:cubicBezTo>
                  <a:pt x="1418296" y="4357380"/>
                  <a:pt x="1227927" y="4194541"/>
                  <a:pt x="993925" y="4144250"/>
                </a:cubicBezTo>
                <a:cubicBezTo>
                  <a:pt x="1028419" y="4319651"/>
                  <a:pt x="1130642" y="4471530"/>
                  <a:pt x="1273740" y="4572001"/>
                </a:cubicBezTo>
                <a:lnTo>
                  <a:pt x="1079499" y="4572001"/>
                </a:lnTo>
                <a:cubicBezTo>
                  <a:pt x="963367" y="4452596"/>
                  <a:pt x="884804" y="4298519"/>
                  <a:pt x="860439" y="4127511"/>
                </a:cubicBezTo>
                <a:cubicBezTo>
                  <a:pt x="860272" y="4127458"/>
                  <a:pt x="860103" y="4127453"/>
                  <a:pt x="859934" y="4127448"/>
                </a:cubicBezTo>
                <a:lnTo>
                  <a:pt x="859396" y="4120772"/>
                </a:lnTo>
                <a:cubicBezTo>
                  <a:pt x="854337" y="4090522"/>
                  <a:pt x="851886" y="4059631"/>
                  <a:pt x="851928" y="4028296"/>
                </a:cubicBezTo>
                <a:cubicBezTo>
                  <a:pt x="850616" y="4022668"/>
                  <a:pt x="850558" y="4017001"/>
                  <a:pt x="850558" y="4011320"/>
                </a:cubicBezTo>
                <a:lnTo>
                  <a:pt x="851152" y="3999880"/>
                </a:lnTo>
                <a:lnTo>
                  <a:pt x="851650" y="3999913"/>
                </a:lnTo>
                <a:close/>
                <a:moveTo>
                  <a:pt x="828925" y="3999419"/>
                </a:moveTo>
                <a:lnTo>
                  <a:pt x="828951" y="3999913"/>
                </a:lnTo>
                <a:lnTo>
                  <a:pt x="829449" y="3999880"/>
                </a:lnTo>
                <a:lnTo>
                  <a:pt x="830043" y="4011320"/>
                </a:lnTo>
                <a:cubicBezTo>
                  <a:pt x="830043" y="4017001"/>
                  <a:pt x="829984" y="4022668"/>
                  <a:pt x="828672" y="4028296"/>
                </a:cubicBezTo>
                <a:cubicBezTo>
                  <a:pt x="828714" y="4059631"/>
                  <a:pt x="826264" y="4090522"/>
                  <a:pt x="821205" y="4120772"/>
                </a:cubicBezTo>
                <a:lnTo>
                  <a:pt x="820667" y="4127448"/>
                </a:lnTo>
                <a:cubicBezTo>
                  <a:pt x="820497" y="4127453"/>
                  <a:pt x="820329" y="4127458"/>
                  <a:pt x="820161" y="4127511"/>
                </a:cubicBezTo>
                <a:cubicBezTo>
                  <a:pt x="795796" y="4298519"/>
                  <a:pt x="717234" y="4452596"/>
                  <a:pt x="601102" y="4572001"/>
                </a:cubicBezTo>
                <a:lnTo>
                  <a:pt x="406861" y="4572001"/>
                </a:lnTo>
                <a:cubicBezTo>
                  <a:pt x="549959" y="4471530"/>
                  <a:pt x="652182" y="4319650"/>
                  <a:pt x="686676" y="4144250"/>
                </a:cubicBezTo>
                <a:cubicBezTo>
                  <a:pt x="452674" y="4194541"/>
                  <a:pt x="262305" y="4357380"/>
                  <a:pt x="178922" y="4572001"/>
                </a:cubicBezTo>
                <a:lnTo>
                  <a:pt x="41374" y="4572001"/>
                </a:lnTo>
                <a:cubicBezTo>
                  <a:pt x="134738" y="4283539"/>
                  <a:pt x="387967" y="4064450"/>
                  <a:pt x="700046" y="4012794"/>
                </a:cubicBezTo>
                <a:lnTo>
                  <a:pt x="700163" y="4011646"/>
                </a:lnTo>
                <a:cubicBezTo>
                  <a:pt x="705472" y="4010636"/>
                  <a:pt x="710800" y="4009688"/>
                  <a:pt x="716376" y="4010107"/>
                </a:cubicBezTo>
                <a:cubicBezTo>
                  <a:pt x="747559" y="4004550"/>
                  <a:pt x="779452" y="4001569"/>
                  <a:pt x="811837" y="4001042"/>
                </a:cubicBezTo>
                <a:close/>
                <a:moveTo>
                  <a:pt x="8305836" y="3304913"/>
                </a:moveTo>
                <a:cubicBezTo>
                  <a:pt x="8030646" y="3363591"/>
                  <a:pt x="7815802" y="3576701"/>
                  <a:pt x="7762527" y="3845480"/>
                </a:cubicBezTo>
                <a:cubicBezTo>
                  <a:pt x="8037717" y="3786801"/>
                  <a:pt x="8252560" y="3573691"/>
                  <a:pt x="8305836" y="3304913"/>
                </a:cubicBezTo>
                <a:close/>
                <a:moveTo>
                  <a:pt x="6911971" y="3304913"/>
                </a:moveTo>
                <a:cubicBezTo>
                  <a:pt x="6965247" y="3573691"/>
                  <a:pt x="7180090" y="3786801"/>
                  <a:pt x="7455280" y="3845480"/>
                </a:cubicBezTo>
                <a:cubicBezTo>
                  <a:pt x="7402005" y="3576701"/>
                  <a:pt x="7187161" y="3363591"/>
                  <a:pt x="6911971" y="3304913"/>
                </a:cubicBezTo>
                <a:close/>
                <a:moveTo>
                  <a:pt x="6613685" y="3304913"/>
                </a:moveTo>
                <a:cubicBezTo>
                  <a:pt x="6338495" y="3363591"/>
                  <a:pt x="6123651" y="3576701"/>
                  <a:pt x="6070376" y="3845480"/>
                </a:cubicBezTo>
                <a:cubicBezTo>
                  <a:pt x="6345566" y="3786801"/>
                  <a:pt x="6560409" y="3573691"/>
                  <a:pt x="6613685" y="3304913"/>
                </a:cubicBezTo>
                <a:close/>
                <a:moveTo>
                  <a:pt x="5219820" y="3304913"/>
                </a:moveTo>
                <a:cubicBezTo>
                  <a:pt x="5273096" y="3573691"/>
                  <a:pt x="5487939" y="3786801"/>
                  <a:pt x="5763129" y="3845480"/>
                </a:cubicBezTo>
                <a:cubicBezTo>
                  <a:pt x="5709854" y="3576701"/>
                  <a:pt x="5495010" y="3363591"/>
                  <a:pt x="5219820" y="3304913"/>
                </a:cubicBezTo>
                <a:close/>
                <a:moveTo>
                  <a:pt x="4921534" y="3304913"/>
                </a:moveTo>
                <a:cubicBezTo>
                  <a:pt x="4646344" y="3363591"/>
                  <a:pt x="4431500" y="3576701"/>
                  <a:pt x="4378225" y="3845480"/>
                </a:cubicBezTo>
                <a:cubicBezTo>
                  <a:pt x="4653415" y="3786801"/>
                  <a:pt x="4868259" y="3573691"/>
                  <a:pt x="4921534" y="3304913"/>
                </a:cubicBezTo>
                <a:close/>
                <a:moveTo>
                  <a:pt x="3527669" y="3304913"/>
                </a:moveTo>
                <a:cubicBezTo>
                  <a:pt x="3580945" y="3573691"/>
                  <a:pt x="3795788" y="3786801"/>
                  <a:pt x="4070978" y="3845480"/>
                </a:cubicBezTo>
                <a:cubicBezTo>
                  <a:pt x="4017703" y="3576701"/>
                  <a:pt x="3802859" y="3363591"/>
                  <a:pt x="3527669" y="3304913"/>
                </a:cubicBezTo>
                <a:close/>
                <a:moveTo>
                  <a:pt x="3229383" y="3304913"/>
                </a:moveTo>
                <a:cubicBezTo>
                  <a:pt x="2954193" y="3363591"/>
                  <a:pt x="2739349" y="3576701"/>
                  <a:pt x="2686074" y="3845480"/>
                </a:cubicBezTo>
                <a:cubicBezTo>
                  <a:pt x="2961264" y="3786801"/>
                  <a:pt x="3176107" y="3573691"/>
                  <a:pt x="3229383" y="3304913"/>
                </a:cubicBezTo>
                <a:close/>
                <a:moveTo>
                  <a:pt x="1835518" y="3304913"/>
                </a:moveTo>
                <a:cubicBezTo>
                  <a:pt x="1888794" y="3573691"/>
                  <a:pt x="2103637" y="3786801"/>
                  <a:pt x="2378827" y="3845480"/>
                </a:cubicBezTo>
                <a:cubicBezTo>
                  <a:pt x="2325552" y="3576701"/>
                  <a:pt x="2110708" y="3363591"/>
                  <a:pt x="1835518" y="3304913"/>
                </a:cubicBezTo>
                <a:close/>
                <a:moveTo>
                  <a:pt x="1537232" y="3304913"/>
                </a:moveTo>
                <a:cubicBezTo>
                  <a:pt x="1262042" y="3363591"/>
                  <a:pt x="1047198" y="3576701"/>
                  <a:pt x="993923" y="3845480"/>
                </a:cubicBezTo>
                <a:cubicBezTo>
                  <a:pt x="1269113" y="3786801"/>
                  <a:pt x="1483956" y="3573691"/>
                  <a:pt x="1537232" y="3304913"/>
                </a:cubicBezTo>
                <a:close/>
                <a:moveTo>
                  <a:pt x="143367" y="3304913"/>
                </a:moveTo>
                <a:cubicBezTo>
                  <a:pt x="196643" y="3573691"/>
                  <a:pt x="411486" y="3786801"/>
                  <a:pt x="686676" y="3845480"/>
                </a:cubicBezTo>
                <a:cubicBezTo>
                  <a:pt x="633401" y="3576701"/>
                  <a:pt x="418557" y="3363591"/>
                  <a:pt x="143367" y="3304913"/>
                </a:cubicBezTo>
                <a:close/>
                <a:moveTo>
                  <a:pt x="8461873" y="3161219"/>
                </a:moveTo>
                <a:lnTo>
                  <a:pt x="8478960" y="3162829"/>
                </a:lnTo>
                <a:cubicBezTo>
                  <a:pt x="8511346" y="3163352"/>
                  <a:pt x="8543239" y="3166310"/>
                  <a:pt x="8574422" y="3171823"/>
                </a:cubicBezTo>
                <a:cubicBezTo>
                  <a:pt x="8579998" y="3171407"/>
                  <a:pt x="8585326" y="3172348"/>
                  <a:pt x="8590635" y="3173350"/>
                </a:cubicBezTo>
                <a:lnTo>
                  <a:pt x="8590752" y="3174489"/>
                </a:lnTo>
                <a:cubicBezTo>
                  <a:pt x="8815033" y="3211322"/>
                  <a:pt x="9008920" y="3333951"/>
                  <a:pt x="9135069" y="3506215"/>
                </a:cubicBezTo>
                <a:lnTo>
                  <a:pt x="9139239" y="3512974"/>
                </a:lnTo>
                <a:lnTo>
                  <a:pt x="9139239" y="3816134"/>
                </a:lnTo>
                <a:lnTo>
                  <a:pt x="9120077" y="3747490"/>
                </a:lnTo>
                <a:cubicBezTo>
                  <a:pt x="9039502" y="3525837"/>
                  <a:pt x="8844913" y="3356256"/>
                  <a:pt x="8604122" y="3304913"/>
                </a:cubicBezTo>
                <a:cubicBezTo>
                  <a:pt x="8650738" y="3540094"/>
                  <a:pt x="8821055" y="3732654"/>
                  <a:pt x="9047261" y="3816429"/>
                </a:cubicBezTo>
                <a:lnTo>
                  <a:pt x="9139239" y="3843104"/>
                </a:lnTo>
                <a:lnTo>
                  <a:pt x="9139239" y="3970603"/>
                </a:lnTo>
                <a:lnTo>
                  <a:pt x="9030179" y="3943797"/>
                </a:lnTo>
                <a:cubicBezTo>
                  <a:pt x="8735297" y="3846211"/>
                  <a:pt x="8514628" y="3594637"/>
                  <a:pt x="8470637" y="3288305"/>
                </a:cubicBezTo>
                <a:cubicBezTo>
                  <a:pt x="8470469" y="3288253"/>
                  <a:pt x="8470301" y="3288248"/>
                  <a:pt x="8470131" y="3288243"/>
                </a:cubicBezTo>
                <a:lnTo>
                  <a:pt x="8469593" y="3281619"/>
                </a:lnTo>
                <a:cubicBezTo>
                  <a:pt x="8464534" y="3251607"/>
                  <a:pt x="8462083" y="3220958"/>
                  <a:pt x="8462126" y="3189869"/>
                </a:cubicBezTo>
                <a:cubicBezTo>
                  <a:pt x="8460814" y="3184286"/>
                  <a:pt x="8460755" y="3178663"/>
                  <a:pt x="8460755" y="3173027"/>
                </a:cubicBezTo>
                <a:lnTo>
                  <a:pt x="8461349" y="3161677"/>
                </a:lnTo>
                <a:lnTo>
                  <a:pt x="8461847" y="3161709"/>
                </a:lnTo>
                <a:close/>
                <a:moveTo>
                  <a:pt x="8448085" y="3161219"/>
                </a:moveTo>
                <a:lnTo>
                  <a:pt x="8448111" y="3161709"/>
                </a:lnTo>
                <a:lnTo>
                  <a:pt x="8448609" y="3161677"/>
                </a:lnTo>
                <a:lnTo>
                  <a:pt x="8449203" y="3173027"/>
                </a:lnTo>
                <a:cubicBezTo>
                  <a:pt x="8449203" y="3178663"/>
                  <a:pt x="8449144" y="3184286"/>
                  <a:pt x="8447832" y="3189869"/>
                </a:cubicBezTo>
                <a:cubicBezTo>
                  <a:pt x="8447875" y="3220958"/>
                  <a:pt x="8445424" y="3251607"/>
                  <a:pt x="8440365" y="3281619"/>
                </a:cubicBezTo>
                <a:lnTo>
                  <a:pt x="8439827" y="3288243"/>
                </a:lnTo>
                <a:cubicBezTo>
                  <a:pt x="8439657" y="3288248"/>
                  <a:pt x="8439489" y="3288253"/>
                  <a:pt x="8439321" y="3288305"/>
                </a:cubicBezTo>
                <a:cubicBezTo>
                  <a:pt x="8389046" y="3638399"/>
                  <a:pt x="8108007" y="3916971"/>
                  <a:pt x="7749156" y="3975903"/>
                </a:cubicBezTo>
                <a:lnTo>
                  <a:pt x="7749040" y="3977042"/>
                </a:lnTo>
                <a:cubicBezTo>
                  <a:pt x="7743729" y="3978045"/>
                  <a:pt x="7738400" y="3978986"/>
                  <a:pt x="7732823" y="3978570"/>
                </a:cubicBezTo>
                <a:cubicBezTo>
                  <a:pt x="7701651" y="3984080"/>
                  <a:pt x="7669771" y="3987038"/>
                  <a:pt x="7637396" y="3987561"/>
                </a:cubicBezTo>
                <a:lnTo>
                  <a:pt x="7620278" y="3989174"/>
                </a:lnTo>
                <a:lnTo>
                  <a:pt x="7620252" y="3988683"/>
                </a:lnTo>
                <a:lnTo>
                  <a:pt x="7619753" y="3988716"/>
                </a:lnTo>
                <a:cubicBezTo>
                  <a:pt x="7619187" y="3984944"/>
                  <a:pt x="7619160" y="3981158"/>
                  <a:pt x="7619160" y="3977366"/>
                </a:cubicBezTo>
                <a:cubicBezTo>
                  <a:pt x="7619160" y="3971728"/>
                  <a:pt x="7619219" y="3966104"/>
                  <a:pt x="7620531" y="3960518"/>
                </a:cubicBezTo>
                <a:cubicBezTo>
                  <a:pt x="7620488" y="3929436"/>
                  <a:pt x="7622938" y="3898794"/>
                  <a:pt x="7627995" y="3868787"/>
                </a:cubicBezTo>
                <a:lnTo>
                  <a:pt x="7628535" y="3862150"/>
                </a:lnTo>
                <a:cubicBezTo>
                  <a:pt x="7628704" y="3862145"/>
                  <a:pt x="7628873" y="3862140"/>
                  <a:pt x="7629040" y="3862087"/>
                </a:cubicBezTo>
                <a:cubicBezTo>
                  <a:pt x="7679317" y="3511992"/>
                  <a:pt x="7960356" y="3233421"/>
                  <a:pt x="8319206" y="3174489"/>
                </a:cubicBezTo>
                <a:lnTo>
                  <a:pt x="8319323" y="3173350"/>
                </a:lnTo>
                <a:cubicBezTo>
                  <a:pt x="8324632" y="3172348"/>
                  <a:pt x="8329960" y="3171407"/>
                  <a:pt x="8335536" y="3171823"/>
                </a:cubicBezTo>
                <a:cubicBezTo>
                  <a:pt x="8366719" y="3166310"/>
                  <a:pt x="8398612" y="3163352"/>
                  <a:pt x="8430998" y="3162829"/>
                </a:cubicBezTo>
                <a:close/>
                <a:moveTo>
                  <a:pt x="6769722" y="3161219"/>
                </a:moveTo>
                <a:lnTo>
                  <a:pt x="6786810" y="3162829"/>
                </a:lnTo>
                <a:cubicBezTo>
                  <a:pt x="6819195" y="3163352"/>
                  <a:pt x="6851088" y="3166310"/>
                  <a:pt x="6882271" y="3171823"/>
                </a:cubicBezTo>
                <a:cubicBezTo>
                  <a:pt x="6887847" y="3171407"/>
                  <a:pt x="6893175" y="3172348"/>
                  <a:pt x="6898484" y="3173350"/>
                </a:cubicBezTo>
                <a:lnTo>
                  <a:pt x="6898601" y="3174489"/>
                </a:lnTo>
                <a:cubicBezTo>
                  <a:pt x="7257451" y="3233421"/>
                  <a:pt x="7538490" y="3511992"/>
                  <a:pt x="7588766" y="3862087"/>
                </a:cubicBezTo>
                <a:cubicBezTo>
                  <a:pt x="7588934" y="3862140"/>
                  <a:pt x="7589103" y="3862145"/>
                  <a:pt x="7589272" y="3862150"/>
                </a:cubicBezTo>
                <a:lnTo>
                  <a:pt x="7589812" y="3868787"/>
                </a:lnTo>
                <a:cubicBezTo>
                  <a:pt x="7594869" y="3898794"/>
                  <a:pt x="7597319" y="3929436"/>
                  <a:pt x="7597276" y="3960518"/>
                </a:cubicBezTo>
                <a:cubicBezTo>
                  <a:pt x="7598588" y="3966104"/>
                  <a:pt x="7598647" y="3971728"/>
                  <a:pt x="7598647" y="3977366"/>
                </a:cubicBezTo>
                <a:cubicBezTo>
                  <a:pt x="7598647" y="3981158"/>
                  <a:pt x="7598620" y="3984944"/>
                  <a:pt x="7598054" y="3988716"/>
                </a:cubicBezTo>
                <a:lnTo>
                  <a:pt x="7597555" y="3988683"/>
                </a:lnTo>
                <a:lnTo>
                  <a:pt x="7597529" y="3989174"/>
                </a:lnTo>
                <a:lnTo>
                  <a:pt x="7580411" y="3987561"/>
                </a:lnTo>
                <a:cubicBezTo>
                  <a:pt x="7548036" y="3987038"/>
                  <a:pt x="7516156" y="3984080"/>
                  <a:pt x="7484984" y="3978570"/>
                </a:cubicBezTo>
                <a:cubicBezTo>
                  <a:pt x="7479407" y="3978986"/>
                  <a:pt x="7474078" y="3978045"/>
                  <a:pt x="7468767" y="3977042"/>
                </a:cubicBezTo>
                <a:lnTo>
                  <a:pt x="7468651" y="3975903"/>
                </a:lnTo>
                <a:cubicBezTo>
                  <a:pt x="7109800" y="3916971"/>
                  <a:pt x="6828761" y="3638399"/>
                  <a:pt x="6778486" y="3288305"/>
                </a:cubicBezTo>
                <a:cubicBezTo>
                  <a:pt x="6778318" y="3288253"/>
                  <a:pt x="6778150" y="3288248"/>
                  <a:pt x="6777980" y="3288243"/>
                </a:cubicBezTo>
                <a:lnTo>
                  <a:pt x="6777442" y="3281619"/>
                </a:lnTo>
                <a:cubicBezTo>
                  <a:pt x="6772383" y="3251607"/>
                  <a:pt x="6769933" y="3220958"/>
                  <a:pt x="6769975" y="3189869"/>
                </a:cubicBezTo>
                <a:cubicBezTo>
                  <a:pt x="6768663" y="3184286"/>
                  <a:pt x="6768604" y="3178663"/>
                  <a:pt x="6768604" y="3173027"/>
                </a:cubicBezTo>
                <a:lnTo>
                  <a:pt x="6769198" y="3161677"/>
                </a:lnTo>
                <a:lnTo>
                  <a:pt x="6769696" y="3161709"/>
                </a:lnTo>
                <a:close/>
                <a:moveTo>
                  <a:pt x="6755934" y="3161219"/>
                </a:moveTo>
                <a:lnTo>
                  <a:pt x="6755960" y="3161709"/>
                </a:lnTo>
                <a:lnTo>
                  <a:pt x="6756458" y="3161677"/>
                </a:lnTo>
                <a:lnTo>
                  <a:pt x="6757052" y="3173027"/>
                </a:lnTo>
                <a:cubicBezTo>
                  <a:pt x="6757052" y="3178663"/>
                  <a:pt x="6756994" y="3184286"/>
                  <a:pt x="6755682" y="3189869"/>
                </a:cubicBezTo>
                <a:cubicBezTo>
                  <a:pt x="6755724" y="3220958"/>
                  <a:pt x="6753273" y="3251607"/>
                  <a:pt x="6748215" y="3281619"/>
                </a:cubicBezTo>
                <a:lnTo>
                  <a:pt x="6747676" y="3288243"/>
                </a:lnTo>
                <a:cubicBezTo>
                  <a:pt x="6747507" y="3288248"/>
                  <a:pt x="6747338" y="3288253"/>
                  <a:pt x="6747171" y="3288305"/>
                </a:cubicBezTo>
                <a:cubicBezTo>
                  <a:pt x="6696895" y="3638399"/>
                  <a:pt x="6415856" y="3916971"/>
                  <a:pt x="6057005" y="3975903"/>
                </a:cubicBezTo>
                <a:lnTo>
                  <a:pt x="6056889" y="3977042"/>
                </a:lnTo>
                <a:cubicBezTo>
                  <a:pt x="6051578" y="3978045"/>
                  <a:pt x="6046249" y="3978986"/>
                  <a:pt x="6040672" y="3978570"/>
                </a:cubicBezTo>
                <a:cubicBezTo>
                  <a:pt x="6009500" y="3984080"/>
                  <a:pt x="5977620" y="3987038"/>
                  <a:pt x="5945246" y="3987561"/>
                </a:cubicBezTo>
                <a:lnTo>
                  <a:pt x="5928127" y="3989174"/>
                </a:lnTo>
                <a:lnTo>
                  <a:pt x="5928101" y="3988683"/>
                </a:lnTo>
                <a:lnTo>
                  <a:pt x="5927602" y="3988716"/>
                </a:lnTo>
                <a:cubicBezTo>
                  <a:pt x="5927036" y="3984944"/>
                  <a:pt x="5927009" y="3981158"/>
                  <a:pt x="5927009" y="3977366"/>
                </a:cubicBezTo>
                <a:cubicBezTo>
                  <a:pt x="5927009" y="3971728"/>
                  <a:pt x="5927068" y="3966104"/>
                  <a:pt x="5928380" y="3960518"/>
                </a:cubicBezTo>
                <a:cubicBezTo>
                  <a:pt x="5928338" y="3929436"/>
                  <a:pt x="5930787" y="3898794"/>
                  <a:pt x="5935844" y="3868787"/>
                </a:cubicBezTo>
                <a:lnTo>
                  <a:pt x="5936384" y="3862150"/>
                </a:lnTo>
                <a:cubicBezTo>
                  <a:pt x="5936553" y="3862145"/>
                  <a:pt x="5936722" y="3862140"/>
                  <a:pt x="5936890" y="3862087"/>
                </a:cubicBezTo>
                <a:cubicBezTo>
                  <a:pt x="5987166" y="3511992"/>
                  <a:pt x="6268205" y="3233421"/>
                  <a:pt x="6627056" y="3174489"/>
                </a:cubicBezTo>
                <a:lnTo>
                  <a:pt x="6627173" y="3173350"/>
                </a:lnTo>
                <a:cubicBezTo>
                  <a:pt x="6632481" y="3172348"/>
                  <a:pt x="6637809" y="3171407"/>
                  <a:pt x="6643385" y="3171823"/>
                </a:cubicBezTo>
                <a:cubicBezTo>
                  <a:pt x="6674569" y="3166310"/>
                  <a:pt x="6706461" y="3163352"/>
                  <a:pt x="6738847" y="3162829"/>
                </a:cubicBezTo>
                <a:close/>
                <a:moveTo>
                  <a:pt x="5077571" y="3161219"/>
                </a:moveTo>
                <a:lnTo>
                  <a:pt x="5094659" y="3162829"/>
                </a:lnTo>
                <a:cubicBezTo>
                  <a:pt x="5127044" y="3163352"/>
                  <a:pt x="5158937" y="3166310"/>
                  <a:pt x="5190120" y="3171823"/>
                </a:cubicBezTo>
                <a:cubicBezTo>
                  <a:pt x="5195696" y="3171407"/>
                  <a:pt x="5201024" y="3172348"/>
                  <a:pt x="5206334" y="3173350"/>
                </a:cubicBezTo>
                <a:lnTo>
                  <a:pt x="5206450" y="3174489"/>
                </a:lnTo>
                <a:cubicBezTo>
                  <a:pt x="5565300" y="3233421"/>
                  <a:pt x="5846339" y="3511992"/>
                  <a:pt x="5896616" y="3862087"/>
                </a:cubicBezTo>
                <a:cubicBezTo>
                  <a:pt x="5896783" y="3862140"/>
                  <a:pt x="5896953" y="3862145"/>
                  <a:pt x="5897121" y="3862150"/>
                </a:cubicBezTo>
                <a:lnTo>
                  <a:pt x="5897662" y="3868787"/>
                </a:lnTo>
                <a:cubicBezTo>
                  <a:pt x="5902718" y="3898794"/>
                  <a:pt x="5905168" y="3929436"/>
                  <a:pt x="5905126" y="3960518"/>
                </a:cubicBezTo>
                <a:cubicBezTo>
                  <a:pt x="5906438" y="3966104"/>
                  <a:pt x="5906496" y="3971728"/>
                  <a:pt x="5906496" y="3977366"/>
                </a:cubicBezTo>
                <a:cubicBezTo>
                  <a:pt x="5906496" y="3981158"/>
                  <a:pt x="5906469" y="3984944"/>
                  <a:pt x="5905903" y="3988716"/>
                </a:cubicBezTo>
                <a:lnTo>
                  <a:pt x="5905404" y="3988683"/>
                </a:lnTo>
                <a:lnTo>
                  <a:pt x="5905378" y="3989174"/>
                </a:lnTo>
                <a:lnTo>
                  <a:pt x="5888260" y="3987561"/>
                </a:lnTo>
                <a:cubicBezTo>
                  <a:pt x="5855886" y="3987038"/>
                  <a:pt x="5824005" y="3984080"/>
                  <a:pt x="5792833" y="3978570"/>
                </a:cubicBezTo>
                <a:cubicBezTo>
                  <a:pt x="5787256" y="3978986"/>
                  <a:pt x="5781927" y="3978045"/>
                  <a:pt x="5776617" y="3977042"/>
                </a:cubicBezTo>
                <a:lnTo>
                  <a:pt x="5776501" y="3975903"/>
                </a:lnTo>
                <a:cubicBezTo>
                  <a:pt x="5417649" y="3916971"/>
                  <a:pt x="5136610" y="3638399"/>
                  <a:pt x="5086335" y="3288305"/>
                </a:cubicBezTo>
                <a:cubicBezTo>
                  <a:pt x="5086167" y="3288253"/>
                  <a:pt x="5085999" y="3288248"/>
                  <a:pt x="5085830" y="3288243"/>
                </a:cubicBezTo>
                <a:lnTo>
                  <a:pt x="5085291" y="3281619"/>
                </a:lnTo>
                <a:cubicBezTo>
                  <a:pt x="5080233" y="3251607"/>
                  <a:pt x="5077782" y="3220958"/>
                  <a:pt x="5077824" y="3189869"/>
                </a:cubicBezTo>
                <a:cubicBezTo>
                  <a:pt x="5076512" y="3184286"/>
                  <a:pt x="5076453" y="3178663"/>
                  <a:pt x="5076453" y="3173027"/>
                </a:cubicBezTo>
                <a:lnTo>
                  <a:pt x="5077047" y="3161677"/>
                </a:lnTo>
                <a:lnTo>
                  <a:pt x="5077545" y="3161709"/>
                </a:lnTo>
                <a:close/>
                <a:moveTo>
                  <a:pt x="5063783" y="3161219"/>
                </a:moveTo>
                <a:lnTo>
                  <a:pt x="5063809" y="3161709"/>
                </a:lnTo>
                <a:lnTo>
                  <a:pt x="5064307" y="3161677"/>
                </a:lnTo>
                <a:lnTo>
                  <a:pt x="5064902" y="3173027"/>
                </a:lnTo>
                <a:cubicBezTo>
                  <a:pt x="5064902" y="3178663"/>
                  <a:pt x="5064842" y="3184286"/>
                  <a:pt x="5063530" y="3189869"/>
                </a:cubicBezTo>
                <a:cubicBezTo>
                  <a:pt x="5063572" y="3220958"/>
                  <a:pt x="5061122" y="3251607"/>
                  <a:pt x="5056063" y="3281619"/>
                </a:cubicBezTo>
                <a:lnTo>
                  <a:pt x="5055525" y="3288243"/>
                </a:lnTo>
                <a:cubicBezTo>
                  <a:pt x="5055355" y="3288248"/>
                  <a:pt x="5055187" y="3288253"/>
                  <a:pt x="5055019" y="3288305"/>
                </a:cubicBezTo>
                <a:cubicBezTo>
                  <a:pt x="5004744" y="3638399"/>
                  <a:pt x="4723705" y="3916971"/>
                  <a:pt x="4364853" y="3975903"/>
                </a:cubicBezTo>
                <a:lnTo>
                  <a:pt x="4364737" y="3977042"/>
                </a:lnTo>
                <a:cubicBezTo>
                  <a:pt x="4359427" y="3978045"/>
                  <a:pt x="4354098" y="3978986"/>
                  <a:pt x="4348521" y="3978570"/>
                </a:cubicBezTo>
                <a:cubicBezTo>
                  <a:pt x="4317350" y="3984080"/>
                  <a:pt x="4285468" y="3987038"/>
                  <a:pt x="4253094" y="3987561"/>
                </a:cubicBezTo>
                <a:lnTo>
                  <a:pt x="4235976" y="3989174"/>
                </a:lnTo>
                <a:lnTo>
                  <a:pt x="4235950" y="3988683"/>
                </a:lnTo>
                <a:lnTo>
                  <a:pt x="4235451" y="3988716"/>
                </a:lnTo>
                <a:cubicBezTo>
                  <a:pt x="4234885" y="3984944"/>
                  <a:pt x="4234858" y="3981158"/>
                  <a:pt x="4234858" y="3977366"/>
                </a:cubicBezTo>
                <a:cubicBezTo>
                  <a:pt x="4234858" y="3971728"/>
                  <a:pt x="4234916" y="3966104"/>
                  <a:pt x="4236228" y="3960518"/>
                </a:cubicBezTo>
                <a:cubicBezTo>
                  <a:pt x="4236186" y="3929436"/>
                  <a:pt x="4238636" y="3898794"/>
                  <a:pt x="4243692" y="3868787"/>
                </a:cubicBezTo>
                <a:lnTo>
                  <a:pt x="4244233" y="3862150"/>
                </a:lnTo>
                <a:cubicBezTo>
                  <a:pt x="4244401" y="3862145"/>
                  <a:pt x="4244571" y="3862140"/>
                  <a:pt x="4244738" y="3862087"/>
                </a:cubicBezTo>
                <a:cubicBezTo>
                  <a:pt x="4295015" y="3511992"/>
                  <a:pt x="4576054" y="3233421"/>
                  <a:pt x="4934904" y="3174489"/>
                </a:cubicBezTo>
                <a:lnTo>
                  <a:pt x="4935021" y="3173350"/>
                </a:lnTo>
                <a:cubicBezTo>
                  <a:pt x="4940330" y="3172348"/>
                  <a:pt x="4945658" y="3171407"/>
                  <a:pt x="4951234" y="3171823"/>
                </a:cubicBezTo>
                <a:cubicBezTo>
                  <a:pt x="4982417" y="3166310"/>
                  <a:pt x="5014310" y="3163352"/>
                  <a:pt x="5046695" y="3162829"/>
                </a:cubicBezTo>
                <a:close/>
                <a:moveTo>
                  <a:pt x="3385420" y="3161219"/>
                </a:moveTo>
                <a:lnTo>
                  <a:pt x="3402507" y="3162829"/>
                </a:lnTo>
                <a:cubicBezTo>
                  <a:pt x="3434893" y="3163352"/>
                  <a:pt x="3466785" y="3166310"/>
                  <a:pt x="3497969" y="3171823"/>
                </a:cubicBezTo>
                <a:cubicBezTo>
                  <a:pt x="3503545" y="3171407"/>
                  <a:pt x="3508873" y="3172348"/>
                  <a:pt x="3514181" y="3173350"/>
                </a:cubicBezTo>
                <a:lnTo>
                  <a:pt x="3514298" y="3174489"/>
                </a:lnTo>
                <a:cubicBezTo>
                  <a:pt x="3873149" y="3233421"/>
                  <a:pt x="4154188" y="3511992"/>
                  <a:pt x="4204464" y="3862087"/>
                </a:cubicBezTo>
                <a:cubicBezTo>
                  <a:pt x="4204632" y="3862140"/>
                  <a:pt x="4204801" y="3862145"/>
                  <a:pt x="4204970" y="3862150"/>
                </a:cubicBezTo>
                <a:lnTo>
                  <a:pt x="4205510" y="3868787"/>
                </a:lnTo>
                <a:cubicBezTo>
                  <a:pt x="4210567" y="3898794"/>
                  <a:pt x="4213016" y="3929436"/>
                  <a:pt x="4212974" y="3960518"/>
                </a:cubicBezTo>
                <a:cubicBezTo>
                  <a:pt x="4214286" y="3966104"/>
                  <a:pt x="4214345" y="3971728"/>
                  <a:pt x="4214345" y="3977366"/>
                </a:cubicBezTo>
                <a:cubicBezTo>
                  <a:pt x="4214345" y="3981158"/>
                  <a:pt x="4214318" y="3984944"/>
                  <a:pt x="4213752" y="3988716"/>
                </a:cubicBezTo>
                <a:lnTo>
                  <a:pt x="4213253" y="3988683"/>
                </a:lnTo>
                <a:lnTo>
                  <a:pt x="4213227" y="3989174"/>
                </a:lnTo>
                <a:lnTo>
                  <a:pt x="4196108" y="3987561"/>
                </a:lnTo>
                <a:cubicBezTo>
                  <a:pt x="4163734" y="3987038"/>
                  <a:pt x="4131854" y="3984080"/>
                  <a:pt x="4100682" y="3978570"/>
                </a:cubicBezTo>
                <a:cubicBezTo>
                  <a:pt x="4095105" y="3978986"/>
                  <a:pt x="4089776" y="3978045"/>
                  <a:pt x="4084465" y="3977042"/>
                </a:cubicBezTo>
                <a:lnTo>
                  <a:pt x="4084349" y="3975903"/>
                </a:lnTo>
                <a:cubicBezTo>
                  <a:pt x="3725498" y="3916971"/>
                  <a:pt x="3444459" y="3638399"/>
                  <a:pt x="3394183" y="3288305"/>
                </a:cubicBezTo>
                <a:cubicBezTo>
                  <a:pt x="3394016" y="3288253"/>
                  <a:pt x="3393847" y="3288248"/>
                  <a:pt x="3393678" y="3288243"/>
                </a:cubicBezTo>
                <a:lnTo>
                  <a:pt x="3393139" y="3281619"/>
                </a:lnTo>
                <a:cubicBezTo>
                  <a:pt x="3388081" y="3251607"/>
                  <a:pt x="3385630" y="3220958"/>
                  <a:pt x="3385672" y="3189869"/>
                </a:cubicBezTo>
                <a:cubicBezTo>
                  <a:pt x="3384360" y="3184286"/>
                  <a:pt x="3384302" y="3178663"/>
                  <a:pt x="3384302" y="3173027"/>
                </a:cubicBezTo>
                <a:lnTo>
                  <a:pt x="3384896" y="3161677"/>
                </a:lnTo>
                <a:lnTo>
                  <a:pt x="3385394" y="3161709"/>
                </a:lnTo>
                <a:close/>
                <a:moveTo>
                  <a:pt x="3371632" y="3161219"/>
                </a:moveTo>
                <a:lnTo>
                  <a:pt x="3371658" y="3161709"/>
                </a:lnTo>
                <a:lnTo>
                  <a:pt x="3372156" y="3161677"/>
                </a:lnTo>
                <a:lnTo>
                  <a:pt x="3372750" y="3173027"/>
                </a:lnTo>
                <a:cubicBezTo>
                  <a:pt x="3372750" y="3178663"/>
                  <a:pt x="3372691" y="3184286"/>
                  <a:pt x="3371379" y="3189869"/>
                </a:cubicBezTo>
                <a:cubicBezTo>
                  <a:pt x="3371421" y="3220958"/>
                  <a:pt x="3368971" y="3251607"/>
                  <a:pt x="3363912" y="3281619"/>
                </a:cubicBezTo>
                <a:lnTo>
                  <a:pt x="3363374" y="3288243"/>
                </a:lnTo>
                <a:cubicBezTo>
                  <a:pt x="3363204" y="3288248"/>
                  <a:pt x="3363036" y="3288253"/>
                  <a:pt x="3362868" y="3288305"/>
                </a:cubicBezTo>
                <a:cubicBezTo>
                  <a:pt x="3312593" y="3638399"/>
                  <a:pt x="3031554" y="3916971"/>
                  <a:pt x="2672703" y="3975903"/>
                </a:cubicBezTo>
                <a:lnTo>
                  <a:pt x="2672586" y="3977042"/>
                </a:lnTo>
                <a:cubicBezTo>
                  <a:pt x="2667276" y="3978045"/>
                  <a:pt x="2661947" y="3978986"/>
                  <a:pt x="2656370" y="3978570"/>
                </a:cubicBezTo>
                <a:cubicBezTo>
                  <a:pt x="2625198" y="3984080"/>
                  <a:pt x="2593318" y="3987038"/>
                  <a:pt x="2560943" y="3987561"/>
                </a:cubicBezTo>
                <a:lnTo>
                  <a:pt x="2543825" y="3989174"/>
                </a:lnTo>
                <a:lnTo>
                  <a:pt x="2543799" y="3988683"/>
                </a:lnTo>
                <a:lnTo>
                  <a:pt x="2543300" y="3988716"/>
                </a:lnTo>
                <a:cubicBezTo>
                  <a:pt x="2542734" y="3984944"/>
                  <a:pt x="2542707" y="3981158"/>
                  <a:pt x="2542707" y="3977366"/>
                </a:cubicBezTo>
                <a:cubicBezTo>
                  <a:pt x="2542707" y="3971728"/>
                  <a:pt x="2542765" y="3966104"/>
                  <a:pt x="2544077" y="3960518"/>
                </a:cubicBezTo>
                <a:cubicBezTo>
                  <a:pt x="2544035" y="3929436"/>
                  <a:pt x="2546485" y="3898794"/>
                  <a:pt x="2551541" y="3868787"/>
                </a:cubicBezTo>
                <a:lnTo>
                  <a:pt x="2552082" y="3862150"/>
                </a:lnTo>
                <a:cubicBezTo>
                  <a:pt x="2552250" y="3862145"/>
                  <a:pt x="2552420" y="3862140"/>
                  <a:pt x="2552587" y="3862087"/>
                </a:cubicBezTo>
                <a:cubicBezTo>
                  <a:pt x="2602864" y="3511992"/>
                  <a:pt x="2883903" y="3233421"/>
                  <a:pt x="3242753" y="3174489"/>
                </a:cubicBezTo>
                <a:lnTo>
                  <a:pt x="3242870" y="3173350"/>
                </a:lnTo>
                <a:cubicBezTo>
                  <a:pt x="3248179" y="3172348"/>
                  <a:pt x="3253507" y="3171407"/>
                  <a:pt x="3259083" y="3171823"/>
                </a:cubicBezTo>
                <a:cubicBezTo>
                  <a:pt x="3290266" y="3166310"/>
                  <a:pt x="3322159" y="3163352"/>
                  <a:pt x="3354544" y="3162829"/>
                </a:cubicBezTo>
                <a:close/>
                <a:moveTo>
                  <a:pt x="1693269" y="3161219"/>
                </a:moveTo>
                <a:lnTo>
                  <a:pt x="1710356" y="3162829"/>
                </a:lnTo>
                <a:cubicBezTo>
                  <a:pt x="1742742" y="3163352"/>
                  <a:pt x="1774634" y="3166310"/>
                  <a:pt x="1805818" y="3171823"/>
                </a:cubicBezTo>
                <a:cubicBezTo>
                  <a:pt x="1811394" y="3171407"/>
                  <a:pt x="1816722" y="3172348"/>
                  <a:pt x="1822030" y="3173350"/>
                </a:cubicBezTo>
                <a:lnTo>
                  <a:pt x="1822148" y="3174489"/>
                </a:lnTo>
                <a:cubicBezTo>
                  <a:pt x="2180998" y="3233421"/>
                  <a:pt x="2462037" y="3511992"/>
                  <a:pt x="2512313" y="3862087"/>
                </a:cubicBezTo>
                <a:cubicBezTo>
                  <a:pt x="2512481" y="3862140"/>
                  <a:pt x="2512650" y="3862145"/>
                  <a:pt x="2512819" y="3862150"/>
                </a:cubicBezTo>
                <a:lnTo>
                  <a:pt x="2513359" y="3868787"/>
                </a:lnTo>
                <a:cubicBezTo>
                  <a:pt x="2518416" y="3898794"/>
                  <a:pt x="2520865" y="3929436"/>
                  <a:pt x="2520823" y="3960518"/>
                </a:cubicBezTo>
                <a:cubicBezTo>
                  <a:pt x="2522135" y="3966104"/>
                  <a:pt x="2522194" y="3971728"/>
                  <a:pt x="2522194" y="3977366"/>
                </a:cubicBezTo>
                <a:cubicBezTo>
                  <a:pt x="2522194" y="3981158"/>
                  <a:pt x="2522167" y="3984944"/>
                  <a:pt x="2521601" y="3988716"/>
                </a:cubicBezTo>
                <a:lnTo>
                  <a:pt x="2521102" y="3988683"/>
                </a:lnTo>
                <a:lnTo>
                  <a:pt x="2521076" y="3989174"/>
                </a:lnTo>
                <a:lnTo>
                  <a:pt x="2503957" y="3987561"/>
                </a:lnTo>
                <a:cubicBezTo>
                  <a:pt x="2471583" y="3987038"/>
                  <a:pt x="2439703" y="3984080"/>
                  <a:pt x="2408531" y="3978570"/>
                </a:cubicBezTo>
                <a:cubicBezTo>
                  <a:pt x="2402954" y="3978986"/>
                  <a:pt x="2397625" y="3978045"/>
                  <a:pt x="2392314" y="3977042"/>
                </a:cubicBezTo>
                <a:lnTo>
                  <a:pt x="2392198" y="3975903"/>
                </a:lnTo>
                <a:cubicBezTo>
                  <a:pt x="2033347" y="3916971"/>
                  <a:pt x="1752308" y="3638399"/>
                  <a:pt x="1702032" y="3288305"/>
                </a:cubicBezTo>
                <a:cubicBezTo>
                  <a:pt x="1701865" y="3288253"/>
                  <a:pt x="1701696" y="3288248"/>
                  <a:pt x="1701527" y="3288243"/>
                </a:cubicBezTo>
                <a:lnTo>
                  <a:pt x="1700989" y="3281619"/>
                </a:lnTo>
                <a:cubicBezTo>
                  <a:pt x="1695930" y="3251607"/>
                  <a:pt x="1693479" y="3220958"/>
                  <a:pt x="1693521" y="3189869"/>
                </a:cubicBezTo>
                <a:cubicBezTo>
                  <a:pt x="1692209" y="3184286"/>
                  <a:pt x="1692151" y="3178663"/>
                  <a:pt x="1692151" y="3173027"/>
                </a:cubicBezTo>
                <a:lnTo>
                  <a:pt x="1692745" y="3161677"/>
                </a:lnTo>
                <a:lnTo>
                  <a:pt x="1693243" y="3161709"/>
                </a:lnTo>
                <a:close/>
                <a:moveTo>
                  <a:pt x="1679481" y="3161219"/>
                </a:moveTo>
                <a:lnTo>
                  <a:pt x="1679507" y="3161709"/>
                </a:lnTo>
                <a:lnTo>
                  <a:pt x="1680005" y="3161677"/>
                </a:lnTo>
                <a:lnTo>
                  <a:pt x="1680599" y="3173027"/>
                </a:lnTo>
                <a:cubicBezTo>
                  <a:pt x="1680599" y="3178663"/>
                  <a:pt x="1680540" y="3184286"/>
                  <a:pt x="1679228" y="3189869"/>
                </a:cubicBezTo>
                <a:cubicBezTo>
                  <a:pt x="1679270" y="3220958"/>
                  <a:pt x="1676820" y="3251607"/>
                  <a:pt x="1671761" y="3281619"/>
                </a:cubicBezTo>
                <a:lnTo>
                  <a:pt x="1671223" y="3288243"/>
                </a:lnTo>
                <a:cubicBezTo>
                  <a:pt x="1671053" y="3288248"/>
                  <a:pt x="1670885" y="3288253"/>
                  <a:pt x="1670717" y="3288305"/>
                </a:cubicBezTo>
                <a:cubicBezTo>
                  <a:pt x="1620442" y="3638399"/>
                  <a:pt x="1339403" y="3916971"/>
                  <a:pt x="980552" y="3975903"/>
                </a:cubicBezTo>
                <a:lnTo>
                  <a:pt x="980435" y="3977042"/>
                </a:lnTo>
                <a:cubicBezTo>
                  <a:pt x="975125" y="3978045"/>
                  <a:pt x="969796" y="3978986"/>
                  <a:pt x="964219" y="3978570"/>
                </a:cubicBezTo>
                <a:cubicBezTo>
                  <a:pt x="933047" y="3984080"/>
                  <a:pt x="901167" y="3987038"/>
                  <a:pt x="868792" y="3987561"/>
                </a:cubicBezTo>
                <a:lnTo>
                  <a:pt x="851674" y="3989174"/>
                </a:lnTo>
                <a:lnTo>
                  <a:pt x="851648" y="3988683"/>
                </a:lnTo>
                <a:lnTo>
                  <a:pt x="851149" y="3988716"/>
                </a:lnTo>
                <a:cubicBezTo>
                  <a:pt x="850583" y="3984944"/>
                  <a:pt x="850556" y="3981158"/>
                  <a:pt x="850556" y="3977366"/>
                </a:cubicBezTo>
                <a:cubicBezTo>
                  <a:pt x="850556" y="3971728"/>
                  <a:pt x="850614" y="3966104"/>
                  <a:pt x="851926" y="3960518"/>
                </a:cubicBezTo>
                <a:cubicBezTo>
                  <a:pt x="851884" y="3929436"/>
                  <a:pt x="854334" y="3898794"/>
                  <a:pt x="859390" y="3868787"/>
                </a:cubicBezTo>
                <a:lnTo>
                  <a:pt x="859931" y="3862150"/>
                </a:lnTo>
                <a:cubicBezTo>
                  <a:pt x="860099" y="3862145"/>
                  <a:pt x="860269" y="3862140"/>
                  <a:pt x="860436" y="3862087"/>
                </a:cubicBezTo>
                <a:cubicBezTo>
                  <a:pt x="910713" y="3511992"/>
                  <a:pt x="1191752" y="3233421"/>
                  <a:pt x="1550602" y="3174489"/>
                </a:cubicBezTo>
                <a:lnTo>
                  <a:pt x="1550719" y="3173350"/>
                </a:lnTo>
                <a:cubicBezTo>
                  <a:pt x="1556028" y="3172348"/>
                  <a:pt x="1561356" y="3171407"/>
                  <a:pt x="1566932" y="3171823"/>
                </a:cubicBezTo>
                <a:cubicBezTo>
                  <a:pt x="1598115" y="3166310"/>
                  <a:pt x="1630008" y="3163352"/>
                  <a:pt x="1662393" y="3162829"/>
                </a:cubicBezTo>
                <a:close/>
                <a:moveTo>
                  <a:pt x="1118" y="3161219"/>
                </a:moveTo>
                <a:lnTo>
                  <a:pt x="18205" y="3162829"/>
                </a:lnTo>
                <a:cubicBezTo>
                  <a:pt x="50591" y="3163352"/>
                  <a:pt x="82483" y="3166310"/>
                  <a:pt x="113667" y="3171823"/>
                </a:cubicBezTo>
                <a:cubicBezTo>
                  <a:pt x="119243" y="3171407"/>
                  <a:pt x="124571" y="3172348"/>
                  <a:pt x="129879" y="3173350"/>
                </a:cubicBezTo>
                <a:lnTo>
                  <a:pt x="129997" y="3174489"/>
                </a:lnTo>
                <a:cubicBezTo>
                  <a:pt x="488847" y="3233421"/>
                  <a:pt x="769886" y="3511992"/>
                  <a:pt x="820162" y="3862087"/>
                </a:cubicBezTo>
                <a:cubicBezTo>
                  <a:pt x="820330" y="3862140"/>
                  <a:pt x="820499" y="3862145"/>
                  <a:pt x="820668" y="3862150"/>
                </a:cubicBezTo>
                <a:lnTo>
                  <a:pt x="821208" y="3868787"/>
                </a:lnTo>
                <a:cubicBezTo>
                  <a:pt x="826265" y="3898794"/>
                  <a:pt x="828714" y="3929436"/>
                  <a:pt x="828672" y="3960518"/>
                </a:cubicBezTo>
                <a:cubicBezTo>
                  <a:pt x="829984" y="3966104"/>
                  <a:pt x="830043" y="3971728"/>
                  <a:pt x="830043" y="3977366"/>
                </a:cubicBezTo>
                <a:cubicBezTo>
                  <a:pt x="830043" y="3981158"/>
                  <a:pt x="830016" y="3984944"/>
                  <a:pt x="829450" y="3988716"/>
                </a:cubicBezTo>
                <a:lnTo>
                  <a:pt x="828951" y="3988683"/>
                </a:lnTo>
                <a:lnTo>
                  <a:pt x="828925" y="3989174"/>
                </a:lnTo>
                <a:lnTo>
                  <a:pt x="811806" y="3987561"/>
                </a:lnTo>
                <a:cubicBezTo>
                  <a:pt x="779432" y="3987038"/>
                  <a:pt x="747552" y="3984080"/>
                  <a:pt x="716380" y="3978570"/>
                </a:cubicBezTo>
                <a:cubicBezTo>
                  <a:pt x="710803" y="3978986"/>
                  <a:pt x="705474" y="3978045"/>
                  <a:pt x="700163" y="3977042"/>
                </a:cubicBezTo>
                <a:lnTo>
                  <a:pt x="700047" y="3975903"/>
                </a:lnTo>
                <a:cubicBezTo>
                  <a:pt x="341196" y="3916971"/>
                  <a:pt x="60157" y="3638399"/>
                  <a:pt x="9881" y="3288305"/>
                </a:cubicBezTo>
                <a:cubicBezTo>
                  <a:pt x="9714" y="3288253"/>
                  <a:pt x="9545" y="3288248"/>
                  <a:pt x="9376" y="3288243"/>
                </a:cubicBezTo>
                <a:lnTo>
                  <a:pt x="8837" y="3281619"/>
                </a:lnTo>
                <a:cubicBezTo>
                  <a:pt x="3779" y="3251607"/>
                  <a:pt x="1328" y="3220958"/>
                  <a:pt x="1370" y="3189869"/>
                </a:cubicBezTo>
                <a:cubicBezTo>
                  <a:pt x="58" y="3184286"/>
                  <a:pt x="0" y="3178663"/>
                  <a:pt x="0" y="3173027"/>
                </a:cubicBezTo>
                <a:lnTo>
                  <a:pt x="594" y="3161677"/>
                </a:lnTo>
                <a:lnTo>
                  <a:pt x="1092" y="3161709"/>
                </a:lnTo>
                <a:close/>
                <a:moveTo>
                  <a:pt x="7762529" y="2447425"/>
                </a:moveTo>
                <a:cubicBezTo>
                  <a:pt x="7815805" y="2718331"/>
                  <a:pt x="8030648" y="2933128"/>
                  <a:pt x="8305838" y="2992271"/>
                </a:cubicBezTo>
                <a:cubicBezTo>
                  <a:pt x="8252563" y="2721365"/>
                  <a:pt x="8037719" y="2506568"/>
                  <a:pt x="7762529" y="2447425"/>
                </a:cubicBezTo>
                <a:close/>
                <a:moveTo>
                  <a:pt x="7455280" y="2447425"/>
                </a:moveTo>
                <a:cubicBezTo>
                  <a:pt x="7180090" y="2506568"/>
                  <a:pt x="6965246" y="2721365"/>
                  <a:pt x="6911971" y="2992271"/>
                </a:cubicBezTo>
                <a:cubicBezTo>
                  <a:pt x="7187161" y="2933128"/>
                  <a:pt x="7402004" y="2718331"/>
                  <a:pt x="7455280" y="2447425"/>
                </a:cubicBezTo>
                <a:close/>
                <a:moveTo>
                  <a:pt x="6070378" y="2447425"/>
                </a:moveTo>
                <a:cubicBezTo>
                  <a:pt x="6123654" y="2718331"/>
                  <a:pt x="6338497" y="2933128"/>
                  <a:pt x="6613687" y="2992271"/>
                </a:cubicBezTo>
                <a:cubicBezTo>
                  <a:pt x="6560412" y="2721365"/>
                  <a:pt x="6345568" y="2506568"/>
                  <a:pt x="6070378" y="2447425"/>
                </a:cubicBezTo>
                <a:close/>
                <a:moveTo>
                  <a:pt x="5763129" y="2447425"/>
                </a:moveTo>
                <a:cubicBezTo>
                  <a:pt x="5487939" y="2506568"/>
                  <a:pt x="5273095" y="2721365"/>
                  <a:pt x="5219820" y="2992271"/>
                </a:cubicBezTo>
                <a:cubicBezTo>
                  <a:pt x="5495010" y="2933128"/>
                  <a:pt x="5709853" y="2718331"/>
                  <a:pt x="5763129" y="2447425"/>
                </a:cubicBezTo>
                <a:close/>
                <a:moveTo>
                  <a:pt x="4378227" y="2447425"/>
                </a:moveTo>
                <a:cubicBezTo>
                  <a:pt x="4431503" y="2718331"/>
                  <a:pt x="4646346" y="2933128"/>
                  <a:pt x="4921536" y="2992271"/>
                </a:cubicBezTo>
                <a:cubicBezTo>
                  <a:pt x="4868261" y="2721365"/>
                  <a:pt x="4653417" y="2506568"/>
                  <a:pt x="4378227" y="2447425"/>
                </a:cubicBezTo>
                <a:close/>
                <a:moveTo>
                  <a:pt x="4070978" y="2447425"/>
                </a:moveTo>
                <a:cubicBezTo>
                  <a:pt x="3795788" y="2506568"/>
                  <a:pt x="3580944" y="2721365"/>
                  <a:pt x="3527669" y="2992271"/>
                </a:cubicBezTo>
                <a:cubicBezTo>
                  <a:pt x="3802859" y="2933128"/>
                  <a:pt x="4017702" y="2718331"/>
                  <a:pt x="4070978" y="2447425"/>
                </a:cubicBezTo>
                <a:close/>
                <a:moveTo>
                  <a:pt x="2686076" y="2447425"/>
                </a:moveTo>
                <a:cubicBezTo>
                  <a:pt x="2739352" y="2718331"/>
                  <a:pt x="2954195" y="2933128"/>
                  <a:pt x="3229385" y="2992271"/>
                </a:cubicBezTo>
                <a:cubicBezTo>
                  <a:pt x="3176110" y="2721365"/>
                  <a:pt x="2961266" y="2506568"/>
                  <a:pt x="2686076" y="2447425"/>
                </a:cubicBezTo>
                <a:close/>
                <a:moveTo>
                  <a:pt x="2378827" y="2447425"/>
                </a:moveTo>
                <a:cubicBezTo>
                  <a:pt x="2103637" y="2506568"/>
                  <a:pt x="1888793" y="2721365"/>
                  <a:pt x="1835518" y="2992271"/>
                </a:cubicBezTo>
                <a:cubicBezTo>
                  <a:pt x="2110708" y="2933128"/>
                  <a:pt x="2325551" y="2718331"/>
                  <a:pt x="2378827" y="2447425"/>
                </a:cubicBezTo>
                <a:close/>
                <a:moveTo>
                  <a:pt x="993925" y="2447425"/>
                </a:moveTo>
                <a:cubicBezTo>
                  <a:pt x="1047201" y="2718331"/>
                  <a:pt x="1262044" y="2933128"/>
                  <a:pt x="1537234" y="2992271"/>
                </a:cubicBezTo>
                <a:cubicBezTo>
                  <a:pt x="1483959" y="2721365"/>
                  <a:pt x="1269115" y="2506568"/>
                  <a:pt x="993925" y="2447425"/>
                </a:cubicBezTo>
                <a:close/>
                <a:moveTo>
                  <a:pt x="686676" y="2447425"/>
                </a:moveTo>
                <a:cubicBezTo>
                  <a:pt x="411486" y="2506568"/>
                  <a:pt x="196642" y="2721365"/>
                  <a:pt x="143367" y="2992271"/>
                </a:cubicBezTo>
                <a:cubicBezTo>
                  <a:pt x="418557" y="2933128"/>
                  <a:pt x="633400" y="2718331"/>
                  <a:pt x="686676" y="2447425"/>
                </a:cubicBezTo>
                <a:close/>
                <a:moveTo>
                  <a:pt x="9139239" y="2321311"/>
                </a:moveTo>
                <a:lnTo>
                  <a:pt x="9139239" y="2449820"/>
                </a:lnTo>
                <a:lnTo>
                  <a:pt x="9047261" y="2476706"/>
                </a:lnTo>
                <a:cubicBezTo>
                  <a:pt x="8821055" y="2561144"/>
                  <a:pt x="8650738" y="2755228"/>
                  <a:pt x="8604122" y="2992271"/>
                </a:cubicBezTo>
                <a:cubicBezTo>
                  <a:pt x="8844913" y="2940521"/>
                  <a:pt x="9039501" y="2769598"/>
                  <a:pt x="9120077" y="2546190"/>
                </a:cubicBezTo>
                <a:lnTo>
                  <a:pt x="9139239" y="2477003"/>
                </a:lnTo>
                <a:lnTo>
                  <a:pt x="9139239" y="2782562"/>
                </a:lnTo>
                <a:lnTo>
                  <a:pt x="9135069" y="2789374"/>
                </a:lnTo>
                <a:cubicBezTo>
                  <a:pt x="9008919" y="2963003"/>
                  <a:pt x="8815033" y="3086603"/>
                  <a:pt x="8590751" y="3123727"/>
                </a:cubicBezTo>
                <a:lnTo>
                  <a:pt x="8590635" y="3124875"/>
                </a:lnTo>
                <a:cubicBezTo>
                  <a:pt x="8585324" y="3125886"/>
                  <a:pt x="8579995" y="3126834"/>
                  <a:pt x="8574418" y="3126415"/>
                </a:cubicBezTo>
                <a:cubicBezTo>
                  <a:pt x="8543246" y="3131969"/>
                  <a:pt x="8511366" y="3134950"/>
                  <a:pt x="8478991" y="3135477"/>
                </a:cubicBezTo>
                <a:lnTo>
                  <a:pt x="8461873" y="3137103"/>
                </a:lnTo>
                <a:lnTo>
                  <a:pt x="8461847" y="3136608"/>
                </a:lnTo>
                <a:lnTo>
                  <a:pt x="8461348" y="3136641"/>
                </a:lnTo>
                <a:cubicBezTo>
                  <a:pt x="8460782" y="3132839"/>
                  <a:pt x="8460755" y="3129023"/>
                  <a:pt x="8460755" y="3125201"/>
                </a:cubicBezTo>
                <a:cubicBezTo>
                  <a:pt x="8460755" y="3119519"/>
                  <a:pt x="8460814" y="3113850"/>
                  <a:pt x="8462126" y="3108220"/>
                </a:cubicBezTo>
                <a:cubicBezTo>
                  <a:pt x="8462083" y="3076892"/>
                  <a:pt x="8464533" y="3046007"/>
                  <a:pt x="8469590" y="3015763"/>
                </a:cubicBezTo>
                <a:lnTo>
                  <a:pt x="8470130" y="3009073"/>
                </a:lnTo>
                <a:cubicBezTo>
                  <a:pt x="8470299" y="3009068"/>
                  <a:pt x="8470468" y="3009063"/>
                  <a:pt x="8470636" y="3009010"/>
                </a:cubicBezTo>
                <a:cubicBezTo>
                  <a:pt x="8514628" y="2700252"/>
                  <a:pt x="8735297" y="2446688"/>
                  <a:pt x="9030178" y="2348329"/>
                </a:cubicBezTo>
                <a:close/>
                <a:moveTo>
                  <a:pt x="7620280" y="2302594"/>
                </a:moveTo>
                <a:lnTo>
                  <a:pt x="7637367" y="2304217"/>
                </a:lnTo>
                <a:cubicBezTo>
                  <a:pt x="7669753" y="2304744"/>
                  <a:pt x="7701646" y="2307725"/>
                  <a:pt x="7732829" y="2313282"/>
                </a:cubicBezTo>
                <a:cubicBezTo>
                  <a:pt x="7738405" y="2312863"/>
                  <a:pt x="7743733" y="2313811"/>
                  <a:pt x="7749042" y="2314821"/>
                </a:cubicBezTo>
                <a:lnTo>
                  <a:pt x="7749159" y="2315969"/>
                </a:lnTo>
                <a:cubicBezTo>
                  <a:pt x="8108009" y="2375367"/>
                  <a:pt x="8389048" y="2656144"/>
                  <a:pt x="8439324" y="3009010"/>
                </a:cubicBezTo>
                <a:cubicBezTo>
                  <a:pt x="8439492" y="3009063"/>
                  <a:pt x="8439661" y="3009068"/>
                  <a:pt x="8439830" y="3009073"/>
                </a:cubicBezTo>
                <a:lnTo>
                  <a:pt x="8440370" y="3015763"/>
                </a:lnTo>
                <a:cubicBezTo>
                  <a:pt x="8445427" y="3046007"/>
                  <a:pt x="8447877" y="3076892"/>
                  <a:pt x="8447834" y="3108220"/>
                </a:cubicBezTo>
                <a:cubicBezTo>
                  <a:pt x="8449146" y="3113850"/>
                  <a:pt x="8449205" y="3119519"/>
                  <a:pt x="8449205" y="3125201"/>
                </a:cubicBezTo>
                <a:cubicBezTo>
                  <a:pt x="8449205" y="3129023"/>
                  <a:pt x="8449178" y="3132839"/>
                  <a:pt x="8448612" y="3136641"/>
                </a:cubicBezTo>
                <a:lnTo>
                  <a:pt x="8448113" y="3136608"/>
                </a:lnTo>
                <a:lnTo>
                  <a:pt x="8448087" y="3137103"/>
                </a:lnTo>
                <a:lnTo>
                  <a:pt x="8430969" y="3135477"/>
                </a:lnTo>
                <a:cubicBezTo>
                  <a:pt x="8398594" y="3134950"/>
                  <a:pt x="8366714" y="3131969"/>
                  <a:pt x="8335542" y="3126415"/>
                </a:cubicBezTo>
                <a:cubicBezTo>
                  <a:pt x="8329965" y="3126834"/>
                  <a:pt x="8324636" y="3125886"/>
                  <a:pt x="8319325" y="3124875"/>
                </a:cubicBezTo>
                <a:lnTo>
                  <a:pt x="8319209" y="3123727"/>
                </a:lnTo>
                <a:cubicBezTo>
                  <a:pt x="7960358" y="3064328"/>
                  <a:pt x="7679319" y="2783551"/>
                  <a:pt x="7629044" y="2430686"/>
                </a:cubicBezTo>
                <a:cubicBezTo>
                  <a:pt x="7628876" y="2430633"/>
                  <a:pt x="7628708" y="2430628"/>
                  <a:pt x="7628538" y="2430623"/>
                </a:cubicBezTo>
                <a:lnTo>
                  <a:pt x="7628000" y="2423947"/>
                </a:lnTo>
                <a:cubicBezTo>
                  <a:pt x="7622941" y="2393697"/>
                  <a:pt x="7620490" y="2362806"/>
                  <a:pt x="7620533" y="2331471"/>
                </a:cubicBezTo>
                <a:cubicBezTo>
                  <a:pt x="7619221" y="2325843"/>
                  <a:pt x="7619162" y="2320176"/>
                  <a:pt x="7619162" y="2314495"/>
                </a:cubicBezTo>
                <a:lnTo>
                  <a:pt x="7619756" y="2303055"/>
                </a:lnTo>
                <a:lnTo>
                  <a:pt x="7620254" y="2303088"/>
                </a:lnTo>
                <a:close/>
                <a:moveTo>
                  <a:pt x="7597529" y="2302594"/>
                </a:moveTo>
                <a:lnTo>
                  <a:pt x="7597555" y="2303088"/>
                </a:lnTo>
                <a:lnTo>
                  <a:pt x="7598053" y="2303055"/>
                </a:lnTo>
                <a:lnTo>
                  <a:pt x="7598647" y="2314495"/>
                </a:lnTo>
                <a:cubicBezTo>
                  <a:pt x="7598647" y="2320176"/>
                  <a:pt x="7598588" y="2325843"/>
                  <a:pt x="7597276" y="2331471"/>
                </a:cubicBezTo>
                <a:cubicBezTo>
                  <a:pt x="7597319" y="2362806"/>
                  <a:pt x="7594868" y="2393697"/>
                  <a:pt x="7589809" y="2423947"/>
                </a:cubicBezTo>
                <a:lnTo>
                  <a:pt x="7589271" y="2430623"/>
                </a:lnTo>
                <a:cubicBezTo>
                  <a:pt x="7589101" y="2430628"/>
                  <a:pt x="7588933" y="2430633"/>
                  <a:pt x="7588765" y="2430686"/>
                </a:cubicBezTo>
                <a:cubicBezTo>
                  <a:pt x="7538490" y="2783551"/>
                  <a:pt x="7257451" y="3064328"/>
                  <a:pt x="6898600" y="3123727"/>
                </a:cubicBezTo>
                <a:lnTo>
                  <a:pt x="6898484" y="3124875"/>
                </a:lnTo>
                <a:cubicBezTo>
                  <a:pt x="6893173" y="3125886"/>
                  <a:pt x="6887844" y="3126834"/>
                  <a:pt x="6882267" y="3126415"/>
                </a:cubicBezTo>
                <a:cubicBezTo>
                  <a:pt x="6851095" y="3131969"/>
                  <a:pt x="6819215" y="3134950"/>
                  <a:pt x="6786841" y="3135477"/>
                </a:cubicBezTo>
                <a:lnTo>
                  <a:pt x="6769722" y="3137103"/>
                </a:lnTo>
                <a:lnTo>
                  <a:pt x="6769696" y="3136608"/>
                </a:lnTo>
                <a:lnTo>
                  <a:pt x="6769197" y="3136641"/>
                </a:lnTo>
                <a:cubicBezTo>
                  <a:pt x="6768631" y="3132839"/>
                  <a:pt x="6768604" y="3129023"/>
                  <a:pt x="6768604" y="3125201"/>
                </a:cubicBezTo>
                <a:cubicBezTo>
                  <a:pt x="6768604" y="3119519"/>
                  <a:pt x="6768663" y="3113850"/>
                  <a:pt x="6769975" y="3108220"/>
                </a:cubicBezTo>
                <a:cubicBezTo>
                  <a:pt x="6769933" y="3076892"/>
                  <a:pt x="6772382" y="3046007"/>
                  <a:pt x="6777439" y="3015763"/>
                </a:cubicBezTo>
                <a:lnTo>
                  <a:pt x="6777979" y="3009073"/>
                </a:lnTo>
                <a:cubicBezTo>
                  <a:pt x="6778148" y="3009068"/>
                  <a:pt x="6778317" y="3009063"/>
                  <a:pt x="6778485" y="3009010"/>
                </a:cubicBezTo>
                <a:cubicBezTo>
                  <a:pt x="6828761" y="2656144"/>
                  <a:pt x="7109800" y="2375367"/>
                  <a:pt x="7468650" y="2315969"/>
                </a:cubicBezTo>
                <a:lnTo>
                  <a:pt x="7468767" y="2314821"/>
                </a:lnTo>
                <a:cubicBezTo>
                  <a:pt x="7474076" y="2313811"/>
                  <a:pt x="7479404" y="2312863"/>
                  <a:pt x="7484980" y="2313282"/>
                </a:cubicBezTo>
                <a:cubicBezTo>
                  <a:pt x="7516163" y="2307725"/>
                  <a:pt x="7548056" y="2304744"/>
                  <a:pt x="7580442" y="2304217"/>
                </a:cubicBezTo>
                <a:close/>
                <a:moveTo>
                  <a:pt x="5928129" y="2302594"/>
                </a:moveTo>
                <a:lnTo>
                  <a:pt x="5945217" y="2304217"/>
                </a:lnTo>
                <a:cubicBezTo>
                  <a:pt x="5977602" y="2304744"/>
                  <a:pt x="6009495" y="2307725"/>
                  <a:pt x="6040678" y="2313282"/>
                </a:cubicBezTo>
                <a:cubicBezTo>
                  <a:pt x="6046254" y="2312863"/>
                  <a:pt x="6051582" y="2313811"/>
                  <a:pt x="6056891" y="2314821"/>
                </a:cubicBezTo>
                <a:lnTo>
                  <a:pt x="6057008" y="2315969"/>
                </a:lnTo>
                <a:cubicBezTo>
                  <a:pt x="6415858" y="2375367"/>
                  <a:pt x="6696897" y="2656144"/>
                  <a:pt x="6747174" y="3009010"/>
                </a:cubicBezTo>
                <a:cubicBezTo>
                  <a:pt x="6747341" y="3009063"/>
                  <a:pt x="6747511" y="3009068"/>
                  <a:pt x="6747679" y="3009073"/>
                </a:cubicBezTo>
                <a:lnTo>
                  <a:pt x="6748220" y="3015763"/>
                </a:lnTo>
                <a:cubicBezTo>
                  <a:pt x="6753276" y="3046007"/>
                  <a:pt x="6755726" y="3076892"/>
                  <a:pt x="6755684" y="3108220"/>
                </a:cubicBezTo>
                <a:cubicBezTo>
                  <a:pt x="6756996" y="3113850"/>
                  <a:pt x="6757054" y="3119519"/>
                  <a:pt x="6757054" y="3125201"/>
                </a:cubicBezTo>
                <a:cubicBezTo>
                  <a:pt x="6757054" y="3129023"/>
                  <a:pt x="6757027" y="3132839"/>
                  <a:pt x="6756461" y="3136641"/>
                </a:cubicBezTo>
                <a:lnTo>
                  <a:pt x="6755962" y="3136608"/>
                </a:lnTo>
                <a:lnTo>
                  <a:pt x="6755936" y="3137103"/>
                </a:lnTo>
                <a:lnTo>
                  <a:pt x="6738818" y="3135477"/>
                </a:lnTo>
                <a:cubicBezTo>
                  <a:pt x="6706444" y="3134950"/>
                  <a:pt x="6674563" y="3131969"/>
                  <a:pt x="6643391" y="3126415"/>
                </a:cubicBezTo>
                <a:cubicBezTo>
                  <a:pt x="6637814" y="3126834"/>
                  <a:pt x="6632485" y="3125886"/>
                  <a:pt x="6627175" y="3124875"/>
                </a:cubicBezTo>
                <a:lnTo>
                  <a:pt x="6627059" y="3123727"/>
                </a:lnTo>
                <a:cubicBezTo>
                  <a:pt x="6268207" y="3064328"/>
                  <a:pt x="5987168" y="2783551"/>
                  <a:pt x="5936893" y="2430686"/>
                </a:cubicBezTo>
                <a:cubicBezTo>
                  <a:pt x="5936725" y="2430633"/>
                  <a:pt x="5936557" y="2430628"/>
                  <a:pt x="5936387" y="2430623"/>
                </a:cubicBezTo>
                <a:lnTo>
                  <a:pt x="5935849" y="2423947"/>
                </a:lnTo>
                <a:cubicBezTo>
                  <a:pt x="5930790" y="2393697"/>
                  <a:pt x="5928340" y="2362806"/>
                  <a:pt x="5928382" y="2331471"/>
                </a:cubicBezTo>
                <a:cubicBezTo>
                  <a:pt x="5927070" y="2325843"/>
                  <a:pt x="5927011" y="2320176"/>
                  <a:pt x="5927011" y="2314495"/>
                </a:cubicBezTo>
                <a:lnTo>
                  <a:pt x="5927605" y="2303055"/>
                </a:lnTo>
                <a:lnTo>
                  <a:pt x="5928103" y="2303088"/>
                </a:lnTo>
                <a:close/>
                <a:moveTo>
                  <a:pt x="5905378" y="2302594"/>
                </a:moveTo>
                <a:lnTo>
                  <a:pt x="5905404" y="2303088"/>
                </a:lnTo>
                <a:lnTo>
                  <a:pt x="5905902" y="2303055"/>
                </a:lnTo>
                <a:lnTo>
                  <a:pt x="5906496" y="2314495"/>
                </a:lnTo>
                <a:cubicBezTo>
                  <a:pt x="5906496" y="2320176"/>
                  <a:pt x="5906438" y="2325843"/>
                  <a:pt x="5905126" y="2331471"/>
                </a:cubicBezTo>
                <a:cubicBezTo>
                  <a:pt x="5905168" y="2362806"/>
                  <a:pt x="5902717" y="2393697"/>
                  <a:pt x="5897659" y="2423947"/>
                </a:cubicBezTo>
                <a:lnTo>
                  <a:pt x="5897120" y="2430623"/>
                </a:lnTo>
                <a:cubicBezTo>
                  <a:pt x="5896951" y="2430628"/>
                  <a:pt x="5896782" y="2430633"/>
                  <a:pt x="5896615" y="2430686"/>
                </a:cubicBezTo>
                <a:cubicBezTo>
                  <a:pt x="5846339" y="2783551"/>
                  <a:pt x="5565300" y="3064328"/>
                  <a:pt x="5206449" y="3123727"/>
                </a:cubicBezTo>
                <a:lnTo>
                  <a:pt x="5206334" y="3124875"/>
                </a:lnTo>
                <a:cubicBezTo>
                  <a:pt x="5201022" y="3125886"/>
                  <a:pt x="5195693" y="3126834"/>
                  <a:pt x="5190116" y="3126415"/>
                </a:cubicBezTo>
                <a:cubicBezTo>
                  <a:pt x="5158944" y="3131969"/>
                  <a:pt x="5127065" y="3134950"/>
                  <a:pt x="5094690" y="3135477"/>
                </a:cubicBezTo>
                <a:lnTo>
                  <a:pt x="5077571" y="3137103"/>
                </a:lnTo>
                <a:lnTo>
                  <a:pt x="5077545" y="3136608"/>
                </a:lnTo>
                <a:lnTo>
                  <a:pt x="5077046" y="3136641"/>
                </a:lnTo>
                <a:cubicBezTo>
                  <a:pt x="5076480" y="3132839"/>
                  <a:pt x="5076453" y="3129023"/>
                  <a:pt x="5076453" y="3125201"/>
                </a:cubicBezTo>
                <a:cubicBezTo>
                  <a:pt x="5076453" y="3119519"/>
                  <a:pt x="5076512" y="3113850"/>
                  <a:pt x="5077824" y="3108220"/>
                </a:cubicBezTo>
                <a:cubicBezTo>
                  <a:pt x="5077782" y="3076892"/>
                  <a:pt x="5080231" y="3046007"/>
                  <a:pt x="5085288" y="3015763"/>
                </a:cubicBezTo>
                <a:lnTo>
                  <a:pt x="5085828" y="3009073"/>
                </a:lnTo>
                <a:cubicBezTo>
                  <a:pt x="5085997" y="3009068"/>
                  <a:pt x="5086166" y="3009063"/>
                  <a:pt x="5086334" y="3009010"/>
                </a:cubicBezTo>
                <a:cubicBezTo>
                  <a:pt x="5136610" y="2656144"/>
                  <a:pt x="5417649" y="2375367"/>
                  <a:pt x="5776501" y="2315969"/>
                </a:cubicBezTo>
                <a:lnTo>
                  <a:pt x="5776617" y="2314821"/>
                </a:lnTo>
                <a:cubicBezTo>
                  <a:pt x="5781926" y="2313811"/>
                  <a:pt x="5787253" y="2312863"/>
                  <a:pt x="5792829" y="2313282"/>
                </a:cubicBezTo>
                <a:cubicBezTo>
                  <a:pt x="5824013" y="2307725"/>
                  <a:pt x="5855905" y="2304744"/>
                  <a:pt x="5888291" y="2304217"/>
                </a:cubicBezTo>
                <a:close/>
                <a:moveTo>
                  <a:pt x="4235979" y="2302594"/>
                </a:moveTo>
                <a:lnTo>
                  <a:pt x="4253065" y="2304217"/>
                </a:lnTo>
                <a:cubicBezTo>
                  <a:pt x="4285451" y="2304744"/>
                  <a:pt x="4317343" y="2307725"/>
                  <a:pt x="4348528" y="2313282"/>
                </a:cubicBezTo>
                <a:cubicBezTo>
                  <a:pt x="4354104" y="2312863"/>
                  <a:pt x="4359431" y="2313811"/>
                  <a:pt x="4364739" y="2314821"/>
                </a:cubicBezTo>
                <a:lnTo>
                  <a:pt x="4364856" y="2315969"/>
                </a:lnTo>
                <a:cubicBezTo>
                  <a:pt x="4723707" y="2375367"/>
                  <a:pt x="5004746" y="2656144"/>
                  <a:pt x="5055022" y="3009010"/>
                </a:cubicBezTo>
                <a:cubicBezTo>
                  <a:pt x="5055190" y="3009063"/>
                  <a:pt x="5055359" y="3009068"/>
                  <a:pt x="5055528" y="3009073"/>
                </a:cubicBezTo>
                <a:lnTo>
                  <a:pt x="5056068" y="3015763"/>
                </a:lnTo>
                <a:cubicBezTo>
                  <a:pt x="5061125" y="3046007"/>
                  <a:pt x="5063574" y="3076892"/>
                  <a:pt x="5063532" y="3108220"/>
                </a:cubicBezTo>
                <a:cubicBezTo>
                  <a:pt x="5064844" y="3113850"/>
                  <a:pt x="5064903" y="3119519"/>
                  <a:pt x="5064903" y="3125201"/>
                </a:cubicBezTo>
                <a:cubicBezTo>
                  <a:pt x="5064903" y="3129023"/>
                  <a:pt x="5064876" y="3132839"/>
                  <a:pt x="5064310" y="3136641"/>
                </a:cubicBezTo>
                <a:lnTo>
                  <a:pt x="5063811" y="3136608"/>
                </a:lnTo>
                <a:lnTo>
                  <a:pt x="5063785" y="3137103"/>
                </a:lnTo>
                <a:lnTo>
                  <a:pt x="5046666" y="3135477"/>
                </a:lnTo>
                <a:cubicBezTo>
                  <a:pt x="5014292" y="3134950"/>
                  <a:pt x="4982412" y="3131969"/>
                  <a:pt x="4951241" y="3126415"/>
                </a:cubicBezTo>
                <a:cubicBezTo>
                  <a:pt x="4945663" y="3126834"/>
                  <a:pt x="4940334" y="3125886"/>
                  <a:pt x="4935023" y="3124875"/>
                </a:cubicBezTo>
                <a:lnTo>
                  <a:pt x="4934907" y="3123727"/>
                </a:lnTo>
                <a:cubicBezTo>
                  <a:pt x="4576056" y="3064328"/>
                  <a:pt x="4295017" y="2783551"/>
                  <a:pt x="4244741" y="2430686"/>
                </a:cubicBezTo>
                <a:cubicBezTo>
                  <a:pt x="4244574" y="2430633"/>
                  <a:pt x="4244405" y="2430628"/>
                  <a:pt x="4244236" y="2430623"/>
                </a:cubicBezTo>
                <a:lnTo>
                  <a:pt x="4243697" y="2423947"/>
                </a:lnTo>
                <a:cubicBezTo>
                  <a:pt x="4238639" y="2393697"/>
                  <a:pt x="4236188" y="2362806"/>
                  <a:pt x="4236230" y="2331471"/>
                </a:cubicBezTo>
                <a:cubicBezTo>
                  <a:pt x="4234918" y="2325843"/>
                  <a:pt x="4234860" y="2320176"/>
                  <a:pt x="4234860" y="2314495"/>
                </a:cubicBezTo>
                <a:lnTo>
                  <a:pt x="4235454" y="2303055"/>
                </a:lnTo>
                <a:lnTo>
                  <a:pt x="4235952" y="2303088"/>
                </a:lnTo>
                <a:close/>
                <a:moveTo>
                  <a:pt x="4213227" y="2302594"/>
                </a:moveTo>
                <a:lnTo>
                  <a:pt x="4213253" y="2303088"/>
                </a:lnTo>
                <a:lnTo>
                  <a:pt x="4213751" y="2303055"/>
                </a:lnTo>
                <a:lnTo>
                  <a:pt x="4214345" y="2314495"/>
                </a:lnTo>
                <a:cubicBezTo>
                  <a:pt x="4214345" y="2320176"/>
                  <a:pt x="4214286" y="2325843"/>
                  <a:pt x="4212974" y="2331471"/>
                </a:cubicBezTo>
                <a:cubicBezTo>
                  <a:pt x="4213016" y="2362806"/>
                  <a:pt x="4210566" y="2393697"/>
                  <a:pt x="4205507" y="2423947"/>
                </a:cubicBezTo>
                <a:lnTo>
                  <a:pt x="4204969" y="2430623"/>
                </a:lnTo>
                <a:cubicBezTo>
                  <a:pt x="4204799" y="2430628"/>
                  <a:pt x="4204631" y="2430633"/>
                  <a:pt x="4204463" y="2430686"/>
                </a:cubicBezTo>
                <a:cubicBezTo>
                  <a:pt x="4154188" y="2783551"/>
                  <a:pt x="3873149" y="3064328"/>
                  <a:pt x="3514297" y="3123727"/>
                </a:cubicBezTo>
                <a:lnTo>
                  <a:pt x="3514181" y="3124875"/>
                </a:lnTo>
                <a:cubicBezTo>
                  <a:pt x="3508871" y="3125886"/>
                  <a:pt x="3503542" y="3126834"/>
                  <a:pt x="3497965" y="3126415"/>
                </a:cubicBezTo>
                <a:cubicBezTo>
                  <a:pt x="3466793" y="3131969"/>
                  <a:pt x="3434912" y="3134950"/>
                  <a:pt x="3402538" y="3135477"/>
                </a:cubicBezTo>
                <a:lnTo>
                  <a:pt x="3385420" y="3137103"/>
                </a:lnTo>
                <a:lnTo>
                  <a:pt x="3385394" y="3136608"/>
                </a:lnTo>
                <a:lnTo>
                  <a:pt x="3384895" y="3136641"/>
                </a:lnTo>
                <a:cubicBezTo>
                  <a:pt x="3384329" y="3132839"/>
                  <a:pt x="3384302" y="3129023"/>
                  <a:pt x="3384302" y="3125201"/>
                </a:cubicBezTo>
                <a:cubicBezTo>
                  <a:pt x="3384302" y="3119519"/>
                  <a:pt x="3384360" y="3113850"/>
                  <a:pt x="3385672" y="3108220"/>
                </a:cubicBezTo>
                <a:cubicBezTo>
                  <a:pt x="3385630" y="3076892"/>
                  <a:pt x="3388080" y="3046007"/>
                  <a:pt x="3393136" y="3015763"/>
                </a:cubicBezTo>
                <a:lnTo>
                  <a:pt x="3393677" y="3009073"/>
                </a:lnTo>
                <a:cubicBezTo>
                  <a:pt x="3393845" y="3009068"/>
                  <a:pt x="3394015" y="3009063"/>
                  <a:pt x="3394182" y="3009010"/>
                </a:cubicBezTo>
                <a:cubicBezTo>
                  <a:pt x="3444459" y="2656144"/>
                  <a:pt x="3725498" y="2375367"/>
                  <a:pt x="4084348" y="2315969"/>
                </a:cubicBezTo>
                <a:lnTo>
                  <a:pt x="4084465" y="2314821"/>
                </a:lnTo>
                <a:cubicBezTo>
                  <a:pt x="4089774" y="2313811"/>
                  <a:pt x="4095102" y="2312863"/>
                  <a:pt x="4100678" y="2313282"/>
                </a:cubicBezTo>
                <a:cubicBezTo>
                  <a:pt x="4131861" y="2307725"/>
                  <a:pt x="4163754" y="2304744"/>
                  <a:pt x="4196139" y="2304217"/>
                </a:cubicBezTo>
                <a:close/>
                <a:moveTo>
                  <a:pt x="2543827" y="2302594"/>
                </a:moveTo>
                <a:lnTo>
                  <a:pt x="2560914" y="2304217"/>
                </a:lnTo>
                <a:cubicBezTo>
                  <a:pt x="2593300" y="2304744"/>
                  <a:pt x="2625192" y="2307725"/>
                  <a:pt x="2656376" y="2313282"/>
                </a:cubicBezTo>
                <a:cubicBezTo>
                  <a:pt x="2661952" y="2312863"/>
                  <a:pt x="2667280" y="2313811"/>
                  <a:pt x="2672588" y="2314821"/>
                </a:cubicBezTo>
                <a:lnTo>
                  <a:pt x="2672706" y="2315969"/>
                </a:lnTo>
                <a:cubicBezTo>
                  <a:pt x="3031556" y="2375367"/>
                  <a:pt x="3312595" y="2656144"/>
                  <a:pt x="3362871" y="3009010"/>
                </a:cubicBezTo>
                <a:cubicBezTo>
                  <a:pt x="3363039" y="3009063"/>
                  <a:pt x="3363208" y="3009068"/>
                  <a:pt x="3363377" y="3009073"/>
                </a:cubicBezTo>
                <a:lnTo>
                  <a:pt x="3363917" y="3015763"/>
                </a:lnTo>
                <a:cubicBezTo>
                  <a:pt x="3368974" y="3046007"/>
                  <a:pt x="3371423" y="3076892"/>
                  <a:pt x="3371381" y="3108220"/>
                </a:cubicBezTo>
                <a:cubicBezTo>
                  <a:pt x="3372693" y="3113850"/>
                  <a:pt x="3372752" y="3119519"/>
                  <a:pt x="3372752" y="3125201"/>
                </a:cubicBezTo>
                <a:cubicBezTo>
                  <a:pt x="3372752" y="3129023"/>
                  <a:pt x="3372725" y="3132839"/>
                  <a:pt x="3372159" y="3136641"/>
                </a:cubicBezTo>
                <a:lnTo>
                  <a:pt x="3371660" y="3136608"/>
                </a:lnTo>
                <a:lnTo>
                  <a:pt x="3371634" y="3137103"/>
                </a:lnTo>
                <a:lnTo>
                  <a:pt x="3354515" y="3135477"/>
                </a:lnTo>
                <a:cubicBezTo>
                  <a:pt x="3322141" y="3134950"/>
                  <a:pt x="3290261" y="3131969"/>
                  <a:pt x="3259089" y="3126415"/>
                </a:cubicBezTo>
                <a:cubicBezTo>
                  <a:pt x="3253512" y="3126834"/>
                  <a:pt x="3248183" y="3125886"/>
                  <a:pt x="3242872" y="3124875"/>
                </a:cubicBezTo>
                <a:lnTo>
                  <a:pt x="3242756" y="3123727"/>
                </a:lnTo>
                <a:cubicBezTo>
                  <a:pt x="2883905" y="3064328"/>
                  <a:pt x="2602866" y="2783551"/>
                  <a:pt x="2552590" y="2430686"/>
                </a:cubicBezTo>
                <a:cubicBezTo>
                  <a:pt x="2552423" y="2430633"/>
                  <a:pt x="2552254" y="2430628"/>
                  <a:pt x="2552085" y="2430623"/>
                </a:cubicBezTo>
                <a:lnTo>
                  <a:pt x="2551547" y="2423947"/>
                </a:lnTo>
                <a:cubicBezTo>
                  <a:pt x="2546488" y="2393697"/>
                  <a:pt x="2544037" y="2362806"/>
                  <a:pt x="2544079" y="2331471"/>
                </a:cubicBezTo>
                <a:cubicBezTo>
                  <a:pt x="2542767" y="2325843"/>
                  <a:pt x="2542709" y="2320176"/>
                  <a:pt x="2542709" y="2314495"/>
                </a:cubicBezTo>
                <a:lnTo>
                  <a:pt x="2543303" y="2303055"/>
                </a:lnTo>
                <a:lnTo>
                  <a:pt x="2543801" y="2303088"/>
                </a:lnTo>
                <a:close/>
                <a:moveTo>
                  <a:pt x="2521076" y="2302594"/>
                </a:moveTo>
                <a:lnTo>
                  <a:pt x="2521102" y="2303088"/>
                </a:lnTo>
                <a:lnTo>
                  <a:pt x="2521600" y="2303055"/>
                </a:lnTo>
                <a:lnTo>
                  <a:pt x="2522194" y="2314495"/>
                </a:lnTo>
                <a:cubicBezTo>
                  <a:pt x="2522194" y="2320176"/>
                  <a:pt x="2522135" y="2325843"/>
                  <a:pt x="2520823" y="2331471"/>
                </a:cubicBezTo>
                <a:cubicBezTo>
                  <a:pt x="2520865" y="2362806"/>
                  <a:pt x="2518415" y="2393697"/>
                  <a:pt x="2513356" y="2423947"/>
                </a:cubicBezTo>
                <a:lnTo>
                  <a:pt x="2512818" y="2430623"/>
                </a:lnTo>
                <a:cubicBezTo>
                  <a:pt x="2512648" y="2430628"/>
                  <a:pt x="2512480" y="2430633"/>
                  <a:pt x="2512312" y="2430686"/>
                </a:cubicBezTo>
                <a:cubicBezTo>
                  <a:pt x="2462037" y="2783551"/>
                  <a:pt x="2180998" y="3064328"/>
                  <a:pt x="1822147" y="3123727"/>
                </a:cubicBezTo>
                <a:lnTo>
                  <a:pt x="1822030" y="3124875"/>
                </a:lnTo>
                <a:cubicBezTo>
                  <a:pt x="1816720" y="3125886"/>
                  <a:pt x="1811391" y="3126834"/>
                  <a:pt x="1805814" y="3126415"/>
                </a:cubicBezTo>
                <a:cubicBezTo>
                  <a:pt x="1774642" y="3131969"/>
                  <a:pt x="1742762" y="3134950"/>
                  <a:pt x="1710387" y="3135477"/>
                </a:cubicBezTo>
                <a:lnTo>
                  <a:pt x="1693269" y="3137103"/>
                </a:lnTo>
                <a:lnTo>
                  <a:pt x="1693243" y="3136608"/>
                </a:lnTo>
                <a:lnTo>
                  <a:pt x="1692744" y="3136641"/>
                </a:lnTo>
                <a:cubicBezTo>
                  <a:pt x="1692178" y="3132839"/>
                  <a:pt x="1692151" y="3129023"/>
                  <a:pt x="1692151" y="3125201"/>
                </a:cubicBezTo>
                <a:cubicBezTo>
                  <a:pt x="1692151" y="3119519"/>
                  <a:pt x="1692209" y="3113850"/>
                  <a:pt x="1693521" y="3108220"/>
                </a:cubicBezTo>
                <a:cubicBezTo>
                  <a:pt x="1693479" y="3076892"/>
                  <a:pt x="1695929" y="3046007"/>
                  <a:pt x="1700985" y="3015763"/>
                </a:cubicBezTo>
                <a:lnTo>
                  <a:pt x="1701526" y="3009073"/>
                </a:lnTo>
                <a:cubicBezTo>
                  <a:pt x="1701694" y="3009068"/>
                  <a:pt x="1701864" y="3009063"/>
                  <a:pt x="1702031" y="3009010"/>
                </a:cubicBezTo>
                <a:cubicBezTo>
                  <a:pt x="1752308" y="2656144"/>
                  <a:pt x="2033347" y="2375367"/>
                  <a:pt x="2392197" y="2315969"/>
                </a:cubicBezTo>
                <a:lnTo>
                  <a:pt x="2392314" y="2314821"/>
                </a:lnTo>
                <a:cubicBezTo>
                  <a:pt x="2397623" y="2313811"/>
                  <a:pt x="2402951" y="2312863"/>
                  <a:pt x="2408527" y="2313282"/>
                </a:cubicBezTo>
                <a:cubicBezTo>
                  <a:pt x="2439710" y="2307725"/>
                  <a:pt x="2471603" y="2304744"/>
                  <a:pt x="2503988" y="2304217"/>
                </a:cubicBezTo>
                <a:close/>
                <a:moveTo>
                  <a:pt x="851676" y="2302594"/>
                </a:moveTo>
                <a:lnTo>
                  <a:pt x="868763" y="2304217"/>
                </a:lnTo>
                <a:cubicBezTo>
                  <a:pt x="901149" y="2304744"/>
                  <a:pt x="933041" y="2307725"/>
                  <a:pt x="964225" y="2313282"/>
                </a:cubicBezTo>
                <a:cubicBezTo>
                  <a:pt x="969801" y="2312863"/>
                  <a:pt x="975129" y="2313811"/>
                  <a:pt x="980437" y="2314821"/>
                </a:cubicBezTo>
                <a:lnTo>
                  <a:pt x="980555" y="2315969"/>
                </a:lnTo>
                <a:cubicBezTo>
                  <a:pt x="1339405" y="2375367"/>
                  <a:pt x="1620444" y="2656144"/>
                  <a:pt x="1670720" y="3009010"/>
                </a:cubicBezTo>
                <a:cubicBezTo>
                  <a:pt x="1670888" y="3009063"/>
                  <a:pt x="1671057" y="3009068"/>
                  <a:pt x="1671226" y="3009073"/>
                </a:cubicBezTo>
                <a:lnTo>
                  <a:pt x="1671766" y="3015763"/>
                </a:lnTo>
                <a:cubicBezTo>
                  <a:pt x="1676823" y="3046007"/>
                  <a:pt x="1679272" y="3076892"/>
                  <a:pt x="1679230" y="3108220"/>
                </a:cubicBezTo>
                <a:cubicBezTo>
                  <a:pt x="1680542" y="3113850"/>
                  <a:pt x="1680601" y="3119519"/>
                  <a:pt x="1680601" y="3125201"/>
                </a:cubicBezTo>
                <a:cubicBezTo>
                  <a:pt x="1680601" y="3129023"/>
                  <a:pt x="1680574" y="3132839"/>
                  <a:pt x="1680008" y="3136641"/>
                </a:cubicBezTo>
                <a:lnTo>
                  <a:pt x="1679509" y="3136608"/>
                </a:lnTo>
                <a:lnTo>
                  <a:pt x="1679483" y="3137103"/>
                </a:lnTo>
                <a:lnTo>
                  <a:pt x="1662364" y="3135477"/>
                </a:lnTo>
                <a:cubicBezTo>
                  <a:pt x="1629990" y="3134950"/>
                  <a:pt x="1598110" y="3131969"/>
                  <a:pt x="1566938" y="3126415"/>
                </a:cubicBezTo>
                <a:cubicBezTo>
                  <a:pt x="1561361" y="3126834"/>
                  <a:pt x="1556032" y="3125886"/>
                  <a:pt x="1550721" y="3124875"/>
                </a:cubicBezTo>
                <a:lnTo>
                  <a:pt x="1550605" y="3123727"/>
                </a:lnTo>
                <a:cubicBezTo>
                  <a:pt x="1191754" y="3064328"/>
                  <a:pt x="910715" y="2783551"/>
                  <a:pt x="860439" y="2430686"/>
                </a:cubicBezTo>
                <a:cubicBezTo>
                  <a:pt x="860272" y="2430633"/>
                  <a:pt x="860103" y="2430628"/>
                  <a:pt x="859934" y="2430623"/>
                </a:cubicBezTo>
                <a:lnTo>
                  <a:pt x="859396" y="2423947"/>
                </a:lnTo>
                <a:cubicBezTo>
                  <a:pt x="854337" y="2393697"/>
                  <a:pt x="851886" y="2362806"/>
                  <a:pt x="851928" y="2331471"/>
                </a:cubicBezTo>
                <a:cubicBezTo>
                  <a:pt x="850616" y="2325843"/>
                  <a:pt x="850558" y="2320176"/>
                  <a:pt x="850558" y="2314495"/>
                </a:cubicBezTo>
                <a:lnTo>
                  <a:pt x="851152" y="2303055"/>
                </a:lnTo>
                <a:lnTo>
                  <a:pt x="851650" y="2303088"/>
                </a:lnTo>
                <a:close/>
                <a:moveTo>
                  <a:pt x="828925" y="2302594"/>
                </a:moveTo>
                <a:lnTo>
                  <a:pt x="828951" y="2303088"/>
                </a:lnTo>
                <a:lnTo>
                  <a:pt x="829449" y="2303055"/>
                </a:lnTo>
                <a:lnTo>
                  <a:pt x="830043" y="2314495"/>
                </a:lnTo>
                <a:cubicBezTo>
                  <a:pt x="830043" y="2320176"/>
                  <a:pt x="829984" y="2325843"/>
                  <a:pt x="828672" y="2331471"/>
                </a:cubicBezTo>
                <a:cubicBezTo>
                  <a:pt x="828714" y="2362806"/>
                  <a:pt x="826264" y="2393697"/>
                  <a:pt x="821205" y="2423947"/>
                </a:cubicBezTo>
                <a:lnTo>
                  <a:pt x="820667" y="2430623"/>
                </a:lnTo>
                <a:cubicBezTo>
                  <a:pt x="820497" y="2430628"/>
                  <a:pt x="820329" y="2430633"/>
                  <a:pt x="820161" y="2430686"/>
                </a:cubicBezTo>
                <a:cubicBezTo>
                  <a:pt x="769886" y="2783551"/>
                  <a:pt x="488847" y="3064328"/>
                  <a:pt x="129995" y="3123727"/>
                </a:cubicBezTo>
                <a:lnTo>
                  <a:pt x="129879" y="3124875"/>
                </a:lnTo>
                <a:cubicBezTo>
                  <a:pt x="124569" y="3125886"/>
                  <a:pt x="119240" y="3126834"/>
                  <a:pt x="113663" y="3126415"/>
                </a:cubicBezTo>
                <a:cubicBezTo>
                  <a:pt x="82491" y="3131969"/>
                  <a:pt x="50611" y="3134950"/>
                  <a:pt x="18236" y="3135477"/>
                </a:cubicBezTo>
                <a:lnTo>
                  <a:pt x="1118" y="3137103"/>
                </a:lnTo>
                <a:lnTo>
                  <a:pt x="1092" y="3136608"/>
                </a:lnTo>
                <a:lnTo>
                  <a:pt x="593" y="3136641"/>
                </a:lnTo>
                <a:cubicBezTo>
                  <a:pt x="27" y="3132839"/>
                  <a:pt x="0" y="3129023"/>
                  <a:pt x="0" y="3125201"/>
                </a:cubicBezTo>
                <a:cubicBezTo>
                  <a:pt x="0" y="3119519"/>
                  <a:pt x="58" y="3113850"/>
                  <a:pt x="1370" y="3108220"/>
                </a:cubicBezTo>
                <a:cubicBezTo>
                  <a:pt x="1328" y="3076892"/>
                  <a:pt x="3778" y="3046007"/>
                  <a:pt x="8835" y="3015763"/>
                </a:cubicBezTo>
                <a:lnTo>
                  <a:pt x="9375" y="3009073"/>
                </a:lnTo>
                <a:cubicBezTo>
                  <a:pt x="9543" y="3009068"/>
                  <a:pt x="9713" y="3009063"/>
                  <a:pt x="9880" y="3009010"/>
                </a:cubicBezTo>
                <a:cubicBezTo>
                  <a:pt x="60157" y="2656144"/>
                  <a:pt x="341196" y="2375367"/>
                  <a:pt x="700046" y="2315969"/>
                </a:cubicBezTo>
                <a:lnTo>
                  <a:pt x="700163" y="2314821"/>
                </a:lnTo>
                <a:cubicBezTo>
                  <a:pt x="705472" y="2313811"/>
                  <a:pt x="710800" y="2312863"/>
                  <a:pt x="716376" y="2313282"/>
                </a:cubicBezTo>
                <a:cubicBezTo>
                  <a:pt x="747559" y="2307725"/>
                  <a:pt x="779452" y="2304744"/>
                  <a:pt x="811837" y="2304217"/>
                </a:cubicBezTo>
                <a:close/>
                <a:moveTo>
                  <a:pt x="8305836" y="1608087"/>
                </a:moveTo>
                <a:cubicBezTo>
                  <a:pt x="8030646" y="1666766"/>
                  <a:pt x="7815802" y="1879876"/>
                  <a:pt x="7762527" y="2148655"/>
                </a:cubicBezTo>
                <a:cubicBezTo>
                  <a:pt x="8037717" y="2089976"/>
                  <a:pt x="8252560" y="1876866"/>
                  <a:pt x="8305836" y="1608087"/>
                </a:cubicBezTo>
                <a:close/>
                <a:moveTo>
                  <a:pt x="6911971" y="1608087"/>
                </a:moveTo>
                <a:cubicBezTo>
                  <a:pt x="6965247" y="1876866"/>
                  <a:pt x="7180090" y="2089976"/>
                  <a:pt x="7455280" y="2148655"/>
                </a:cubicBezTo>
                <a:cubicBezTo>
                  <a:pt x="7402005" y="1879876"/>
                  <a:pt x="7187161" y="1666766"/>
                  <a:pt x="6911971" y="1608087"/>
                </a:cubicBezTo>
                <a:close/>
                <a:moveTo>
                  <a:pt x="6613685" y="1608087"/>
                </a:moveTo>
                <a:cubicBezTo>
                  <a:pt x="6338495" y="1666766"/>
                  <a:pt x="6123651" y="1879876"/>
                  <a:pt x="6070376" y="2148655"/>
                </a:cubicBezTo>
                <a:cubicBezTo>
                  <a:pt x="6345566" y="2089976"/>
                  <a:pt x="6560409" y="1876866"/>
                  <a:pt x="6613685" y="1608087"/>
                </a:cubicBezTo>
                <a:close/>
                <a:moveTo>
                  <a:pt x="5219820" y="1608087"/>
                </a:moveTo>
                <a:cubicBezTo>
                  <a:pt x="5273096" y="1876866"/>
                  <a:pt x="5487939" y="2089976"/>
                  <a:pt x="5763129" y="2148655"/>
                </a:cubicBezTo>
                <a:cubicBezTo>
                  <a:pt x="5709854" y="1879876"/>
                  <a:pt x="5495010" y="1666766"/>
                  <a:pt x="5219820" y="1608087"/>
                </a:cubicBezTo>
                <a:close/>
                <a:moveTo>
                  <a:pt x="4921534" y="1608087"/>
                </a:moveTo>
                <a:cubicBezTo>
                  <a:pt x="4646344" y="1666766"/>
                  <a:pt x="4431500" y="1879876"/>
                  <a:pt x="4378225" y="2148655"/>
                </a:cubicBezTo>
                <a:cubicBezTo>
                  <a:pt x="4653415" y="2089976"/>
                  <a:pt x="4868259" y="1876866"/>
                  <a:pt x="4921534" y="1608087"/>
                </a:cubicBezTo>
                <a:close/>
                <a:moveTo>
                  <a:pt x="3527669" y="1608087"/>
                </a:moveTo>
                <a:cubicBezTo>
                  <a:pt x="3580945" y="1876866"/>
                  <a:pt x="3795788" y="2089976"/>
                  <a:pt x="4070978" y="2148655"/>
                </a:cubicBezTo>
                <a:cubicBezTo>
                  <a:pt x="4017703" y="1879876"/>
                  <a:pt x="3802859" y="1666766"/>
                  <a:pt x="3527669" y="1608087"/>
                </a:cubicBezTo>
                <a:close/>
                <a:moveTo>
                  <a:pt x="3229383" y="1608087"/>
                </a:moveTo>
                <a:cubicBezTo>
                  <a:pt x="2954193" y="1666766"/>
                  <a:pt x="2739349" y="1879876"/>
                  <a:pt x="2686074" y="2148655"/>
                </a:cubicBezTo>
                <a:cubicBezTo>
                  <a:pt x="2961264" y="2089976"/>
                  <a:pt x="3176107" y="1876866"/>
                  <a:pt x="3229383" y="1608087"/>
                </a:cubicBezTo>
                <a:close/>
                <a:moveTo>
                  <a:pt x="1835518" y="1608087"/>
                </a:moveTo>
                <a:cubicBezTo>
                  <a:pt x="1888794" y="1876866"/>
                  <a:pt x="2103637" y="2089976"/>
                  <a:pt x="2378827" y="2148655"/>
                </a:cubicBezTo>
                <a:cubicBezTo>
                  <a:pt x="2325552" y="1879876"/>
                  <a:pt x="2110708" y="1666766"/>
                  <a:pt x="1835518" y="1608087"/>
                </a:cubicBezTo>
                <a:close/>
                <a:moveTo>
                  <a:pt x="1537232" y="1608087"/>
                </a:moveTo>
                <a:cubicBezTo>
                  <a:pt x="1262042" y="1666766"/>
                  <a:pt x="1047198" y="1879876"/>
                  <a:pt x="993923" y="2148655"/>
                </a:cubicBezTo>
                <a:cubicBezTo>
                  <a:pt x="1269113" y="2089976"/>
                  <a:pt x="1483956" y="1876866"/>
                  <a:pt x="1537232" y="1608087"/>
                </a:cubicBezTo>
                <a:close/>
                <a:moveTo>
                  <a:pt x="143367" y="1608087"/>
                </a:moveTo>
                <a:cubicBezTo>
                  <a:pt x="196643" y="1876866"/>
                  <a:pt x="411486" y="2089976"/>
                  <a:pt x="686676" y="2148655"/>
                </a:cubicBezTo>
                <a:cubicBezTo>
                  <a:pt x="633401" y="1879876"/>
                  <a:pt x="418557" y="1666766"/>
                  <a:pt x="143367" y="1608087"/>
                </a:cubicBezTo>
                <a:close/>
                <a:moveTo>
                  <a:pt x="8461873" y="1464394"/>
                </a:moveTo>
                <a:lnTo>
                  <a:pt x="8478960" y="1466004"/>
                </a:lnTo>
                <a:cubicBezTo>
                  <a:pt x="8511346" y="1466527"/>
                  <a:pt x="8543239" y="1469485"/>
                  <a:pt x="8574422" y="1474998"/>
                </a:cubicBezTo>
                <a:cubicBezTo>
                  <a:pt x="8579998" y="1474582"/>
                  <a:pt x="8585326" y="1475523"/>
                  <a:pt x="8590635" y="1476525"/>
                </a:cubicBezTo>
                <a:lnTo>
                  <a:pt x="8590752" y="1477664"/>
                </a:lnTo>
                <a:cubicBezTo>
                  <a:pt x="8815033" y="1514497"/>
                  <a:pt x="9008920" y="1637126"/>
                  <a:pt x="9135069" y="1809390"/>
                </a:cubicBezTo>
                <a:lnTo>
                  <a:pt x="9139239" y="1816149"/>
                </a:lnTo>
                <a:lnTo>
                  <a:pt x="9139239" y="2119309"/>
                </a:lnTo>
                <a:lnTo>
                  <a:pt x="9120077" y="2050665"/>
                </a:lnTo>
                <a:cubicBezTo>
                  <a:pt x="9039502" y="1829012"/>
                  <a:pt x="8844913" y="1659431"/>
                  <a:pt x="8604122" y="1608087"/>
                </a:cubicBezTo>
                <a:cubicBezTo>
                  <a:pt x="8650738" y="1843269"/>
                  <a:pt x="8821055" y="2035829"/>
                  <a:pt x="9047261" y="2119605"/>
                </a:cubicBezTo>
                <a:lnTo>
                  <a:pt x="9139239" y="2146279"/>
                </a:lnTo>
                <a:lnTo>
                  <a:pt x="9139239" y="2273778"/>
                </a:lnTo>
                <a:lnTo>
                  <a:pt x="9030179" y="2246972"/>
                </a:lnTo>
                <a:cubicBezTo>
                  <a:pt x="8735297" y="2149386"/>
                  <a:pt x="8514628" y="1897812"/>
                  <a:pt x="8470637" y="1591480"/>
                </a:cubicBezTo>
                <a:cubicBezTo>
                  <a:pt x="8470469" y="1591427"/>
                  <a:pt x="8470301" y="1591423"/>
                  <a:pt x="8470131" y="1591418"/>
                </a:cubicBezTo>
                <a:lnTo>
                  <a:pt x="8469593" y="1584794"/>
                </a:lnTo>
                <a:cubicBezTo>
                  <a:pt x="8464534" y="1554782"/>
                  <a:pt x="8462083" y="1524133"/>
                  <a:pt x="8462126" y="1493044"/>
                </a:cubicBezTo>
                <a:cubicBezTo>
                  <a:pt x="8460814" y="1487460"/>
                  <a:pt x="8460755" y="1481838"/>
                  <a:pt x="8460755" y="1476202"/>
                </a:cubicBezTo>
                <a:lnTo>
                  <a:pt x="8461349" y="1464852"/>
                </a:lnTo>
                <a:lnTo>
                  <a:pt x="8461847" y="1464884"/>
                </a:lnTo>
                <a:close/>
                <a:moveTo>
                  <a:pt x="8448085" y="1464394"/>
                </a:moveTo>
                <a:lnTo>
                  <a:pt x="8448111" y="1464884"/>
                </a:lnTo>
                <a:lnTo>
                  <a:pt x="8448609" y="1464852"/>
                </a:lnTo>
                <a:lnTo>
                  <a:pt x="8449203" y="1476202"/>
                </a:lnTo>
                <a:cubicBezTo>
                  <a:pt x="8449203" y="1481838"/>
                  <a:pt x="8449144" y="1487460"/>
                  <a:pt x="8447832" y="1493044"/>
                </a:cubicBezTo>
                <a:cubicBezTo>
                  <a:pt x="8447875" y="1524133"/>
                  <a:pt x="8445424" y="1554782"/>
                  <a:pt x="8440365" y="1584794"/>
                </a:cubicBezTo>
                <a:lnTo>
                  <a:pt x="8439827" y="1591418"/>
                </a:lnTo>
                <a:cubicBezTo>
                  <a:pt x="8439657" y="1591423"/>
                  <a:pt x="8439489" y="1591427"/>
                  <a:pt x="8439321" y="1591480"/>
                </a:cubicBezTo>
                <a:cubicBezTo>
                  <a:pt x="8389046" y="1941574"/>
                  <a:pt x="8108007" y="2220146"/>
                  <a:pt x="7749156" y="2279078"/>
                </a:cubicBezTo>
                <a:lnTo>
                  <a:pt x="7749040" y="2280217"/>
                </a:lnTo>
                <a:cubicBezTo>
                  <a:pt x="7743729" y="2281220"/>
                  <a:pt x="7738400" y="2282161"/>
                  <a:pt x="7732823" y="2281745"/>
                </a:cubicBezTo>
                <a:cubicBezTo>
                  <a:pt x="7701651" y="2287255"/>
                  <a:pt x="7669771" y="2290213"/>
                  <a:pt x="7637396" y="2290736"/>
                </a:cubicBezTo>
                <a:lnTo>
                  <a:pt x="7620278" y="2292349"/>
                </a:lnTo>
                <a:lnTo>
                  <a:pt x="7620252" y="2291858"/>
                </a:lnTo>
                <a:lnTo>
                  <a:pt x="7619753" y="2291891"/>
                </a:lnTo>
                <a:cubicBezTo>
                  <a:pt x="7619187" y="2288119"/>
                  <a:pt x="7619160" y="2284333"/>
                  <a:pt x="7619160" y="2280541"/>
                </a:cubicBezTo>
                <a:cubicBezTo>
                  <a:pt x="7619160" y="2274903"/>
                  <a:pt x="7619219" y="2269279"/>
                  <a:pt x="7620531" y="2263693"/>
                </a:cubicBezTo>
                <a:cubicBezTo>
                  <a:pt x="7620488" y="2232611"/>
                  <a:pt x="7622938" y="2201969"/>
                  <a:pt x="7627995" y="2171962"/>
                </a:cubicBezTo>
                <a:lnTo>
                  <a:pt x="7628535" y="2165325"/>
                </a:lnTo>
                <a:cubicBezTo>
                  <a:pt x="7628704" y="2165320"/>
                  <a:pt x="7628873" y="2165315"/>
                  <a:pt x="7629040" y="2165262"/>
                </a:cubicBezTo>
                <a:cubicBezTo>
                  <a:pt x="7679317" y="1815167"/>
                  <a:pt x="7960356" y="1536596"/>
                  <a:pt x="8319206" y="1477664"/>
                </a:cubicBezTo>
                <a:lnTo>
                  <a:pt x="8319323" y="1476525"/>
                </a:lnTo>
                <a:cubicBezTo>
                  <a:pt x="8324632" y="1475523"/>
                  <a:pt x="8329960" y="1474582"/>
                  <a:pt x="8335536" y="1474998"/>
                </a:cubicBezTo>
                <a:cubicBezTo>
                  <a:pt x="8366719" y="1469485"/>
                  <a:pt x="8398612" y="1466527"/>
                  <a:pt x="8430998" y="1466004"/>
                </a:cubicBezTo>
                <a:close/>
                <a:moveTo>
                  <a:pt x="6769722" y="1464394"/>
                </a:moveTo>
                <a:lnTo>
                  <a:pt x="6786810" y="1466004"/>
                </a:lnTo>
                <a:cubicBezTo>
                  <a:pt x="6819195" y="1466527"/>
                  <a:pt x="6851088" y="1469485"/>
                  <a:pt x="6882271" y="1474998"/>
                </a:cubicBezTo>
                <a:cubicBezTo>
                  <a:pt x="6887847" y="1474582"/>
                  <a:pt x="6893175" y="1475523"/>
                  <a:pt x="6898484" y="1476525"/>
                </a:cubicBezTo>
                <a:lnTo>
                  <a:pt x="6898601" y="1477664"/>
                </a:lnTo>
                <a:cubicBezTo>
                  <a:pt x="7257451" y="1536596"/>
                  <a:pt x="7538490" y="1815167"/>
                  <a:pt x="7588766" y="2165262"/>
                </a:cubicBezTo>
                <a:cubicBezTo>
                  <a:pt x="7588934" y="2165315"/>
                  <a:pt x="7589103" y="2165320"/>
                  <a:pt x="7589272" y="2165325"/>
                </a:cubicBezTo>
                <a:lnTo>
                  <a:pt x="7589812" y="2171962"/>
                </a:lnTo>
                <a:cubicBezTo>
                  <a:pt x="7594869" y="2201969"/>
                  <a:pt x="7597319" y="2232611"/>
                  <a:pt x="7597276" y="2263693"/>
                </a:cubicBezTo>
                <a:cubicBezTo>
                  <a:pt x="7598588" y="2269279"/>
                  <a:pt x="7598647" y="2274903"/>
                  <a:pt x="7598647" y="2280541"/>
                </a:cubicBezTo>
                <a:cubicBezTo>
                  <a:pt x="7598647" y="2284333"/>
                  <a:pt x="7598620" y="2288119"/>
                  <a:pt x="7598054" y="2291891"/>
                </a:cubicBezTo>
                <a:lnTo>
                  <a:pt x="7597555" y="2291858"/>
                </a:lnTo>
                <a:lnTo>
                  <a:pt x="7597529" y="2292349"/>
                </a:lnTo>
                <a:lnTo>
                  <a:pt x="7580411" y="2290736"/>
                </a:lnTo>
                <a:cubicBezTo>
                  <a:pt x="7548036" y="2290213"/>
                  <a:pt x="7516156" y="2287255"/>
                  <a:pt x="7484984" y="2281745"/>
                </a:cubicBezTo>
                <a:cubicBezTo>
                  <a:pt x="7479407" y="2282161"/>
                  <a:pt x="7474078" y="2281220"/>
                  <a:pt x="7468767" y="2280217"/>
                </a:cubicBezTo>
                <a:lnTo>
                  <a:pt x="7468651" y="2279078"/>
                </a:lnTo>
                <a:cubicBezTo>
                  <a:pt x="7109800" y="2220146"/>
                  <a:pt x="6828761" y="1941574"/>
                  <a:pt x="6778486" y="1591480"/>
                </a:cubicBezTo>
                <a:cubicBezTo>
                  <a:pt x="6778318" y="1591427"/>
                  <a:pt x="6778150" y="1591423"/>
                  <a:pt x="6777980" y="1591418"/>
                </a:cubicBezTo>
                <a:lnTo>
                  <a:pt x="6777442" y="1584794"/>
                </a:lnTo>
                <a:cubicBezTo>
                  <a:pt x="6772383" y="1554782"/>
                  <a:pt x="6769933" y="1524133"/>
                  <a:pt x="6769975" y="1493044"/>
                </a:cubicBezTo>
                <a:cubicBezTo>
                  <a:pt x="6768663" y="1487460"/>
                  <a:pt x="6768604" y="1481838"/>
                  <a:pt x="6768604" y="1476202"/>
                </a:cubicBezTo>
                <a:lnTo>
                  <a:pt x="6769198" y="1464852"/>
                </a:lnTo>
                <a:lnTo>
                  <a:pt x="6769696" y="1464884"/>
                </a:lnTo>
                <a:close/>
                <a:moveTo>
                  <a:pt x="6755934" y="1464394"/>
                </a:moveTo>
                <a:lnTo>
                  <a:pt x="6755960" y="1464884"/>
                </a:lnTo>
                <a:lnTo>
                  <a:pt x="6756458" y="1464852"/>
                </a:lnTo>
                <a:lnTo>
                  <a:pt x="6757052" y="1476202"/>
                </a:lnTo>
                <a:cubicBezTo>
                  <a:pt x="6757052" y="1481838"/>
                  <a:pt x="6756994" y="1487460"/>
                  <a:pt x="6755682" y="1493044"/>
                </a:cubicBezTo>
                <a:cubicBezTo>
                  <a:pt x="6755724" y="1524133"/>
                  <a:pt x="6753273" y="1554782"/>
                  <a:pt x="6748215" y="1584794"/>
                </a:cubicBezTo>
                <a:lnTo>
                  <a:pt x="6747676" y="1591418"/>
                </a:lnTo>
                <a:cubicBezTo>
                  <a:pt x="6747507" y="1591423"/>
                  <a:pt x="6747338" y="1591427"/>
                  <a:pt x="6747171" y="1591480"/>
                </a:cubicBezTo>
                <a:cubicBezTo>
                  <a:pt x="6696895" y="1941574"/>
                  <a:pt x="6415856" y="2220146"/>
                  <a:pt x="6057005" y="2279078"/>
                </a:cubicBezTo>
                <a:lnTo>
                  <a:pt x="6056889" y="2280217"/>
                </a:lnTo>
                <a:cubicBezTo>
                  <a:pt x="6051578" y="2281220"/>
                  <a:pt x="6046249" y="2282161"/>
                  <a:pt x="6040672" y="2281745"/>
                </a:cubicBezTo>
                <a:cubicBezTo>
                  <a:pt x="6009500" y="2287255"/>
                  <a:pt x="5977620" y="2290213"/>
                  <a:pt x="5945246" y="2290736"/>
                </a:cubicBezTo>
                <a:lnTo>
                  <a:pt x="5928127" y="2292349"/>
                </a:lnTo>
                <a:lnTo>
                  <a:pt x="5928101" y="2291858"/>
                </a:lnTo>
                <a:lnTo>
                  <a:pt x="5927602" y="2291891"/>
                </a:lnTo>
                <a:cubicBezTo>
                  <a:pt x="5927036" y="2288119"/>
                  <a:pt x="5927009" y="2284333"/>
                  <a:pt x="5927009" y="2280541"/>
                </a:cubicBezTo>
                <a:cubicBezTo>
                  <a:pt x="5927009" y="2274903"/>
                  <a:pt x="5927068" y="2269279"/>
                  <a:pt x="5928380" y="2263693"/>
                </a:cubicBezTo>
                <a:cubicBezTo>
                  <a:pt x="5928338" y="2232611"/>
                  <a:pt x="5930787" y="2201969"/>
                  <a:pt x="5935844" y="2171962"/>
                </a:cubicBezTo>
                <a:lnTo>
                  <a:pt x="5936384" y="2165325"/>
                </a:lnTo>
                <a:cubicBezTo>
                  <a:pt x="5936553" y="2165320"/>
                  <a:pt x="5936722" y="2165315"/>
                  <a:pt x="5936890" y="2165262"/>
                </a:cubicBezTo>
                <a:cubicBezTo>
                  <a:pt x="5987166" y="1815167"/>
                  <a:pt x="6268205" y="1536596"/>
                  <a:pt x="6627056" y="1477664"/>
                </a:cubicBezTo>
                <a:lnTo>
                  <a:pt x="6627173" y="1476525"/>
                </a:lnTo>
                <a:cubicBezTo>
                  <a:pt x="6632481" y="1475523"/>
                  <a:pt x="6637809" y="1474582"/>
                  <a:pt x="6643385" y="1474998"/>
                </a:cubicBezTo>
                <a:cubicBezTo>
                  <a:pt x="6674569" y="1469485"/>
                  <a:pt x="6706461" y="1466527"/>
                  <a:pt x="6738847" y="1466004"/>
                </a:cubicBezTo>
                <a:close/>
                <a:moveTo>
                  <a:pt x="5077571" y="1464394"/>
                </a:moveTo>
                <a:lnTo>
                  <a:pt x="5094659" y="1466004"/>
                </a:lnTo>
                <a:cubicBezTo>
                  <a:pt x="5127044" y="1466527"/>
                  <a:pt x="5158937" y="1469485"/>
                  <a:pt x="5190120" y="1474998"/>
                </a:cubicBezTo>
                <a:cubicBezTo>
                  <a:pt x="5195696" y="1474582"/>
                  <a:pt x="5201024" y="1475523"/>
                  <a:pt x="5206334" y="1476525"/>
                </a:cubicBezTo>
                <a:lnTo>
                  <a:pt x="5206450" y="1477664"/>
                </a:lnTo>
                <a:cubicBezTo>
                  <a:pt x="5565300" y="1536596"/>
                  <a:pt x="5846339" y="1815167"/>
                  <a:pt x="5896616" y="2165262"/>
                </a:cubicBezTo>
                <a:cubicBezTo>
                  <a:pt x="5896783" y="2165315"/>
                  <a:pt x="5896953" y="2165320"/>
                  <a:pt x="5897121" y="2165325"/>
                </a:cubicBezTo>
                <a:lnTo>
                  <a:pt x="5897662" y="2171962"/>
                </a:lnTo>
                <a:cubicBezTo>
                  <a:pt x="5902718" y="2201969"/>
                  <a:pt x="5905168" y="2232611"/>
                  <a:pt x="5905126" y="2263693"/>
                </a:cubicBezTo>
                <a:cubicBezTo>
                  <a:pt x="5906438" y="2269279"/>
                  <a:pt x="5906496" y="2274903"/>
                  <a:pt x="5906496" y="2280541"/>
                </a:cubicBezTo>
                <a:cubicBezTo>
                  <a:pt x="5906496" y="2284333"/>
                  <a:pt x="5906469" y="2288119"/>
                  <a:pt x="5905903" y="2291891"/>
                </a:cubicBezTo>
                <a:lnTo>
                  <a:pt x="5905404" y="2291858"/>
                </a:lnTo>
                <a:lnTo>
                  <a:pt x="5905378" y="2292349"/>
                </a:lnTo>
                <a:lnTo>
                  <a:pt x="5888260" y="2290736"/>
                </a:lnTo>
                <a:cubicBezTo>
                  <a:pt x="5855886" y="2290213"/>
                  <a:pt x="5824005" y="2287255"/>
                  <a:pt x="5792833" y="2281745"/>
                </a:cubicBezTo>
                <a:cubicBezTo>
                  <a:pt x="5787256" y="2282161"/>
                  <a:pt x="5781927" y="2281220"/>
                  <a:pt x="5776617" y="2280217"/>
                </a:cubicBezTo>
                <a:lnTo>
                  <a:pt x="5776501" y="2279078"/>
                </a:lnTo>
                <a:cubicBezTo>
                  <a:pt x="5417649" y="2220146"/>
                  <a:pt x="5136610" y="1941574"/>
                  <a:pt x="5086335" y="1591480"/>
                </a:cubicBezTo>
                <a:cubicBezTo>
                  <a:pt x="5086167" y="1591427"/>
                  <a:pt x="5085999" y="1591423"/>
                  <a:pt x="5085830" y="1591418"/>
                </a:cubicBezTo>
                <a:lnTo>
                  <a:pt x="5085291" y="1584794"/>
                </a:lnTo>
                <a:cubicBezTo>
                  <a:pt x="5080233" y="1554782"/>
                  <a:pt x="5077782" y="1524133"/>
                  <a:pt x="5077824" y="1493044"/>
                </a:cubicBezTo>
                <a:cubicBezTo>
                  <a:pt x="5076512" y="1487460"/>
                  <a:pt x="5076453" y="1481838"/>
                  <a:pt x="5076453" y="1476202"/>
                </a:cubicBezTo>
                <a:lnTo>
                  <a:pt x="5077047" y="1464852"/>
                </a:lnTo>
                <a:lnTo>
                  <a:pt x="5077545" y="1464884"/>
                </a:lnTo>
                <a:close/>
                <a:moveTo>
                  <a:pt x="5063783" y="1464394"/>
                </a:moveTo>
                <a:lnTo>
                  <a:pt x="5063809" y="1464884"/>
                </a:lnTo>
                <a:lnTo>
                  <a:pt x="5064307" y="1464852"/>
                </a:lnTo>
                <a:lnTo>
                  <a:pt x="5064902" y="1476202"/>
                </a:lnTo>
                <a:cubicBezTo>
                  <a:pt x="5064902" y="1481838"/>
                  <a:pt x="5064842" y="1487460"/>
                  <a:pt x="5063530" y="1493044"/>
                </a:cubicBezTo>
                <a:cubicBezTo>
                  <a:pt x="5063572" y="1524133"/>
                  <a:pt x="5061122" y="1554782"/>
                  <a:pt x="5056063" y="1584794"/>
                </a:cubicBezTo>
                <a:lnTo>
                  <a:pt x="5055525" y="1591418"/>
                </a:lnTo>
                <a:cubicBezTo>
                  <a:pt x="5055355" y="1591423"/>
                  <a:pt x="5055187" y="1591427"/>
                  <a:pt x="5055019" y="1591480"/>
                </a:cubicBezTo>
                <a:cubicBezTo>
                  <a:pt x="5004744" y="1941574"/>
                  <a:pt x="4723705" y="2220146"/>
                  <a:pt x="4364853" y="2279078"/>
                </a:cubicBezTo>
                <a:lnTo>
                  <a:pt x="4364737" y="2280217"/>
                </a:lnTo>
                <a:cubicBezTo>
                  <a:pt x="4359427" y="2281220"/>
                  <a:pt x="4354098" y="2282161"/>
                  <a:pt x="4348521" y="2281745"/>
                </a:cubicBezTo>
                <a:cubicBezTo>
                  <a:pt x="4317350" y="2287255"/>
                  <a:pt x="4285468" y="2290213"/>
                  <a:pt x="4253094" y="2290736"/>
                </a:cubicBezTo>
                <a:lnTo>
                  <a:pt x="4235976" y="2292349"/>
                </a:lnTo>
                <a:lnTo>
                  <a:pt x="4235950" y="2291858"/>
                </a:lnTo>
                <a:lnTo>
                  <a:pt x="4235451" y="2291891"/>
                </a:lnTo>
                <a:cubicBezTo>
                  <a:pt x="4234885" y="2288119"/>
                  <a:pt x="4234858" y="2284333"/>
                  <a:pt x="4234858" y="2280541"/>
                </a:cubicBezTo>
                <a:cubicBezTo>
                  <a:pt x="4234858" y="2274903"/>
                  <a:pt x="4234916" y="2269279"/>
                  <a:pt x="4236228" y="2263693"/>
                </a:cubicBezTo>
                <a:cubicBezTo>
                  <a:pt x="4236186" y="2232611"/>
                  <a:pt x="4238636" y="2201969"/>
                  <a:pt x="4243692" y="2171962"/>
                </a:cubicBezTo>
                <a:lnTo>
                  <a:pt x="4244233" y="2165325"/>
                </a:lnTo>
                <a:cubicBezTo>
                  <a:pt x="4244401" y="2165320"/>
                  <a:pt x="4244571" y="2165315"/>
                  <a:pt x="4244738" y="2165262"/>
                </a:cubicBezTo>
                <a:cubicBezTo>
                  <a:pt x="4295015" y="1815167"/>
                  <a:pt x="4576054" y="1536596"/>
                  <a:pt x="4934904" y="1477664"/>
                </a:cubicBezTo>
                <a:lnTo>
                  <a:pt x="4935021" y="1476525"/>
                </a:lnTo>
                <a:cubicBezTo>
                  <a:pt x="4940330" y="1475523"/>
                  <a:pt x="4945658" y="1474582"/>
                  <a:pt x="4951234" y="1474998"/>
                </a:cubicBezTo>
                <a:cubicBezTo>
                  <a:pt x="4982417" y="1469485"/>
                  <a:pt x="5014310" y="1466527"/>
                  <a:pt x="5046695" y="1466004"/>
                </a:cubicBezTo>
                <a:close/>
                <a:moveTo>
                  <a:pt x="3385420" y="1464394"/>
                </a:moveTo>
                <a:lnTo>
                  <a:pt x="3402507" y="1466004"/>
                </a:lnTo>
                <a:cubicBezTo>
                  <a:pt x="3434893" y="1466527"/>
                  <a:pt x="3466785" y="1469485"/>
                  <a:pt x="3497969" y="1474998"/>
                </a:cubicBezTo>
                <a:cubicBezTo>
                  <a:pt x="3503545" y="1474582"/>
                  <a:pt x="3508873" y="1475523"/>
                  <a:pt x="3514181" y="1476525"/>
                </a:cubicBezTo>
                <a:lnTo>
                  <a:pt x="3514298" y="1477664"/>
                </a:lnTo>
                <a:cubicBezTo>
                  <a:pt x="3873149" y="1536596"/>
                  <a:pt x="4154188" y="1815167"/>
                  <a:pt x="4204464" y="2165262"/>
                </a:cubicBezTo>
                <a:cubicBezTo>
                  <a:pt x="4204632" y="2165315"/>
                  <a:pt x="4204801" y="2165320"/>
                  <a:pt x="4204970" y="2165325"/>
                </a:cubicBezTo>
                <a:lnTo>
                  <a:pt x="4205510" y="2171962"/>
                </a:lnTo>
                <a:cubicBezTo>
                  <a:pt x="4210567" y="2201969"/>
                  <a:pt x="4213016" y="2232611"/>
                  <a:pt x="4212974" y="2263693"/>
                </a:cubicBezTo>
                <a:cubicBezTo>
                  <a:pt x="4214286" y="2269279"/>
                  <a:pt x="4214345" y="2274903"/>
                  <a:pt x="4214345" y="2280541"/>
                </a:cubicBezTo>
                <a:cubicBezTo>
                  <a:pt x="4214345" y="2284333"/>
                  <a:pt x="4214318" y="2288119"/>
                  <a:pt x="4213752" y="2291891"/>
                </a:cubicBezTo>
                <a:lnTo>
                  <a:pt x="4213253" y="2291858"/>
                </a:lnTo>
                <a:lnTo>
                  <a:pt x="4213227" y="2292349"/>
                </a:lnTo>
                <a:lnTo>
                  <a:pt x="4196108" y="2290736"/>
                </a:lnTo>
                <a:cubicBezTo>
                  <a:pt x="4163734" y="2290213"/>
                  <a:pt x="4131854" y="2287255"/>
                  <a:pt x="4100682" y="2281745"/>
                </a:cubicBezTo>
                <a:cubicBezTo>
                  <a:pt x="4095105" y="2282161"/>
                  <a:pt x="4089776" y="2281220"/>
                  <a:pt x="4084465" y="2280217"/>
                </a:cubicBezTo>
                <a:lnTo>
                  <a:pt x="4084349" y="2279078"/>
                </a:lnTo>
                <a:cubicBezTo>
                  <a:pt x="3725498" y="2220146"/>
                  <a:pt x="3444459" y="1941574"/>
                  <a:pt x="3394183" y="1591480"/>
                </a:cubicBezTo>
                <a:cubicBezTo>
                  <a:pt x="3394016" y="1591427"/>
                  <a:pt x="3393847" y="1591423"/>
                  <a:pt x="3393678" y="1591418"/>
                </a:cubicBezTo>
                <a:lnTo>
                  <a:pt x="3393139" y="1584794"/>
                </a:lnTo>
                <a:cubicBezTo>
                  <a:pt x="3388081" y="1554782"/>
                  <a:pt x="3385630" y="1524133"/>
                  <a:pt x="3385672" y="1493044"/>
                </a:cubicBezTo>
                <a:cubicBezTo>
                  <a:pt x="3384360" y="1487460"/>
                  <a:pt x="3384302" y="1481838"/>
                  <a:pt x="3384302" y="1476202"/>
                </a:cubicBezTo>
                <a:lnTo>
                  <a:pt x="3384896" y="1464852"/>
                </a:lnTo>
                <a:lnTo>
                  <a:pt x="3385394" y="1464884"/>
                </a:lnTo>
                <a:close/>
                <a:moveTo>
                  <a:pt x="3371632" y="1464394"/>
                </a:moveTo>
                <a:lnTo>
                  <a:pt x="3371658" y="1464884"/>
                </a:lnTo>
                <a:lnTo>
                  <a:pt x="3372156" y="1464852"/>
                </a:lnTo>
                <a:lnTo>
                  <a:pt x="3372750" y="1476202"/>
                </a:lnTo>
                <a:cubicBezTo>
                  <a:pt x="3372750" y="1481838"/>
                  <a:pt x="3372691" y="1487460"/>
                  <a:pt x="3371379" y="1493044"/>
                </a:cubicBezTo>
                <a:cubicBezTo>
                  <a:pt x="3371421" y="1524133"/>
                  <a:pt x="3368971" y="1554782"/>
                  <a:pt x="3363912" y="1584794"/>
                </a:cubicBezTo>
                <a:lnTo>
                  <a:pt x="3363374" y="1591418"/>
                </a:lnTo>
                <a:cubicBezTo>
                  <a:pt x="3363204" y="1591423"/>
                  <a:pt x="3363036" y="1591427"/>
                  <a:pt x="3362868" y="1591480"/>
                </a:cubicBezTo>
                <a:cubicBezTo>
                  <a:pt x="3312593" y="1941574"/>
                  <a:pt x="3031554" y="2220146"/>
                  <a:pt x="2672703" y="2279078"/>
                </a:cubicBezTo>
                <a:lnTo>
                  <a:pt x="2672586" y="2280217"/>
                </a:lnTo>
                <a:cubicBezTo>
                  <a:pt x="2667276" y="2281220"/>
                  <a:pt x="2661947" y="2282161"/>
                  <a:pt x="2656370" y="2281745"/>
                </a:cubicBezTo>
                <a:cubicBezTo>
                  <a:pt x="2625198" y="2287255"/>
                  <a:pt x="2593318" y="2290213"/>
                  <a:pt x="2560943" y="2290736"/>
                </a:cubicBezTo>
                <a:lnTo>
                  <a:pt x="2543825" y="2292349"/>
                </a:lnTo>
                <a:lnTo>
                  <a:pt x="2543799" y="2291858"/>
                </a:lnTo>
                <a:lnTo>
                  <a:pt x="2543300" y="2291891"/>
                </a:lnTo>
                <a:cubicBezTo>
                  <a:pt x="2542734" y="2288119"/>
                  <a:pt x="2542707" y="2284333"/>
                  <a:pt x="2542707" y="2280541"/>
                </a:cubicBezTo>
                <a:cubicBezTo>
                  <a:pt x="2542707" y="2274903"/>
                  <a:pt x="2542765" y="2269279"/>
                  <a:pt x="2544077" y="2263693"/>
                </a:cubicBezTo>
                <a:cubicBezTo>
                  <a:pt x="2544035" y="2232611"/>
                  <a:pt x="2546485" y="2201969"/>
                  <a:pt x="2551541" y="2171962"/>
                </a:cubicBezTo>
                <a:lnTo>
                  <a:pt x="2552082" y="2165325"/>
                </a:lnTo>
                <a:cubicBezTo>
                  <a:pt x="2552250" y="2165320"/>
                  <a:pt x="2552420" y="2165315"/>
                  <a:pt x="2552587" y="2165262"/>
                </a:cubicBezTo>
                <a:cubicBezTo>
                  <a:pt x="2602864" y="1815167"/>
                  <a:pt x="2883903" y="1536596"/>
                  <a:pt x="3242753" y="1477664"/>
                </a:cubicBezTo>
                <a:lnTo>
                  <a:pt x="3242870" y="1476525"/>
                </a:lnTo>
                <a:cubicBezTo>
                  <a:pt x="3248179" y="1475523"/>
                  <a:pt x="3253507" y="1474582"/>
                  <a:pt x="3259083" y="1474998"/>
                </a:cubicBezTo>
                <a:cubicBezTo>
                  <a:pt x="3290266" y="1469485"/>
                  <a:pt x="3322159" y="1466527"/>
                  <a:pt x="3354544" y="1466004"/>
                </a:cubicBezTo>
                <a:close/>
                <a:moveTo>
                  <a:pt x="1693269" y="1464394"/>
                </a:moveTo>
                <a:lnTo>
                  <a:pt x="1710356" y="1466004"/>
                </a:lnTo>
                <a:cubicBezTo>
                  <a:pt x="1742742" y="1466527"/>
                  <a:pt x="1774634" y="1469485"/>
                  <a:pt x="1805818" y="1474998"/>
                </a:cubicBezTo>
                <a:cubicBezTo>
                  <a:pt x="1811394" y="1474582"/>
                  <a:pt x="1816722" y="1475523"/>
                  <a:pt x="1822030" y="1476525"/>
                </a:cubicBezTo>
                <a:lnTo>
                  <a:pt x="1822148" y="1477664"/>
                </a:lnTo>
                <a:cubicBezTo>
                  <a:pt x="2180998" y="1536596"/>
                  <a:pt x="2462037" y="1815167"/>
                  <a:pt x="2512313" y="2165262"/>
                </a:cubicBezTo>
                <a:cubicBezTo>
                  <a:pt x="2512481" y="2165315"/>
                  <a:pt x="2512650" y="2165320"/>
                  <a:pt x="2512819" y="2165325"/>
                </a:cubicBezTo>
                <a:lnTo>
                  <a:pt x="2513359" y="2171962"/>
                </a:lnTo>
                <a:cubicBezTo>
                  <a:pt x="2518416" y="2201969"/>
                  <a:pt x="2520865" y="2232611"/>
                  <a:pt x="2520823" y="2263693"/>
                </a:cubicBezTo>
                <a:cubicBezTo>
                  <a:pt x="2522135" y="2269279"/>
                  <a:pt x="2522194" y="2274903"/>
                  <a:pt x="2522194" y="2280541"/>
                </a:cubicBezTo>
                <a:cubicBezTo>
                  <a:pt x="2522194" y="2284333"/>
                  <a:pt x="2522167" y="2288119"/>
                  <a:pt x="2521601" y="2291891"/>
                </a:cubicBezTo>
                <a:lnTo>
                  <a:pt x="2521102" y="2291858"/>
                </a:lnTo>
                <a:lnTo>
                  <a:pt x="2521076" y="2292349"/>
                </a:lnTo>
                <a:lnTo>
                  <a:pt x="2503957" y="2290736"/>
                </a:lnTo>
                <a:cubicBezTo>
                  <a:pt x="2471583" y="2290213"/>
                  <a:pt x="2439703" y="2287255"/>
                  <a:pt x="2408531" y="2281745"/>
                </a:cubicBezTo>
                <a:cubicBezTo>
                  <a:pt x="2402954" y="2282161"/>
                  <a:pt x="2397625" y="2281220"/>
                  <a:pt x="2392314" y="2280217"/>
                </a:cubicBezTo>
                <a:lnTo>
                  <a:pt x="2392198" y="2279078"/>
                </a:lnTo>
                <a:cubicBezTo>
                  <a:pt x="2033347" y="2220146"/>
                  <a:pt x="1752308" y="1941574"/>
                  <a:pt x="1702032" y="1591480"/>
                </a:cubicBezTo>
                <a:cubicBezTo>
                  <a:pt x="1701865" y="1591427"/>
                  <a:pt x="1701696" y="1591423"/>
                  <a:pt x="1701527" y="1591418"/>
                </a:cubicBezTo>
                <a:lnTo>
                  <a:pt x="1700989" y="1584794"/>
                </a:lnTo>
                <a:cubicBezTo>
                  <a:pt x="1695930" y="1554782"/>
                  <a:pt x="1693479" y="1524133"/>
                  <a:pt x="1693521" y="1493044"/>
                </a:cubicBezTo>
                <a:cubicBezTo>
                  <a:pt x="1692209" y="1487460"/>
                  <a:pt x="1692151" y="1481838"/>
                  <a:pt x="1692151" y="1476202"/>
                </a:cubicBezTo>
                <a:lnTo>
                  <a:pt x="1692745" y="1464852"/>
                </a:lnTo>
                <a:lnTo>
                  <a:pt x="1693243" y="1464884"/>
                </a:lnTo>
                <a:close/>
                <a:moveTo>
                  <a:pt x="1679481" y="1464394"/>
                </a:moveTo>
                <a:lnTo>
                  <a:pt x="1679507" y="1464884"/>
                </a:lnTo>
                <a:lnTo>
                  <a:pt x="1680005" y="1464852"/>
                </a:lnTo>
                <a:lnTo>
                  <a:pt x="1680599" y="1476202"/>
                </a:lnTo>
                <a:cubicBezTo>
                  <a:pt x="1680599" y="1481838"/>
                  <a:pt x="1680540" y="1487460"/>
                  <a:pt x="1679228" y="1493044"/>
                </a:cubicBezTo>
                <a:cubicBezTo>
                  <a:pt x="1679270" y="1524133"/>
                  <a:pt x="1676820" y="1554782"/>
                  <a:pt x="1671761" y="1584794"/>
                </a:cubicBezTo>
                <a:lnTo>
                  <a:pt x="1671223" y="1591418"/>
                </a:lnTo>
                <a:cubicBezTo>
                  <a:pt x="1671053" y="1591423"/>
                  <a:pt x="1670885" y="1591427"/>
                  <a:pt x="1670717" y="1591480"/>
                </a:cubicBezTo>
                <a:cubicBezTo>
                  <a:pt x="1620442" y="1941574"/>
                  <a:pt x="1339403" y="2220146"/>
                  <a:pt x="980552" y="2279078"/>
                </a:cubicBezTo>
                <a:lnTo>
                  <a:pt x="980435" y="2280217"/>
                </a:lnTo>
                <a:cubicBezTo>
                  <a:pt x="975125" y="2281220"/>
                  <a:pt x="969796" y="2282161"/>
                  <a:pt x="964219" y="2281745"/>
                </a:cubicBezTo>
                <a:cubicBezTo>
                  <a:pt x="933047" y="2287255"/>
                  <a:pt x="901167" y="2290213"/>
                  <a:pt x="868792" y="2290736"/>
                </a:cubicBezTo>
                <a:lnTo>
                  <a:pt x="851674" y="2292349"/>
                </a:lnTo>
                <a:lnTo>
                  <a:pt x="851648" y="2291858"/>
                </a:lnTo>
                <a:lnTo>
                  <a:pt x="851149" y="2291891"/>
                </a:lnTo>
                <a:cubicBezTo>
                  <a:pt x="850583" y="2288119"/>
                  <a:pt x="850556" y="2284333"/>
                  <a:pt x="850556" y="2280541"/>
                </a:cubicBezTo>
                <a:cubicBezTo>
                  <a:pt x="850556" y="2274903"/>
                  <a:pt x="850614" y="2269279"/>
                  <a:pt x="851926" y="2263693"/>
                </a:cubicBezTo>
                <a:cubicBezTo>
                  <a:pt x="851884" y="2232611"/>
                  <a:pt x="854334" y="2201969"/>
                  <a:pt x="859390" y="2171962"/>
                </a:cubicBezTo>
                <a:lnTo>
                  <a:pt x="859931" y="2165325"/>
                </a:lnTo>
                <a:cubicBezTo>
                  <a:pt x="860099" y="2165320"/>
                  <a:pt x="860269" y="2165315"/>
                  <a:pt x="860436" y="2165262"/>
                </a:cubicBezTo>
                <a:cubicBezTo>
                  <a:pt x="910713" y="1815167"/>
                  <a:pt x="1191752" y="1536596"/>
                  <a:pt x="1550602" y="1477664"/>
                </a:cubicBezTo>
                <a:lnTo>
                  <a:pt x="1550719" y="1476525"/>
                </a:lnTo>
                <a:cubicBezTo>
                  <a:pt x="1556028" y="1475523"/>
                  <a:pt x="1561356" y="1474582"/>
                  <a:pt x="1566932" y="1474998"/>
                </a:cubicBezTo>
                <a:cubicBezTo>
                  <a:pt x="1598115" y="1469485"/>
                  <a:pt x="1630008" y="1466527"/>
                  <a:pt x="1662393" y="1466004"/>
                </a:cubicBezTo>
                <a:close/>
                <a:moveTo>
                  <a:pt x="1118" y="1464394"/>
                </a:moveTo>
                <a:lnTo>
                  <a:pt x="18205" y="1466004"/>
                </a:lnTo>
                <a:cubicBezTo>
                  <a:pt x="50591" y="1466527"/>
                  <a:pt x="82483" y="1469485"/>
                  <a:pt x="113667" y="1474998"/>
                </a:cubicBezTo>
                <a:cubicBezTo>
                  <a:pt x="119243" y="1474582"/>
                  <a:pt x="124571" y="1475523"/>
                  <a:pt x="129879" y="1476525"/>
                </a:cubicBezTo>
                <a:lnTo>
                  <a:pt x="129997" y="1477664"/>
                </a:lnTo>
                <a:cubicBezTo>
                  <a:pt x="488847" y="1536596"/>
                  <a:pt x="769886" y="1815167"/>
                  <a:pt x="820162" y="2165262"/>
                </a:cubicBezTo>
                <a:cubicBezTo>
                  <a:pt x="820330" y="2165315"/>
                  <a:pt x="820499" y="2165320"/>
                  <a:pt x="820668" y="2165325"/>
                </a:cubicBezTo>
                <a:lnTo>
                  <a:pt x="821208" y="2171962"/>
                </a:lnTo>
                <a:cubicBezTo>
                  <a:pt x="826265" y="2201969"/>
                  <a:pt x="828714" y="2232611"/>
                  <a:pt x="828672" y="2263693"/>
                </a:cubicBezTo>
                <a:cubicBezTo>
                  <a:pt x="829984" y="2269279"/>
                  <a:pt x="830043" y="2274903"/>
                  <a:pt x="830043" y="2280541"/>
                </a:cubicBezTo>
                <a:cubicBezTo>
                  <a:pt x="830043" y="2284333"/>
                  <a:pt x="830016" y="2288119"/>
                  <a:pt x="829450" y="2291891"/>
                </a:cubicBezTo>
                <a:lnTo>
                  <a:pt x="828951" y="2291858"/>
                </a:lnTo>
                <a:lnTo>
                  <a:pt x="828925" y="2292349"/>
                </a:lnTo>
                <a:lnTo>
                  <a:pt x="811806" y="2290736"/>
                </a:lnTo>
                <a:cubicBezTo>
                  <a:pt x="779432" y="2290213"/>
                  <a:pt x="747552" y="2287255"/>
                  <a:pt x="716380" y="2281745"/>
                </a:cubicBezTo>
                <a:cubicBezTo>
                  <a:pt x="710803" y="2282161"/>
                  <a:pt x="705474" y="2281220"/>
                  <a:pt x="700163" y="2280217"/>
                </a:cubicBezTo>
                <a:lnTo>
                  <a:pt x="700047" y="2279078"/>
                </a:lnTo>
                <a:cubicBezTo>
                  <a:pt x="341196" y="2220146"/>
                  <a:pt x="60157" y="1941574"/>
                  <a:pt x="9881" y="1591480"/>
                </a:cubicBezTo>
                <a:cubicBezTo>
                  <a:pt x="9714" y="1591427"/>
                  <a:pt x="9545" y="1591423"/>
                  <a:pt x="9376" y="1591418"/>
                </a:cubicBezTo>
                <a:lnTo>
                  <a:pt x="8837" y="1584794"/>
                </a:lnTo>
                <a:cubicBezTo>
                  <a:pt x="3779" y="1554782"/>
                  <a:pt x="1328" y="1524133"/>
                  <a:pt x="1370" y="1493044"/>
                </a:cubicBezTo>
                <a:cubicBezTo>
                  <a:pt x="58" y="1487460"/>
                  <a:pt x="0" y="1481838"/>
                  <a:pt x="0" y="1476202"/>
                </a:cubicBezTo>
                <a:lnTo>
                  <a:pt x="594" y="1464852"/>
                </a:lnTo>
                <a:lnTo>
                  <a:pt x="1092" y="1464884"/>
                </a:lnTo>
                <a:close/>
                <a:moveTo>
                  <a:pt x="7762529" y="750600"/>
                </a:moveTo>
                <a:cubicBezTo>
                  <a:pt x="7815805" y="1021506"/>
                  <a:pt x="8030648" y="1236303"/>
                  <a:pt x="8305838" y="1295446"/>
                </a:cubicBezTo>
                <a:cubicBezTo>
                  <a:pt x="8252563" y="1024540"/>
                  <a:pt x="8037719" y="809743"/>
                  <a:pt x="7762529" y="750600"/>
                </a:cubicBezTo>
                <a:close/>
                <a:moveTo>
                  <a:pt x="7455280" y="750600"/>
                </a:moveTo>
                <a:cubicBezTo>
                  <a:pt x="7180090" y="809743"/>
                  <a:pt x="6965246" y="1024540"/>
                  <a:pt x="6911971" y="1295446"/>
                </a:cubicBezTo>
                <a:cubicBezTo>
                  <a:pt x="7187161" y="1236303"/>
                  <a:pt x="7402004" y="1021506"/>
                  <a:pt x="7455280" y="750600"/>
                </a:cubicBezTo>
                <a:close/>
                <a:moveTo>
                  <a:pt x="6070378" y="750600"/>
                </a:moveTo>
                <a:cubicBezTo>
                  <a:pt x="6123654" y="1021506"/>
                  <a:pt x="6338497" y="1236303"/>
                  <a:pt x="6613687" y="1295446"/>
                </a:cubicBezTo>
                <a:cubicBezTo>
                  <a:pt x="6560412" y="1024540"/>
                  <a:pt x="6345568" y="809743"/>
                  <a:pt x="6070378" y="750600"/>
                </a:cubicBezTo>
                <a:close/>
                <a:moveTo>
                  <a:pt x="5763129" y="750600"/>
                </a:moveTo>
                <a:cubicBezTo>
                  <a:pt x="5487939" y="809743"/>
                  <a:pt x="5273095" y="1024540"/>
                  <a:pt x="5219820" y="1295446"/>
                </a:cubicBezTo>
                <a:cubicBezTo>
                  <a:pt x="5495010" y="1236303"/>
                  <a:pt x="5709853" y="1021506"/>
                  <a:pt x="5763129" y="750600"/>
                </a:cubicBezTo>
                <a:close/>
                <a:moveTo>
                  <a:pt x="4378227" y="750600"/>
                </a:moveTo>
                <a:cubicBezTo>
                  <a:pt x="4431503" y="1021506"/>
                  <a:pt x="4646346" y="1236303"/>
                  <a:pt x="4921536" y="1295446"/>
                </a:cubicBezTo>
                <a:cubicBezTo>
                  <a:pt x="4868261" y="1024540"/>
                  <a:pt x="4653417" y="809743"/>
                  <a:pt x="4378227" y="750600"/>
                </a:cubicBezTo>
                <a:close/>
                <a:moveTo>
                  <a:pt x="4070978" y="750600"/>
                </a:moveTo>
                <a:cubicBezTo>
                  <a:pt x="3795788" y="809743"/>
                  <a:pt x="3580944" y="1024540"/>
                  <a:pt x="3527669" y="1295446"/>
                </a:cubicBezTo>
                <a:cubicBezTo>
                  <a:pt x="3802859" y="1236303"/>
                  <a:pt x="4017702" y="1021506"/>
                  <a:pt x="4070978" y="750600"/>
                </a:cubicBezTo>
                <a:close/>
                <a:moveTo>
                  <a:pt x="2686076" y="750600"/>
                </a:moveTo>
                <a:cubicBezTo>
                  <a:pt x="2739352" y="1021506"/>
                  <a:pt x="2954195" y="1236303"/>
                  <a:pt x="3229385" y="1295446"/>
                </a:cubicBezTo>
                <a:cubicBezTo>
                  <a:pt x="3176110" y="1024540"/>
                  <a:pt x="2961266" y="809743"/>
                  <a:pt x="2686076" y="750600"/>
                </a:cubicBezTo>
                <a:close/>
                <a:moveTo>
                  <a:pt x="2378827" y="750600"/>
                </a:moveTo>
                <a:cubicBezTo>
                  <a:pt x="2103637" y="809743"/>
                  <a:pt x="1888793" y="1024540"/>
                  <a:pt x="1835518" y="1295446"/>
                </a:cubicBezTo>
                <a:cubicBezTo>
                  <a:pt x="2110708" y="1236303"/>
                  <a:pt x="2325551" y="1021506"/>
                  <a:pt x="2378827" y="750600"/>
                </a:cubicBezTo>
                <a:close/>
                <a:moveTo>
                  <a:pt x="993925" y="750600"/>
                </a:moveTo>
                <a:cubicBezTo>
                  <a:pt x="1047201" y="1021506"/>
                  <a:pt x="1262044" y="1236303"/>
                  <a:pt x="1537234" y="1295446"/>
                </a:cubicBezTo>
                <a:cubicBezTo>
                  <a:pt x="1483959" y="1024540"/>
                  <a:pt x="1269115" y="809743"/>
                  <a:pt x="993925" y="750600"/>
                </a:cubicBezTo>
                <a:close/>
                <a:moveTo>
                  <a:pt x="686676" y="750600"/>
                </a:moveTo>
                <a:cubicBezTo>
                  <a:pt x="411486" y="809743"/>
                  <a:pt x="196642" y="1024540"/>
                  <a:pt x="143367" y="1295446"/>
                </a:cubicBezTo>
                <a:cubicBezTo>
                  <a:pt x="418557" y="1236303"/>
                  <a:pt x="633400" y="1021506"/>
                  <a:pt x="686676" y="750600"/>
                </a:cubicBezTo>
                <a:close/>
                <a:moveTo>
                  <a:pt x="9139239" y="624486"/>
                </a:moveTo>
                <a:lnTo>
                  <a:pt x="9139239" y="752995"/>
                </a:lnTo>
                <a:lnTo>
                  <a:pt x="9047261" y="779881"/>
                </a:lnTo>
                <a:cubicBezTo>
                  <a:pt x="8821055" y="864319"/>
                  <a:pt x="8650738" y="1058403"/>
                  <a:pt x="8604122" y="1295446"/>
                </a:cubicBezTo>
                <a:cubicBezTo>
                  <a:pt x="8844913" y="1243696"/>
                  <a:pt x="9039501" y="1072773"/>
                  <a:pt x="9120077" y="849365"/>
                </a:cubicBezTo>
                <a:lnTo>
                  <a:pt x="9139239" y="780178"/>
                </a:lnTo>
                <a:lnTo>
                  <a:pt x="9139239" y="1085737"/>
                </a:lnTo>
                <a:lnTo>
                  <a:pt x="9135069" y="1092549"/>
                </a:lnTo>
                <a:cubicBezTo>
                  <a:pt x="9008919" y="1266178"/>
                  <a:pt x="8815033" y="1389778"/>
                  <a:pt x="8590751" y="1426902"/>
                </a:cubicBezTo>
                <a:lnTo>
                  <a:pt x="8590635" y="1428050"/>
                </a:lnTo>
                <a:cubicBezTo>
                  <a:pt x="8585324" y="1429061"/>
                  <a:pt x="8579995" y="1430009"/>
                  <a:pt x="8574418" y="1429590"/>
                </a:cubicBezTo>
                <a:cubicBezTo>
                  <a:pt x="8543246" y="1435144"/>
                  <a:pt x="8511366" y="1438125"/>
                  <a:pt x="8478991" y="1438652"/>
                </a:cubicBezTo>
                <a:lnTo>
                  <a:pt x="8461873" y="1440278"/>
                </a:lnTo>
                <a:lnTo>
                  <a:pt x="8461847" y="1439783"/>
                </a:lnTo>
                <a:lnTo>
                  <a:pt x="8461348" y="1439816"/>
                </a:lnTo>
                <a:cubicBezTo>
                  <a:pt x="8460782" y="1436014"/>
                  <a:pt x="8460755" y="1432198"/>
                  <a:pt x="8460755" y="1428376"/>
                </a:cubicBezTo>
                <a:cubicBezTo>
                  <a:pt x="8460755" y="1422694"/>
                  <a:pt x="8460814" y="1417025"/>
                  <a:pt x="8462126" y="1411395"/>
                </a:cubicBezTo>
                <a:cubicBezTo>
                  <a:pt x="8462083" y="1380067"/>
                  <a:pt x="8464533" y="1349182"/>
                  <a:pt x="8469590" y="1318938"/>
                </a:cubicBezTo>
                <a:lnTo>
                  <a:pt x="8470130" y="1312248"/>
                </a:lnTo>
                <a:cubicBezTo>
                  <a:pt x="8470299" y="1312243"/>
                  <a:pt x="8470468" y="1312238"/>
                  <a:pt x="8470636" y="1312185"/>
                </a:cubicBezTo>
                <a:cubicBezTo>
                  <a:pt x="8514628" y="1003427"/>
                  <a:pt x="8735297" y="749863"/>
                  <a:pt x="9030178" y="651504"/>
                </a:cubicBezTo>
                <a:close/>
                <a:moveTo>
                  <a:pt x="7620280" y="605769"/>
                </a:moveTo>
                <a:lnTo>
                  <a:pt x="7637367" y="607392"/>
                </a:lnTo>
                <a:cubicBezTo>
                  <a:pt x="7669753" y="607919"/>
                  <a:pt x="7701646" y="610900"/>
                  <a:pt x="7732829" y="616457"/>
                </a:cubicBezTo>
                <a:cubicBezTo>
                  <a:pt x="7738405" y="616038"/>
                  <a:pt x="7743733" y="616986"/>
                  <a:pt x="7749042" y="617996"/>
                </a:cubicBezTo>
                <a:lnTo>
                  <a:pt x="7749159" y="619144"/>
                </a:lnTo>
                <a:cubicBezTo>
                  <a:pt x="8108009" y="678542"/>
                  <a:pt x="8389048" y="959319"/>
                  <a:pt x="8439324" y="1312185"/>
                </a:cubicBezTo>
                <a:cubicBezTo>
                  <a:pt x="8439492" y="1312238"/>
                  <a:pt x="8439661" y="1312243"/>
                  <a:pt x="8439830" y="1312248"/>
                </a:cubicBezTo>
                <a:lnTo>
                  <a:pt x="8440370" y="1318938"/>
                </a:lnTo>
                <a:cubicBezTo>
                  <a:pt x="8445427" y="1349182"/>
                  <a:pt x="8447877" y="1380067"/>
                  <a:pt x="8447834" y="1411395"/>
                </a:cubicBezTo>
                <a:cubicBezTo>
                  <a:pt x="8449146" y="1417025"/>
                  <a:pt x="8449205" y="1422694"/>
                  <a:pt x="8449205" y="1428376"/>
                </a:cubicBezTo>
                <a:cubicBezTo>
                  <a:pt x="8449205" y="1432198"/>
                  <a:pt x="8449178" y="1436014"/>
                  <a:pt x="8448612" y="1439816"/>
                </a:cubicBezTo>
                <a:lnTo>
                  <a:pt x="8448113" y="1439783"/>
                </a:lnTo>
                <a:lnTo>
                  <a:pt x="8448087" y="1440278"/>
                </a:lnTo>
                <a:lnTo>
                  <a:pt x="8430969" y="1438652"/>
                </a:lnTo>
                <a:cubicBezTo>
                  <a:pt x="8398594" y="1438125"/>
                  <a:pt x="8366714" y="1435144"/>
                  <a:pt x="8335542" y="1429590"/>
                </a:cubicBezTo>
                <a:cubicBezTo>
                  <a:pt x="8329965" y="1430009"/>
                  <a:pt x="8324636" y="1429061"/>
                  <a:pt x="8319325" y="1428050"/>
                </a:cubicBezTo>
                <a:lnTo>
                  <a:pt x="8319209" y="1426902"/>
                </a:lnTo>
                <a:cubicBezTo>
                  <a:pt x="7960358" y="1367503"/>
                  <a:pt x="7679319" y="1086726"/>
                  <a:pt x="7629044" y="733861"/>
                </a:cubicBezTo>
                <a:cubicBezTo>
                  <a:pt x="7628876" y="733808"/>
                  <a:pt x="7628708" y="733803"/>
                  <a:pt x="7628538" y="733798"/>
                </a:cubicBezTo>
                <a:lnTo>
                  <a:pt x="7628000" y="727122"/>
                </a:lnTo>
                <a:cubicBezTo>
                  <a:pt x="7622941" y="696872"/>
                  <a:pt x="7620490" y="665981"/>
                  <a:pt x="7620533" y="634646"/>
                </a:cubicBezTo>
                <a:cubicBezTo>
                  <a:pt x="7619221" y="629018"/>
                  <a:pt x="7619162" y="623351"/>
                  <a:pt x="7619162" y="617670"/>
                </a:cubicBezTo>
                <a:lnTo>
                  <a:pt x="7619756" y="606230"/>
                </a:lnTo>
                <a:lnTo>
                  <a:pt x="7620254" y="606263"/>
                </a:lnTo>
                <a:close/>
                <a:moveTo>
                  <a:pt x="7597529" y="605769"/>
                </a:moveTo>
                <a:lnTo>
                  <a:pt x="7597555" y="606263"/>
                </a:lnTo>
                <a:lnTo>
                  <a:pt x="7598053" y="606230"/>
                </a:lnTo>
                <a:lnTo>
                  <a:pt x="7598647" y="617670"/>
                </a:lnTo>
                <a:cubicBezTo>
                  <a:pt x="7598647" y="623351"/>
                  <a:pt x="7598588" y="629018"/>
                  <a:pt x="7597276" y="634646"/>
                </a:cubicBezTo>
                <a:cubicBezTo>
                  <a:pt x="7597319" y="665981"/>
                  <a:pt x="7594868" y="696872"/>
                  <a:pt x="7589809" y="727122"/>
                </a:cubicBezTo>
                <a:lnTo>
                  <a:pt x="7589271" y="733798"/>
                </a:lnTo>
                <a:cubicBezTo>
                  <a:pt x="7589101" y="733803"/>
                  <a:pt x="7588933" y="733808"/>
                  <a:pt x="7588765" y="733861"/>
                </a:cubicBezTo>
                <a:cubicBezTo>
                  <a:pt x="7538490" y="1086726"/>
                  <a:pt x="7257451" y="1367503"/>
                  <a:pt x="6898600" y="1426902"/>
                </a:cubicBezTo>
                <a:lnTo>
                  <a:pt x="6898484" y="1428050"/>
                </a:lnTo>
                <a:cubicBezTo>
                  <a:pt x="6893173" y="1429061"/>
                  <a:pt x="6887844" y="1430009"/>
                  <a:pt x="6882267" y="1429590"/>
                </a:cubicBezTo>
                <a:cubicBezTo>
                  <a:pt x="6851095" y="1435144"/>
                  <a:pt x="6819215" y="1438125"/>
                  <a:pt x="6786841" y="1438652"/>
                </a:cubicBezTo>
                <a:lnTo>
                  <a:pt x="6769722" y="1440278"/>
                </a:lnTo>
                <a:lnTo>
                  <a:pt x="6769696" y="1439783"/>
                </a:lnTo>
                <a:lnTo>
                  <a:pt x="6769197" y="1439816"/>
                </a:lnTo>
                <a:cubicBezTo>
                  <a:pt x="6768631" y="1436014"/>
                  <a:pt x="6768604" y="1432198"/>
                  <a:pt x="6768604" y="1428376"/>
                </a:cubicBezTo>
                <a:cubicBezTo>
                  <a:pt x="6768604" y="1422694"/>
                  <a:pt x="6768663" y="1417025"/>
                  <a:pt x="6769975" y="1411395"/>
                </a:cubicBezTo>
                <a:cubicBezTo>
                  <a:pt x="6769933" y="1380067"/>
                  <a:pt x="6772382" y="1349182"/>
                  <a:pt x="6777439" y="1318938"/>
                </a:cubicBezTo>
                <a:lnTo>
                  <a:pt x="6777979" y="1312248"/>
                </a:lnTo>
                <a:cubicBezTo>
                  <a:pt x="6778148" y="1312243"/>
                  <a:pt x="6778317" y="1312238"/>
                  <a:pt x="6778485" y="1312185"/>
                </a:cubicBezTo>
                <a:cubicBezTo>
                  <a:pt x="6828761" y="959319"/>
                  <a:pt x="7109800" y="678542"/>
                  <a:pt x="7468650" y="619144"/>
                </a:cubicBezTo>
                <a:lnTo>
                  <a:pt x="7468767" y="617996"/>
                </a:lnTo>
                <a:cubicBezTo>
                  <a:pt x="7474076" y="616986"/>
                  <a:pt x="7479404" y="616038"/>
                  <a:pt x="7484980" y="616457"/>
                </a:cubicBezTo>
                <a:cubicBezTo>
                  <a:pt x="7516163" y="610900"/>
                  <a:pt x="7548056" y="607919"/>
                  <a:pt x="7580442" y="607392"/>
                </a:cubicBezTo>
                <a:close/>
                <a:moveTo>
                  <a:pt x="5928129" y="605769"/>
                </a:moveTo>
                <a:lnTo>
                  <a:pt x="5945217" y="607392"/>
                </a:lnTo>
                <a:cubicBezTo>
                  <a:pt x="5977602" y="607919"/>
                  <a:pt x="6009495" y="610900"/>
                  <a:pt x="6040678" y="616457"/>
                </a:cubicBezTo>
                <a:cubicBezTo>
                  <a:pt x="6046254" y="616038"/>
                  <a:pt x="6051582" y="616986"/>
                  <a:pt x="6056891" y="617996"/>
                </a:cubicBezTo>
                <a:lnTo>
                  <a:pt x="6057008" y="619144"/>
                </a:lnTo>
                <a:cubicBezTo>
                  <a:pt x="6415858" y="678542"/>
                  <a:pt x="6696897" y="959319"/>
                  <a:pt x="6747174" y="1312185"/>
                </a:cubicBezTo>
                <a:cubicBezTo>
                  <a:pt x="6747341" y="1312238"/>
                  <a:pt x="6747511" y="1312243"/>
                  <a:pt x="6747679" y="1312248"/>
                </a:cubicBezTo>
                <a:lnTo>
                  <a:pt x="6748220" y="1318938"/>
                </a:lnTo>
                <a:cubicBezTo>
                  <a:pt x="6753276" y="1349182"/>
                  <a:pt x="6755726" y="1380067"/>
                  <a:pt x="6755684" y="1411395"/>
                </a:cubicBezTo>
                <a:cubicBezTo>
                  <a:pt x="6756996" y="1417025"/>
                  <a:pt x="6757054" y="1422694"/>
                  <a:pt x="6757054" y="1428376"/>
                </a:cubicBezTo>
                <a:cubicBezTo>
                  <a:pt x="6757054" y="1432198"/>
                  <a:pt x="6757027" y="1436014"/>
                  <a:pt x="6756461" y="1439816"/>
                </a:cubicBezTo>
                <a:lnTo>
                  <a:pt x="6755962" y="1439783"/>
                </a:lnTo>
                <a:lnTo>
                  <a:pt x="6755936" y="1440278"/>
                </a:lnTo>
                <a:lnTo>
                  <a:pt x="6738818" y="1438652"/>
                </a:lnTo>
                <a:cubicBezTo>
                  <a:pt x="6706444" y="1438125"/>
                  <a:pt x="6674563" y="1435144"/>
                  <a:pt x="6643391" y="1429590"/>
                </a:cubicBezTo>
                <a:cubicBezTo>
                  <a:pt x="6637814" y="1430009"/>
                  <a:pt x="6632485" y="1429061"/>
                  <a:pt x="6627175" y="1428050"/>
                </a:cubicBezTo>
                <a:lnTo>
                  <a:pt x="6627059" y="1426902"/>
                </a:lnTo>
                <a:cubicBezTo>
                  <a:pt x="6268207" y="1367503"/>
                  <a:pt x="5987168" y="1086726"/>
                  <a:pt x="5936893" y="733861"/>
                </a:cubicBezTo>
                <a:cubicBezTo>
                  <a:pt x="5936725" y="733808"/>
                  <a:pt x="5936557" y="733803"/>
                  <a:pt x="5936387" y="733798"/>
                </a:cubicBezTo>
                <a:lnTo>
                  <a:pt x="5935849" y="727122"/>
                </a:lnTo>
                <a:cubicBezTo>
                  <a:pt x="5930790" y="696872"/>
                  <a:pt x="5928340" y="665981"/>
                  <a:pt x="5928382" y="634646"/>
                </a:cubicBezTo>
                <a:cubicBezTo>
                  <a:pt x="5927070" y="629018"/>
                  <a:pt x="5927011" y="623351"/>
                  <a:pt x="5927011" y="617670"/>
                </a:cubicBezTo>
                <a:lnTo>
                  <a:pt x="5927605" y="606230"/>
                </a:lnTo>
                <a:lnTo>
                  <a:pt x="5928103" y="606263"/>
                </a:lnTo>
                <a:close/>
                <a:moveTo>
                  <a:pt x="5905378" y="605769"/>
                </a:moveTo>
                <a:lnTo>
                  <a:pt x="5905404" y="606263"/>
                </a:lnTo>
                <a:lnTo>
                  <a:pt x="5905902" y="606230"/>
                </a:lnTo>
                <a:lnTo>
                  <a:pt x="5906496" y="617670"/>
                </a:lnTo>
                <a:cubicBezTo>
                  <a:pt x="5906496" y="623351"/>
                  <a:pt x="5906438" y="629018"/>
                  <a:pt x="5905126" y="634646"/>
                </a:cubicBezTo>
                <a:cubicBezTo>
                  <a:pt x="5905168" y="665981"/>
                  <a:pt x="5902717" y="696872"/>
                  <a:pt x="5897659" y="727122"/>
                </a:cubicBezTo>
                <a:lnTo>
                  <a:pt x="5897120" y="733798"/>
                </a:lnTo>
                <a:cubicBezTo>
                  <a:pt x="5896951" y="733803"/>
                  <a:pt x="5896782" y="733808"/>
                  <a:pt x="5896615" y="733861"/>
                </a:cubicBezTo>
                <a:cubicBezTo>
                  <a:pt x="5846339" y="1086726"/>
                  <a:pt x="5565300" y="1367503"/>
                  <a:pt x="5206449" y="1426902"/>
                </a:cubicBezTo>
                <a:lnTo>
                  <a:pt x="5206334" y="1428050"/>
                </a:lnTo>
                <a:cubicBezTo>
                  <a:pt x="5201022" y="1429061"/>
                  <a:pt x="5195693" y="1430009"/>
                  <a:pt x="5190116" y="1429590"/>
                </a:cubicBezTo>
                <a:cubicBezTo>
                  <a:pt x="5158944" y="1435144"/>
                  <a:pt x="5127065" y="1438125"/>
                  <a:pt x="5094690" y="1438652"/>
                </a:cubicBezTo>
                <a:lnTo>
                  <a:pt x="5077571" y="1440278"/>
                </a:lnTo>
                <a:lnTo>
                  <a:pt x="5077545" y="1439783"/>
                </a:lnTo>
                <a:lnTo>
                  <a:pt x="5077046" y="1439816"/>
                </a:lnTo>
                <a:cubicBezTo>
                  <a:pt x="5076480" y="1436014"/>
                  <a:pt x="5076453" y="1432198"/>
                  <a:pt x="5076453" y="1428376"/>
                </a:cubicBezTo>
                <a:cubicBezTo>
                  <a:pt x="5076453" y="1422694"/>
                  <a:pt x="5076512" y="1417025"/>
                  <a:pt x="5077824" y="1411395"/>
                </a:cubicBezTo>
                <a:cubicBezTo>
                  <a:pt x="5077782" y="1380067"/>
                  <a:pt x="5080231" y="1349182"/>
                  <a:pt x="5085288" y="1318938"/>
                </a:cubicBezTo>
                <a:lnTo>
                  <a:pt x="5085828" y="1312248"/>
                </a:lnTo>
                <a:cubicBezTo>
                  <a:pt x="5085997" y="1312243"/>
                  <a:pt x="5086166" y="1312238"/>
                  <a:pt x="5086334" y="1312185"/>
                </a:cubicBezTo>
                <a:cubicBezTo>
                  <a:pt x="5136610" y="959319"/>
                  <a:pt x="5417649" y="678542"/>
                  <a:pt x="5776501" y="619144"/>
                </a:cubicBezTo>
                <a:lnTo>
                  <a:pt x="5776617" y="617996"/>
                </a:lnTo>
                <a:cubicBezTo>
                  <a:pt x="5781926" y="616986"/>
                  <a:pt x="5787253" y="616038"/>
                  <a:pt x="5792829" y="616457"/>
                </a:cubicBezTo>
                <a:cubicBezTo>
                  <a:pt x="5824013" y="610900"/>
                  <a:pt x="5855905" y="607919"/>
                  <a:pt x="5888291" y="607392"/>
                </a:cubicBezTo>
                <a:close/>
                <a:moveTo>
                  <a:pt x="4235979" y="605769"/>
                </a:moveTo>
                <a:lnTo>
                  <a:pt x="4253065" y="607392"/>
                </a:lnTo>
                <a:cubicBezTo>
                  <a:pt x="4285451" y="607919"/>
                  <a:pt x="4317343" y="610900"/>
                  <a:pt x="4348528" y="616457"/>
                </a:cubicBezTo>
                <a:cubicBezTo>
                  <a:pt x="4354104" y="616038"/>
                  <a:pt x="4359431" y="616986"/>
                  <a:pt x="4364739" y="617996"/>
                </a:cubicBezTo>
                <a:lnTo>
                  <a:pt x="4364856" y="619144"/>
                </a:lnTo>
                <a:cubicBezTo>
                  <a:pt x="4723707" y="678542"/>
                  <a:pt x="5004746" y="959319"/>
                  <a:pt x="5055022" y="1312185"/>
                </a:cubicBezTo>
                <a:cubicBezTo>
                  <a:pt x="5055190" y="1312238"/>
                  <a:pt x="5055359" y="1312243"/>
                  <a:pt x="5055528" y="1312248"/>
                </a:cubicBezTo>
                <a:lnTo>
                  <a:pt x="5056068" y="1318938"/>
                </a:lnTo>
                <a:cubicBezTo>
                  <a:pt x="5061125" y="1349182"/>
                  <a:pt x="5063574" y="1380067"/>
                  <a:pt x="5063532" y="1411395"/>
                </a:cubicBezTo>
                <a:cubicBezTo>
                  <a:pt x="5064844" y="1417025"/>
                  <a:pt x="5064903" y="1422694"/>
                  <a:pt x="5064903" y="1428376"/>
                </a:cubicBezTo>
                <a:cubicBezTo>
                  <a:pt x="5064903" y="1432198"/>
                  <a:pt x="5064876" y="1436014"/>
                  <a:pt x="5064310" y="1439816"/>
                </a:cubicBezTo>
                <a:lnTo>
                  <a:pt x="5063811" y="1439783"/>
                </a:lnTo>
                <a:lnTo>
                  <a:pt x="5063785" y="1440278"/>
                </a:lnTo>
                <a:lnTo>
                  <a:pt x="5046666" y="1438652"/>
                </a:lnTo>
                <a:cubicBezTo>
                  <a:pt x="5014292" y="1438125"/>
                  <a:pt x="4982412" y="1435144"/>
                  <a:pt x="4951241" y="1429590"/>
                </a:cubicBezTo>
                <a:cubicBezTo>
                  <a:pt x="4945663" y="1430009"/>
                  <a:pt x="4940334" y="1429061"/>
                  <a:pt x="4935023" y="1428050"/>
                </a:cubicBezTo>
                <a:lnTo>
                  <a:pt x="4934907" y="1426902"/>
                </a:lnTo>
                <a:cubicBezTo>
                  <a:pt x="4576056" y="1367503"/>
                  <a:pt x="4295017" y="1086726"/>
                  <a:pt x="4244741" y="733861"/>
                </a:cubicBezTo>
                <a:cubicBezTo>
                  <a:pt x="4244574" y="733808"/>
                  <a:pt x="4244405" y="733803"/>
                  <a:pt x="4244236" y="733798"/>
                </a:cubicBezTo>
                <a:lnTo>
                  <a:pt x="4243697" y="727122"/>
                </a:lnTo>
                <a:cubicBezTo>
                  <a:pt x="4238639" y="696872"/>
                  <a:pt x="4236188" y="665981"/>
                  <a:pt x="4236230" y="634646"/>
                </a:cubicBezTo>
                <a:cubicBezTo>
                  <a:pt x="4234918" y="629018"/>
                  <a:pt x="4234860" y="623351"/>
                  <a:pt x="4234860" y="617670"/>
                </a:cubicBezTo>
                <a:lnTo>
                  <a:pt x="4235454" y="606230"/>
                </a:lnTo>
                <a:lnTo>
                  <a:pt x="4235952" y="606263"/>
                </a:lnTo>
                <a:close/>
                <a:moveTo>
                  <a:pt x="4213227" y="605769"/>
                </a:moveTo>
                <a:lnTo>
                  <a:pt x="4213253" y="606263"/>
                </a:lnTo>
                <a:lnTo>
                  <a:pt x="4213751" y="606230"/>
                </a:lnTo>
                <a:lnTo>
                  <a:pt x="4214345" y="617670"/>
                </a:lnTo>
                <a:cubicBezTo>
                  <a:pt x="4214345" y="623351"/>
                  <a:pt x="4214286" y="629018"/>
                  <a:pt x="4212974" y="634646"/>
                </a:cubicBezTo>
                <a:cubicBezTo>
                  <a:pt x="4213016" y="665981"/>
                  <a:pt x="4210566" y="696872"/>
                  <a:pt x="4205507" y="727122"/>
                </a:cubicBezTo>
                <a:lnTo>
                  <a:pt x="4204969" y="733798"/>
                </a:lnTo>
                <a:cubicBezTo>
                  <a:pt x="4204799" y="733803"/>
                  <a:pt x="4204631" y="733808"/>
                  <a:pt x="4204463" y="733861"/>
                </a:cubicBezTo>
                <a:cubicBezTo>
                  <a:pt x="4154188" y="1086726"/>
                  <a:pt x="3873149" y="1367503"/>
                  <a:pt x="3514297" y="1426902"/>
                </a:cubicBezTo>
                <a:lnTo>
                  <a:pt x="3514181" y="1428050"/>
                </a:lnTo>
                <a:cubicBezTo>
                  <a:pt x="3508871" y="1429061"/>
                  <a:pt x="3503542" y="1430009"/>
                  <a:pt x="3497965" y="1429590"/>
                </a:cubicBezTo>
                <a:cubicBezTo>
                  <a:pt x="3466793" y="1435144"/>
                  <a:pt x="3434912" y="1438125"/>
                  <a:pt x="3402538" y="1438652"/>
                </a:cubicBezTo>
                <a:lnTo>
                  <a:pt x="3385420" y="1440278"/>
                </a:lnTo>
                <a:lnTo>
                  <a:pt x="3385394" y="1439783"/>
                </a:lnTo>
                <a:lnTo>
                  <a:pt x="3384895" y="1439816"/>
                </a:lnTo>
                <a:cubicBezTo>
                  <a:pt x="3384329" y="1436014"/>
                  <a:pt x="3384302" y="1432198"/>
                  <a:pt x="3384302" y="1428376"/>
                </a:cubicBezTo>
                <a:cubicBezTo>
                  <a:pt x="3384302" y="1422694"/>
                  <a:pt x="3384360" y="1417025"/>
                  <a:pt x="3385672" y="1411395"/>
                </a:cubicBezTo>
                <a:cubicBezTo>
                  <a:pt x="3385630" y="1380067"/>
                  <a:pt x="3388080" y="1349182"/>
                  <a:pt x="3393136" y="1318938"/>
                </a:cubicBezTo>
                <a:lnTo>
                  <a:pt x="3393677" y="1312248"/>
                </a:lnTo>
                <a:cubicBezTo>
                  <a:pt x="3393845" y="1312243"/>
                  <a:pt x="3394015" y="1312238"/>
                  <a:pt x="3394182" y="1312185"/>
                </a:cubicBezTo>
                <a:cubicBezTo>
                  <a:pt x="3444459" y="959319"/>
                  <a:pt x="3725498" y="678542"/>
                  <a:pt x="4084348" y="619144"/>
                </a:cubicBezTo>
                <a:lnTo>
                  <a:pt x="4084465" y="617996"/>
                </a:lnTo>
                <a:cubicBezTo>
                  <a:pt x="4089774" y="616986"/>
                  <a:pt x="4095102" y="616038"/>
                  <a:pt x="4100678" y="616457"/>
                </a:cubicBezTo>
                <a:cubicBezTo>
                  <a:pt x="4131861" y="610900"/>
                  <a:pt x="4163754" y="607919"/>
                  <a:pt x="4196139" y="607392"/>
                </a:cubicBezTo>
                <a:close/>
                <a:moveTo>
                  <a:pt x="2543827" y="605769"/>
                </a:moveTo>
                <a:lnTo>
                  <a:pt x="2560914" y="607392"/>
                </a:lnTo>
                <a:cubicBezTo>
                  <a:pt x="2593300" y="607919"/>
                  <a:pt x="2625192" y="610900"/>
                  <a:pt x="2656376" y="616457"/>
                </a:cubicBezTo>
                <a:cubicBezTo>
                  <a:pt x="2661952" y="616038"/>
                  <a:pt x="2667280" y="616986"/>
                  <a:pt x="2672588" y="617996"/>
                </a:cubicBezTo>
                <a:lnTo>
                  <a:pt x="2672706" y="619144"/>
                </a:lnTo>
                <a:cubicBezTo>
                  <a:pt x="3031556" y="678542"/>
                  <a:pt x="3312595" y="959319"/>
                  <a:pt x="3362871" y="1312185"/>
                </a:cubicBezTo>
                <a:cubicBezTo>
                  <a:pt x="3363039" y="1312238"/>
                  <a:pt x="3363208" y="1312243"/>
                  <a:pt x="3363377" y="1312248"/>
                </a:cubicBezTo>
                <a:lnTo>
                  <a:pt x="3363917" y="1318938"/>
                </a:lnTo>
                <a:cubicBezTo>
                  <a:pt x="3368974" y="1349182"/>
                  <a:pt x="3371423" y="1380067"/>
                  <a:pt x="3371381" y="1411395"/>
                </a:cubicBezTo>
                <a:cubicBezTo>
                  <a:pt x="3372693" y="1417025"/>
                  <a:pt x="3372752" y="1422694"/>
                  <a:pt x="3372752" y="1428376"/>
                </a:cubicBezTo>
                <a:cubicBezTo>
                  <a:pt x="3372752" y="1432198"/>
                  <a:pt x="3372725" y="1436014"/>
                  <a:pt x="3372159" y="1439816"/>
                </a:cubicBezTo>
                <a:lnTo>
                  <a:pt x="3371660" y="1439783"/>
                </a:lnTo>
                <a:lnTo>
                  <a:pt x="3371634" y="1440278"/>
                </a:lnTo>
                <a:lnTo>
                  <a:pt x="3354515" y="1438652"/>
                </a:lnTo>
                <a:cubicBezTo>
                  <a:pt x="3322141" y="1438125"/>
                  <a:pt x="3290261" y="1435144"/>
                  <a:pt x="3259089" y="1429590"/>
                </a:cubicBezTo>
                <a:cubicBezTo>
                  <a:pt x="3253512" y="1430009"/>
                  <a:pt x="3248183" y="1429061"/>
                  <a:pt x="3242872" y="1428050"/>
                </a:cubicBezTo>
                <a:lnTo>
                  <a:pt x="3242756" y="1426902"/>
                </a:lnTo>
                <a:cubicBezTo>
                  <a:pt x="2883905" y="1367503"/>
                  <a:pt x="2602866" y="1086726"/>
                  <a:pt x="2552590" y="733861"/>
                </a:cubicBezTo>
                <a:cubicBezTo>
                  <a:pt x="2552423" y="733808"/>
                  <a:pt x="2552254" y="733803"/>
                  <a:pt x="2552085" y="733798"/>
                </a:cubicBezTo>
                <a:lnTo>
                  <a:pt x="2551547" y="727122"/>
                </a:lnTo>
                <a:cubicBezTo>
                  <a:pt x="2546488" y="696872"/>
                  <a:pt x="2544037" y="665981"/>
                  <a:pt x="2544079" y="634646"/>
                </a:cubicBezTo>
                <a:cubicBezTo>
                  <a:pt x="2542767" y="629018"/>
                  <a:pt x="2542709" y="623351"/>
                  <a:pt x="2542709" y="617670"/>
                </a:cubicBezTo>
                <a:lnTo>
                  <a:pt x="2543303" y="606230"/>
                </a:lnTo>
                <a:lnTo>
                  <a:pt x="2543801" y="606263"/>
                </a:lnTo>
                <a:close/>
                <a:moveTo>
                  <a:pt x="2521076" y="605769"/>
                </a:moveTo>
                <a:lnTo>
                  <a:pt x="2521102" y="606263"/>
                </a:lnTo>
                <a:lnTo>
                  <a:pt x="2521600" y="606230"/>
                </a:lnTo>
                <a:lnTo>
                  <a:pt x="2522194" y="617670"/>
                </a:lnTo>
                <a:cubicBezTo>
                  <a:pt x="2522194" y="623351"/>
                  <a:pt x="2522135" y="629018"/>
                  <a:pt x="2520823" y="634646"/>
                </a:cubicBezTo>
                <a:cubicBezTo>
                  <a:pt x="2520865" y="665981"/>
                  <a:pt x="2518415" y="696872"/>
                  <a:pt x="2513356" y="727122"/>
                </a:cubicBezTo>
                <a:lnTo>
                  <a:pt x="2512818" y="733798"/>
                </a:lnTo>
                <a:cubicBezTo>
                  <a:pt x="2512648" y="733803"/>
                  <a:pt x="2512480" y="733808"/>
                  <a:pt x="2512312" y="733861"/>
                </a:cubicBezTo>
                <a:cubicBezTo>
                  <a:pt x="2462037" y="1086726"/>
                  <a:pt x="2180998" y="1367503"/>
                  <a:pt x="1822147" y="1426902"/>
                </a:cubicBezTo>
                <a:lnTo>
                  <a:pt x="1822030" y="1428050"/>
                </a:lnTo>
                <a:cubicBezTo>
                  <a:pt x="1816720" y="1429061"/>
                  <a:pt x="1811391" y="1430009"/>
                  <a:pt x="1805814" y="1429590"/>
                </a:cubicBezTo>
                <a:cubicBezTo>
                  <a:pt x="1774642" y="1435144"/>
                  <a:pt x="1742762" y="1438125"/>
                  <a:pt x="1710387" y="1438652"/>
                </a:cubicBezTo>
                <a:lnTo>
                  <a:pt x="1693269" y="1440278"/>
                </a:lnTo>
                <a:lnTo>
                  <a:pt x="1693243" y="1439783"/>
                </a:lnTo>
                <a:lnTo>
                  <a:pt x="1692744" y="1439816"/>
                </a:lnTo>
                <a:cubicBezTo>
                  <a:pt x="1692178" y="1436014"/>
                  <a:pt x="1692151" y="1432198"/>
                  <a:pt x="1692151" y="1428376"/>
                </a:cubicBezTo>
                <a:cubicBezTo>
                  <a:pt x="1692151" y="1422694"/>
                  <a:pt x="1692209" y="1417025"/>
                  <a:pt x="1693521" y="1411395"/>
                </a:cubicBezTo>
                <a:cubicBezTo>
                  <a:pt x="1693479" y="1380067"/>
                  <a:pt x="1695929" y="1349182"/>
                  <a:pt x="1700985" y="1318938"/>
                </a:cubicBezTo>
                <a:lnTo>
                  <a:pt x="1701526" y="1312248"/>
                </a:lnTo>
                <a:cubicBezTo>
                  <a:pt x="1701694" y="1312243"/>
                  <a:pt x="1701864" y="1312238"/>
                  <a:pt x="1702031" y="1312185"/>
                </a:cubicBezTo>
                <a:cubicBezTo>
                  <a:pt x="1752308" y="959319"/>
                  <a:pt x="2033347" y="678542"/>
                  <a:pt x="2392197" y="619144"/>
                </a:cubicBezTo>
                <a:lnTo>
                  <a:pt x="2392314" y="617996"/>
                </a:lnTo>
                <a:cubicBezTo>
                  <a:pt x="2397623" y="616986"/>
                  <a:pt x="2402951" y="616038"/>
                  <a:pt x="2408527" y="616457"/>
                </a:cubicBezTo>
                <a:cubicBezTo>
                  <a:pt x="2439710" y="610900"/>
                  <a:pt x="2471603" y="607919"/>
                  <a:pt x="2503988" y="607392"/>
                </a:cubicBezTo>
                <a:close/>
                <a:moveTo>
                  <a:pt x="851676" y="605769"/>
                </a:moveTo>
                <a:lnTo>
                  <a:pt x="868763" y="607392"/>
                </a:lnTo>
                <a:cubicBezTo>
                  <a:pt x="901149" y="607919"/>
                  <a:pt x="933041" y="610900"/>
                  <a:pt x="964225" y="616457"/>
                </a:cubicBezTo>
                <a:cubicBezTo>
                  <a:pt x="969801" y="616038"/>
                  <a:pt x="975129" y="616986"/>
                  <a:pt x="980437" y="617996"/>
                </a:cubicBezTo>
                <a:lnTo>
                  <a:pt x="980555" y="619144"/>
                </a:lnTo>
                <a:cubicBezTo>
                  <a:pt x="1339405" y="678542"/>
                  <a:pt x="1620444" y="959319"/>
                  <a:pt x="1670720" y="1312185"/>
                </a:cubicBezTo>
                <a:cubicBezTo>
                  <a:pt x="1670888" y="1312238"/>
                  <a:pt x="1671057" y="1312243"/>
                  <a:pt x="1671226" y="1312248"/>
                </a:cubicBezTo>
                <a:lnTo>
                  <a:pt x="1671766" y="1318938"/>
                </a:lnTo>
                <a:cubicBezTo>
                  <a:pt x="1676823" y="1349182"/>
                  <a:pt x="1679272" y="1380067"/>
                  <a:pt x="1679230" y="1411395"/>
                </a:cubicBezTo>
                <a:cubicBezTo>
                  <a:pt x="1680542" y="1417025"/>
                  <a:pt x="1680601" y="1422694"/>
                  <a:pt x="1680601" y="1428376"/>
                </a:cubicBezTo>
                <a:cubicBezTo>
                  <a:pt x="1680601" y="1432198"/>
                  <a:pt x="1680574" y="1436014"/>
                  <a:pt x="1680008" y="1439816"/>
                </a:cubicBezTo>
                <a:lnTo>
                  <a:pt x="1679509" y="1439783"/>
                </a:lnTo>
                <a:lnTo>
                  <a:pt x="1679483" y="1440278"/>
                </a:lnTo>
                <a:lnTo>
                  <a:pt x="1662364" y="1438652"/>
                </a:lnTo>
                <a:cubicBezTo>
                  <a:pt x="1629990" y="1438125"/>
                  <a:pt x="1598110" y="1435144"/>
                  <a:pt x="1566938" y="1429590"/>
                </a:cubicBezTo>
                <a:cubicBezTo>
                  <a:pt x="1561361" y="1430009"/>
                  <a:pt x="1556032" y="1429061"/>
                  <a:pt x="1550721" y="1428050"/>
                </a:cubicBezTo>
                <a:lnTo>
                  <a:pt x="1550605" y="1426902"/>
                </a:lnTo>
                <a:cubicBezTo>
                  <a:pt x="1191754" y="1367503"/>
                  <a:pt x="910715" y="1086726"/>
                  <a:pt x="860439" y="733861"/>
                </a:cubicBezTo>
                <a:cubicBezTo>
                  <a:pt x="860272" y="733808"/>
                  <a:pt x="860103" y="733803"/>
                  <a:pt x="859934" y="733798"/>
                </a:cubicBezTo>
                <a:lnTo>
                  <a:pt x="859396" y="727122"/>
                </a:lnTo>
                <a:cubicBezTo>
                  <a:pt x="854337" y="696872"/>
                  <a:pt x="851886" y="665981"/>
                  <a:pt x="851928" y="634646"/>
                </a:cubicBezTo>
                <a:cubicBezTo>
                  <a:pt x="850616" y="629018"/>
                  <a:pt x="850558" y="623351"/>
                  <a:pt x="850558" y="617670"/>
                </a:cubicBezTo>
                <a:lnTo>
                  <a:pt x="851152" y="606230"/>
                </a:lnTo>
                <a:lnTo>
                  <a:pt x="851650" y="606263"/>
                </a:lnTo>
                <a:close/>
                <a:moveTo>
                  <a:pt x="828925" y="605769"/>
                </a:moveTo>
                <a:lnTo>
                  <a:pt x="828951" y="606263"/>
                </a:lnTo>
                <a:lnTo>
                  <a:pt x="829449" y="606230"/>
                </a:lnTo>
                <a:lnTo>
                  <a:pt x="830043" y="617670"/>
                </a:lnTo>
                <a:cubicBezTo>
                  <a:pt x="830043" y="623351"/>
                  <a:pt x="829984" y="629018"/>
                  <a:pt x="828672" y="634646"/>
                </a:cubicBezTo>
                <a:cubicBezTo>
                  <a:pt x="828714" y="665981"/>
                  <a:pt x="826264" y="696872"/>
                  <a:pt x="821205" y="727122"/>
                </a:cubicBezTo>
                <a:lnTo>
                  <a:pt x="820667" y="733798"/>
                </a:lnTo>
                <a:cubicBezTo>
                  <a:pt x="820497" y="733803"/>
                  <a:pt x="820329" y="733808"/>
                  <a:pt x="820161" y="733861"/>
                </a:cubicBezTo>
                <a:cubicBezTo>
                  <a:pt x="769886" y="1086726"/>
                  <a:pt x="488847" y="1367503"/>
                  <a:pt x="129995" y="1426902"/>
                </a:cubicBezTo>
                <a:lnTo>
                  <a:pt x="129879" y="1428050"/>
                </a:lnTo>
                <a:cubicBezTo>
                  <a:pt x="124569" y="1429061"/>
                  <a:pt x="119240" y="1430009"/>
                  <a:pt x="113663" y="1429590"/>
                </a:cubicBezTo>
                <a:cubicBezTo>
                  <a:pt x="82491" y="1435144"/>
                  <a:pt x="50611" y="1438125"/>
                  <a:pt x="18236" y="1438652"/>
                </a:cubicBezTo>
                <a:lnTo>
                  <a:pt x="1118" y="1440278"/>
                </a:lnTo>
                <a:lnTo>
                  <a:pt x="1092" y="1439783"/>
                </a:lnTo>
                <a:lnTo>
                  <a:pt x="593" y="1439816"/>
                </a:lnTo>
                <a:cubicBezTo>
                  <a:pt x="27" y="1436014"/>
                  <a:pt x="0" y="1432198"/>
                  <a:pt x="0" y="1428376"/>
                </a:cubicBezTo>
                <a:cubicBezTo>
                  <a:pt x="0" y="1422694"/>
                  <a:pt x="58" y="1417025"/>
                  <a:pt x="1370" y="1411395"/>
                </a:cubicBezTo>
                <a:cubicBezTo>
                  <a:pt x="1328" y="1380067"/>
                  <a:pt x="3778" y="1349182"/>
                  <a:pt x="8835" y="1318938"/>
                </a:cubicBezTo>
                <a:lnTo>
                  <a:pt x="9375" y="1312248"/>
                </a:lnTo>
                <a:cubicBezTo>
                  <a:pt x="9543" y="1312243"/>
                  <a:pt x="9713" y="1312238"/>
                  <a:pt x="9880" y="1312185"/>
                </a:cubicBezTo>
                <a:cubicBezTo>
                  <a:pt x="60157" y="959319"/>
                  <a:pt x="341196" y="678542"/>
                  <a:pt x="700046" y="619144"/>
                </a:cubicBezTo>
                <a:lnTo>
                  <a:pt x="700163" y="617996"/>
                </a:lnTo>
                <a:cubicBezTo>
                  <a:pt x="705472" y="616986"/>
                  <a:pt x="710800" y="616038"/>
                  <a:pt x="716376" y="616457"/>
                </a:cubicBezTo>
                <a:cubicBezTo>
                  <a:pt x="747559" y="610900"/>
                  <a:pt x="779452" y="607919"/>
                  <a:pt x="811837" y="607392"/>
                </a:cubicBezTo>
                <a:close/>
                <a:moveTo>
                  <a:pt x="8824701" y="0"/>
                </a:moveTo>
                <a:lnTo>
                  <a:pt x="9033411" y="0"/>
                </a:lnTo>
                <a:cubicBezTo>
                  <a:pt x="9066347" y="30426"/>
                  <a:pt x="9096640" y="63469"/>
                  <a:pt x="9123965" y="98781"/>
                </a:cubicBezTo>
                <a:lnTo>
                  <a:pt x="9139239" y="122382"/>
                </a:lnTo>
                <a:lnTo>
                  <a:pt x="9139239" y="425734"/>
                </a:lnTo>
                <a:lnTo>
                  <a:pt x="9104305" y="314451"/>
                </a:lnTo>
                <a:cubicBezTo>
                  <a:pt x="9046997" y="183490"/>
                  <a:pt x="8948803" y="73504"/>
                  <a:pt x="8824701" y="0"/>
                </a:cubicBezTo>
                <a:close/>
                <a:moveTo>
                  <a:pt x="8494877" y="0"/>
                </a:moveTo>
                <a:lnTo>
                  <a:pt x="8628893" y="0"/>
                </a:lnTo>
                <a:cubicBezTo>
                  <a:pt x="8697052" y="198004"/>
                  <a:pt x="8856086" y="355591"/>
                  <a:pt x="9058275" y="426756"/>
                </a:cubicBezTo>
                <a:lnTo>
                  <a:pt x="9139239" y="449526"/>
                </a:lnTo>
                <a:lnTo>
                  <a:pt x="9139239" y="577136"/>
                </a:lnTo>
                <a:lnTo>
                  <a:pt x="9043252" y="554355"/>
                </a:lnTo>
                <a:cubicBezTo>
                  <a:pt x="8776836" y="470904"/>
                  <a:pt x="8569058" y="262348"/>
                  <a:pt x="8494877" y="0"/>
                </a:cubicBezTo>
                <a:close/>
                <a:moveTo>
                  <a:pt x="7876547" y="0"/>
                </a:moveTo>
                <a:lnTo>
                  <a:pt x="8085257" y="0"/>
                </a:lnTo>
                <a:cubicBezTo>
                  <a:pt x="7919787" y="98005"/>
                  <a:pt x="7800378" y="260867"/>
                  <a:pt x="7762527" y="451830"/>
                </a:cubicBezTo>
                <a:cubicBezTo>
                  <a:pt x="8006579" y="399791"/>
                  <a:pt x="8203169" y="226290"/>
                  <a:pt x="8281065" y="0"/>
                </a:cubicBezTo>
                <a:lnTo>
                  <a:pt x="8415081" y="0"/>
                </a:lnTo>
                <a:cubicBezTo>
                  <a:pt x="8330303" y="299826"/>
                  <a:pt x="8071031" y="529393"/>
                  <a:pt x="7749156" y="582253"/>
                </a:cubicBezTo>
                <a:lnTo>
                  <a:pt x="7749040" y="583392"/>
                </a:lnTo>
                <a:cubicBezTo>
                  <a:pt x="7743729" y="584395"/>
                  <a:pt x="7738400" y="585336"/>
                  <a:pt x="7732823" y="584920"/>
                </a:cubicBezTo>
                <a:cubicBezTo>
                  <a:pt x="7701651" y="590430"/>
                  <a:pt x="7669771" y="593388"/>
                  <a:pt x="7637396" y="593911"/>
                </a:cubicBezTo>
                <a:lnTo>
                  <a:pt x="7620278" y="595524"/>
                </a:lnTo>
                <a:lnTo>
                  <a:pt x="7620252" y="595033"/>
                </a:lnTo>
                <a:lnTo>
                  <a:pt x="7619753" y="595066"/>
                </a:lnTo>
                <a:cubicBezTo>
                  <a:pt x="7619187" y="591293"/>
                  <a:pt x="7619160" y="587507"/>
                  <a:pt x="7619160" y="583715"/>
                </a:cubicBezTo>
                <a:cubicBezTo>
                  <a:pt x="7619160" y="578078"/>
                  <a:pt x="7619219" y="572454"/>
                  <a:pt x="7620531" y="566868"/>
                </a:cubicBezTo>
                <a:cubicBezTo>
                  <a:pt x="7620488" y="535786"/>
                  <a:pt x="7622938" y="505143"/>
                  <a:pt x="7627995" y="475137"/>
                </a:cubicBezTo>
                <a:lnTo>
                  <a:pt x="7628535" y="468500"/>
                </a:lnTo>
                <a:cubicBezTo>
                  <a:pt x="7628704" y="468495"/>
                  <a:pt x="7628873" y="468490"/>
                  <a:pt x="7629040" y="468437"/>
                </a:cubicBezTo>
                <a:cubicBezTo>
                  <a:pt x="7655343" y="285283"/>
                  <a:pt x="7744803" y="121704"/>
                  <a:pt x="7876547" y="0"/>
                </a:cubicBezTo>
                <a:close/>
                <a:moveTo>
                  <a:pt x="6802727" y="0"/>
                </a:moveTo>
                <a:lnTo>
                  <a:pt x="6936742" y="0"/>
                </a:lnTo>
                <a:cubicBezTo>
                  <a:pt x="7014638" y="226290"/>
                  <a:pt x="7211228" y="399791"/>
                  <a:pt x="7455280" y="451830"/>
                </a:cubicBezTo>
                <a:cubicBezTo>
                  <a:pt x="7417429" y="260867"/>
                  <a:pt x="7298020" y="98005"/>
                  <a:pt x="7132550" y="0"/>
                </a:cubicBezTo>
                <a:lnTo>
                  <a:pt x="7341259" y="0"/>
                </a:lnTo>
                <a:cubicBezTo>
                  <a:pt x="7473003" y="121704"/>
                  <a:pt x="7562464" y="285283"/>
                  <a:pt x="7588766" y="468437"/>
                </a:cubicBezTo>
                <a:cubicBezTo>
                  <a:pt x="7588934" y="468490"/>
                  <a:pt x="7589103" y="468495"/>
                  <a:pt x="7589272" y="468500"/>
                </a:cubicBezTo>
                <a:lnTo>
                  <a:pt x="7589812" y="475137"/>
                </a:lnTo>
                <a:cubicBezTo>
                  <a:pt x="7594869" y="505143"/>
                  <a:pt x="7597319" y="535786"/>
                  <a:pt x="7597276" y="566868"/>
                </a:cubicBezTo>
                <a:cubicBezTo>
                  <a:pt x="7598588" y="572454"/>
                  <a:pt x="7598647" y="578078"/>
                  <a:pt x="7598647" y="583715"/>
                </a:cubicBezTo>
                <a:cubicBezTo>
                  <a:pt x="7598647" y="587507"/>
                  <a:pt x="7598620" y="591293"/>
                  <a:pt x="7598054" y="595066"/>
                </a:cubicBezTo>
                <a:lnTo>
                  <a:pt x="7597555" y="595033"/>
                </a:lnTo>
                <a:lnTo>
                  <a:pt x="7597529" y="595524"/>
                </a:lnTo>
                <a:lnTo>
                  <a:pt x="7580411" y="593911"/>
                </a:lnTo>
                <a:cubicBezTo>
                  <a:pt x="7548036" y="593388"/>
                  <a:pt x="7516156" y="590430"/>
                  <a:pt x="7484984" y="584920"/>
                </a:cubicBezTo>
                <a:cubicBezTo>
                  <a:pt x="7479407" y="585336"/>
                  <a:pt x="7474078" y="584395"/>
                  <a:pt x="7468767" y="583392"/>
                </a:cubicBezTo>
                <a:lnTo>
                  <a:pt x="7468651" y="582253"/>
                </a:lnTo>
                <a:cubicBezTo>
                  <a:pt x="7146776" y="529393"/>
                  <a:pt x="6887504" y="299826"/>
                  <a:pt x="6802727" y="0"/>
                </a:cubicBezTo>
                <a:close/>
                <a:moveTo>
                  <a:pt x="6184397" y="0"/>
                </a:moveTo>
                <a:lnTo>
                  <a:pt x="6393106" y="0"/>
                </a:lnTo>
                <a:cubicBezTo>
                  <a:pt x="6227636" y="98005"/>
                  <a:pt x="6108227" y="260867"/>
                  <a:pt x="6070376" y="451830"/>
                </a:cubicBezTo>
                <a:cubicBezTo>
                  <a:pt x="6314429" y="399791"/>
                  <a:pt x="6511018" y="226290"/>
                  <a:pt x="6588914" y="0"/>
                </a:cubicBezTo>
                <a:lnTo>
                  <a:pt x="6722931" y="0"/>
                </a:lnTo>
                <a:cubicBezTo>
                  <a:pt x="6638152" y="299826"/>
                  <a:pt x="6378880" y="529393"/>
                  <a:pt x="6057005" y="582253"/>
                </a:cubicBezTo>
                <a:lnTo>
                  <a:pt x="6056889" y="583392"/>
                </a:lnTo>
                <a:cubicBezTo>
                  <a:pt x="6051578" y="584395"/>
                  <a:pt x="6046249" y="585336"/>
                  <a:pt x="6040672" y="584920"/>
                </a:cubicBezTo>
                <a:cubicBezTo>
                  <a:pt x="6009500" y="590430"/>
                  <a:pt x="5977620" y="593388"/>
                  <a:pt x="5945246" y="593911"/>
                </a:cubicBezTo>
                <a:lnTo>
                  <a:pt x="5928127" y="595524"/>
                </a:lnTo>
                <a:lnTo>
                  <a:pt x="5928101" y="595033"/>
                </a:lnTo>
                <a:lnTo>
                  <a:pt x="5927602" y="595066"/>
                </a:lnTo>
                <a:cubicBezTo>
                  <a:pt x="5927036" y="591293"/>
                  <a:pt x="5927009" y="587507"/>
                  <a:pt x="5927009" y="583715"/>
                </a:cubicBezTo>
                <a:cubicBezTo>
                  <a:pt x="5927009" y="578078"/>
                  <a:pt x="5927068" y="572454"/>
                  <a:pt x="5928380" y="566868"/>
                </a:cubicBezTo>
                <a:cubicBezTo>
                  <a:pt x="5928338" y="535786"/>
                  <a:pt x="5930787" y="505143"/>
                  <a:pt x="5935844" y="475137"/>
                </a:cubicBezTo>
                <a:lnTo>
                  <a:pt x="5936384" y="468500"/>
                </a:lnTo>
                <a:cubicBezTo>
                  <a:pt x="5936553" y="468495"/>
                  <a:pt x="5936722" y="468490"/>
                  <a:pt x="5936890" y="468437"/>
                </a:cubicBezTo>
                <a:cubicBezTo>
                  <a:pt x="5963192" y="285283"/>
                  <a:pt x="6052653" y="121703"/>
                  <a:pt x="6184397" y="0"/>
                </a:cubicBezTo>
                <a:close/>
                <a:moveTo>
                  <a:pt x="5110576" y="0"/>
                </a:moveTo>
                <a:lnTo>
                  <a:pt x="5244592" y="0"/>
                </a:lnTo>
                <a:cubicBezTo>
                  <a:pt x="5322488" y="226290"/>
                  <a:pt x="5519077" y="399791"/>
                  <a:pt x="5763129" y="451830"/>
                </a:cubicBezTo>
                <a:cubicBezTo>
                  <a:pt x="5725278" y="260867"/>
                  <a:pt x="5605869" y="98005"/>
                  <a:pt x="5440399" y="0"/>
                </a:cubicBezTo>
                <a:lnTo>
                  <a:pt x="5649109" y="0"/>
                </a:lnTo>
                <a:cubicBezTo>
                  <a:pt x="5780853" y="121704"/>
                  <a:pt x="5870314" y="285283"/>
                  <a:pt x="5896616" y="468437"/>
                </a:cubicBezTo>
                <a:cubicBezTo>
                  <a:pt x="5896783" y="468490"/>
                  <a:pt x="5896953" y="468495"/>
                  <a:pt x="5897121" y="468500"/>
                </a:cubicBezTo>
                <a:lnTo>
                  <a:pt x="5897662" y="475137"/>
                </a:lnTo>
                <a:cubicBezTo>
                  <a:pt x="5902718" y="505143"/>
                  <a:pt x="5905168" y="535786"/>
                  <a:pt x="5905126" y="566868"/>
                </a:cubicBezTo>
                <a:cubicBezTo>
                  <a:pt x="5906438" y="572454"/>
                  <a:pt x="5906496" y="578078"/>
                  <a:pt x="5906496" y="583715"/>
                </a:cubicBezTo>
                <a:cubicBezTo>
                  <a:pt x="5906496" y="587507"/>
                  <a:pt x="5906469" y="591293"/>
                  <a:pt x="5905903" y="595066"/>
                </a:cubicBezTo>
                <a:lnTo>
                  <a:pt x="5905404" y="595033"/>
                </a:lnTo>
                <a:lnTo>
                  <a:pt x="5905378" y="595524"/>
                </a:lnTo>
                <a:lnTo>
                  <a:pt x="5888260" y="593911"/>
                </a:lnTo>
                <a:cubicBezTo>
                  <a:pt x="5855886" y="593388"/>
                  <a:pt x="5824005" y="590430"/>
                  <a:pt x="5792833" y="584920"/>
                </a:cubicBezTo>
                <a:cubicBezTo>
                  <a:pt x="5787256" y="585336"/>
                  <a:pt x="5781927" y="584395"/>
                  <a:pt x="5776617" y="583392"/>
                </a:cubicBezTo>
                <a:lnTo>
                  <a:pt x="5776501" y="582253"/>
                </a:lnTo>
                <a:cubicBezTo>
                  <a:pt x="5454626" y="529393"/>
                  <a:pt x="5195354" y="299826"/>
                  <a:pt x="5110576" y="0"/>
                </a:cubicBezTo>
                <a:close/>
                <a:moveTo>
                  <a:pt x="4492246" y="0"/>
                </a:moveTo>
                <a:lnTo>
                  <a:pt x="4700955" y="0"/>
                </a:lnTo>
                <a:cubicBezTo>
                  <a:pt x="4535485" y="98005"/>
                  <a:pt x="4416076" y="260867"/>
                  <a:pt x="4378225" y="451830"/>
                </a:cubicBezTo>
                <a:cubicBezTo>
                  <a:pt x="4622279" y="399791"/>
                  <a:pt x="4818867" y="226290"/>
                  <a:pt x="4896763" y="0"/>
                </a:cubicBezTo>
                <a:lnTo>
                  <a:pt x="5030779" y="0"/>
                </a:lnTo>
                <a:cubicBezTo>
                  <a:pt x="4946001" y="299826"/>
                  <a:pt x="4686729" y="529393"/>
                  <a:pt x="4364853" y="582253"/>
                </a:cubicBezTo>
                <a:lnTo>
                  <a:pt x="4364737" y="583392"/>
                </a:lnTo>
                <a:cubicBezTo>
                  <a:pt x="4359427" y="584395"/>
                  <a:pt x="4354098" y="585336"/>
                  <a:pt x="4348521" y="584920"/>
                </a:cubicBezTo>
                <a:cubicBezTo>
                  <a:pt x="4317350" y="590430"/>
                  <a:pt x="4285468" y="593388"/>
                  <a:pt x="4253094" y="593911"/>
                </a:cubicBezTo>
                <a:lnTo>
                  <a:pt x="4235976" y="595524"/>
                </a:lnTo>
                <a:lnTo>
                  <a:pt x="4235950" y="595033"/>
                </a:lnTo>
                <a:lnTo>
                  <a:pt x="4235451" y="595066"/>
                </a:lnTo>
                <a:cubicBezTo>
                  <a:pt x="4234885" y="591293"/>
                  <a:pt x="4234858" y="587507"/>
                  <a:pt x="4234858" y="583715"/>
                </a:cubicBezTo>
                <a:cubicBezTo>
                  <a:pt x="4234858" y="578078"/>
                  <a:pt x="4234916" y="572454"/>
                  <a:pt x="4236228" y="566868"/>
                </a:cubicBezTo>
                <a:cubicBezTo>
                  <a:pt x="4236186" y="535786"/>
                  <a:pt x="4238636" y="505143"/>
                  <a:pt x="4243692" y="475137"/>
                </a:cubicBezTo>
                <a:lnTo>
                  <a:pt x="4244233" y="468500"/>
                </a:lnTo>
                <a:cubicBezTo>
                  <a:pt x="4244401" y="468495"/>
                  <a:pt x="4244571" y="468490"/>
                  <a:pt x="4244738" y="468437"/>
                </a:cubicBezTo>
                <a:cubicBezTo>
                  <a:pt x="4271041" y="285283"/>
                  <a:pt x="4360502" y="121704"/>
                  <a:pt x="4492246" y="0"/>
                </a:cubicBezTo>
                <a:close/>
                <a:moveTo>
                  <a:pt x="3418424" y="0"/>
                </a:moveTo>
                <a:lnTo>
                  <a:pt x="3552441" y="0"/>
                </a:lnTo>
                <a:cubicBezTo>
                  <a:pt x="3630337" y="226291"/>
                  <a:pt x="3826926" y="399791"/>
                  <a:pt x="4070978" y="451830"/>
                </a:cubicBezTo>
                <a:cubicBezTo>
                  <a:pt x="4033127" y="260867"/>
                  <a:pt x="3913719" y="98005"/>
                  <a:pt x="3748249" y="0"/>
                </a:cubicBezTo>
                <a:lnTo>
                  <a:pt x="3956957" y="0"/>
                </a:lnTo>
                <a:cubicBezTo>
                  <a:pt x="4088702" y="121703"/>
                  <a:pt x="4178162" y="285283"/>
                  <a:pt x="4204464" y="468437"/>
                </a:cubicBezTo>
                <a:cubicBezTo>
                  <a:pt x="4204632" y="468490"/>
                  <a:pt x="4204801" y="468495"/>
                  <a:pt x="4204970" y="468499"/>
                </a:cubicBezTo>
                <a:lnTo>
                  <a:pt x="4205510" y="475137"/>
                </a:lnTo>
                <a:cubicBezTo>
                  <a:pt x="4210567" y="505143"/>
                  <a:pt x="4213016" y="535786"/>
                  <a:pt x="4212974" y="566868"/>
                </a:cubicBezTo>
                <a:cubicBezTo>
                  <a:pt x="4214286" y="572454"/>
                  <a:pt x="4214345" y="578078"/>
                  <a:pt x="4214345" y="583715"/>
                </a:cubicBezTo>
                <a:cubicBezTo>
                  <a:pt x="4214345" y="587508"/>
                  <a:pt x="4214318" y="591293"/>
                  <a:pt x="4213752" y="595066"/>
                </a:cubicBezTo>
                <a:lnTo>
                  <a:pt x="4213253" y="595033"/>
                </a:lnTo>
                <a:lnTo>
                  <a:pt x="4213227" y="595524"/>
                </a:lnTo>
                <a:lnTo>
                  <a:pt x="4196108" y="593911"/>
                </a:lnTo>
                <a:cubicBezTo>
                  <a:pt x="4163734" y="593388"/>
                  <a:pt x="4131854" y="590430"/>
                  <a:pt x="4100682" y="584920"/>
                </a:cubicBezTo>
                <a:cubicBezTo>
                  <a:pt x="4095105" y="585336"/>
                  <a:pt x="4089776" y="584395"/>
                  <a:pt x="4084465" y="583392"/>
                </a:cubicBezTo>
                <a:lnTo>
                  <a:pt x="4084349" y="582253"/>
                </a:lnTo>
                <a:cubicBezTo>
                  <a:pt x="3762475" y="529393"/>
                  <a:pt x="3503203" y="299826"/>
                  <a:pt x="3418424" y="0"/>
                </a:cubicBezTo>
                <a:close/>
                <a:moveTo>
                  <a:pt x="2800095" y="0"/>
                </a:moveTo>
                <a:lnTo>
                  <a:pt x="3008804" y="0"/>
                </a:lnTo>
                <a:cubicBezTo>
                  <a:pt x="2843334" y="98005"/>
                  <a:pt x="2723925" y="260867"/>
                  <a:pt x="2686074" y="451830"/>
                </a:cubicBezTo>
                <a:cubicBezTo>
                  <a:pt x="2930126" y="399791"/>
                  <a:pt x="3126716" y="226291"/>
                  <a:pt x="3204612" y="0"/>
                </a:cubicBezTo>
                <a:lnTo>
                  <a:pt x="3338628" y="0"/>
                </a:lnTo>
                <a:cubicBezTo>
                  <a:pt x="3253850" y="299826"/>
                  <a:pt x="2994578" y="529393"/>
                  <a:pt x="2672703" y="582253"/>
                </a:cubicBezTo>
                <a:lnTo>
                  <a:pt x="2672586" y="583392"/>
                </a:lnTo>
                <a:cubicBezTo>
                  <a:pt x="2667276" y="584395"/>
                  <a:pt x="2661947" y="585336"/>
                  <a:pt x="2656370" y="584920"/>
                </a:cubicBezTo>
                <a:cubicBezTo>
                  <a:pt x="2625198" y="590430"/>
                  <a:pt x="2593318" y="593388"/>
                  <a:pt x="2560943" y="593911"/>
                </a:cubicBezTo>
                <a:lnTo>
                  <a:pt x="2543825" y="595524"/>
                </a:lnTo>
                <a:lnTo>
                  <a:pt x="2543799" y="595033"/>
                </a:lnTo>
                <a:lnTo>
                  <a:pt x="2543300" y="595066"/>
                </a:lnTo>
                <a:cubicBezTo>
                  <a:pt x="2542734" y="591293"/>
                  <a:pt x="2542707" y="587507"/>
                  <a:pt x="2542707" y="583715"/>
                </a:cubicBezTo>
                <a:cubicBezTo>
                  <a:pt x="2542707" y="578078"/>
                  <a:pt x="2542765" y="572454"/>
                  <a:pt x="2544077" y="566868"/>
                </a:cubicBezTo>
                <a:cubicBezTo>
                  <a:pt x="2544035" y="535786"/>
                  <a:pt x="2546485" y="505143"/>
                  <a:pt x="2551541" y="475137"/>
                </a:cubicBezTo>
                <a:lnTo>
                  <a:pt x="2552082" y="468499"/>
                </a:lnTo>
                <a:cubicBezTo>
                  <a:pt x="2552250" y="468495"/>
                  <a:pt x="2552420" y="468490"/>
                  <a:pt x="2552587" y="468437"/>
                </a:cubicBezTo>
                <a:cubicBezTo>
                  <a:pt x="2578890" y="285283"/>
                  <a:pt x="2668350" y="121703"/>
                  <a:pt x="2800095" y="0"/>
                </a:cubicBezTo>
                <a:close/>
                <a:moveTo>
                  <a:pt x="1726273" y="0"/>
                </a:moveTo>
                <a:lnTo>
                  <a:pt x="1860290" y="0"/>
                </a:lnTo>
                <a:cubicBezTo>
                  <a:pt x="1938186" y="226291"/>
                  <a:pt x="2134775" y="399791"/>
                  <a:pt x="2378827" y="451830"/>
                </a:cubicBezTo>
                <a:cubicBezTo>
                  <a:pt x="2340976" y="260867"/>
                  <a:pt x="2221567" y="98005"/>
                  <a:pt x="2056098" y="0"/>
                </a:cubicBezTo>
                <a:lnTo>
                  <a:pt x="2264806" y="0"/>
                </a:lnTo>
                <a:cubicBezTo>
                  <a:pt x="2396551" y="121703"/>
                  <a:pt x="2486011" y="285283"/>
                  <a:pt x="2512313" y="468437"/>
                </a:cubicBezTo>
                <a:cubicBezTo>
                  <a:pt x="2512481" y="468490"/>
                  <a:pt x="2512650" y="468495"/>
                  <a:pt x="2512819" y="468499"/>
                </a:cubicBezTo>
                <a:lnTo>
                  <a:pt x="2513359" y="475137"/>
                </a:lnTo>
                <a:cubicBezTo>
                  <a:pt x="2518416" y="505143"/>
                  <a:pt x="2520865" y="535786"/>
                  <a:pt x="2520823" y="566868"/>
                </a:cubicBezTo>
                <a:cubicBezTo>
                  <a:pt x="2522135" y="572454"/>
                  <a:pt x="2522194" y="578078"/>
                  <a:pt x="2522194" y="583715"/>
                </a:cubicBezTo>
                <a:cubicBezTo>
                  <a:pt x="2522194" y="587508"/>
                  <a:pt x="2522167" y="591293"/>
                  <a:pt x="2521601" y="595066"/>
                </a:cubicBezTo>
                <a:lnTo>
                  <a:pt x="2521102" y="595033"/>
                </a:lnTo>
                <a:lnTo>
                  <a:pt x="2521076" y="595524"/>
                </a:lnTo>
                <a:lnTo>
                  <a:pt x="2503957" y="593911"/>
                </a:lnTo>
                <a:cubicBezTo>
                  <a:pt x="2471583" y="593388"/>
                  <a:pt x="2439703" y="590430"/>
                  <a:pt x="2408531" y="584920"/>
                </a:cubicBezTo>
                <a:cubicBezTo>
                  <a:pt x="2402954" y="585336"/>
                  <a:pt x="2397625" y="584395"/>
                  <a:pt x="2392314" y="583392"/>
                </a:cubicBezTo>
                <a:lnTo>
                  <a:pt x="2392198" y="582253"/>
                </a:lnTo>
                <a:cubicBezTo>
                  <a:pt x="2070324" y="529393"/>
                  <a:pt x="1811051" y="299826"/>
                  <a:pt x="1726273" y="0"/>
                </a:cubicBezTo>
                <a:close/>
                <a:moveTo>
                  <a:pt x="1107944" y="0"/>
                </a:moveTo>
                <a:lnTo>
                  <a:pt x="1316652" y="0"/>
                </a:lnTo>
                <a:cubicBezTo>
                  <a:pt x="1151183" y="98005"/>
                  <a:pt x="1031774" y="260867"/>
                  <a:pt x="993923" y="451830"/>
                </a:cubicBezTo>
                <a:cubicBezTo>
                  <a:pt x="1237975" y="399791"/>
                  <a:pt x="1434564" y="226291"/>
                  <a:pt x="1512461" y="0"/>
                </a:cubicBezTo>
                <a:lnTo>
                  <a:pt x="1646477" y="0"/>
                </a:lnTo>
                <a:cubicBezTo>
                  <a:pt x="1561699" y="299826"/>
                  <a:pt x="1302427" y="529393"/>
                  <a:pt x="980552" y="582253"/>
                </a:cubicBezTo>
                <a:lnTo>
                  <a:pt x="980435" y="583392"/>
                </a:lnTo>
                <a:cubicBezTo>
                  <a:pt x="975125" y="584395"/>
                  <a:pt x="969796" y="585336"/>
                  <a:pt x="964219" y="584920"/>
                </a:cubicBezTo>
                <a:cubicBezTo>
                  <a:pt x="933047" y="590430"/>
                  <a:pt x="901167" y="593388"/>
                  <a:pt x="868792" y="593911"/>
                </a:cubicBezTo>
                <a:lnTo>
                  <a:pt x="851674" y="595524"/>
                </a:lnTo>
                <a:lnTo>
                  <a:pt x="851648" y="595033"/>
                </a:lnTo>
                <a:lnTo>
                  <a:pt x="851149" y="595066"/>
                </a:lnTo>
                <a:cubicBezTo>
                  <a:pt x="850583" y="591293"/>
                  <a:pt x="850556" y="587507"/>
                  <a:pt x="850556" y="583715"/>
                </a:cubicBezTo>
                <a:cubicBezTo>
                  <a:pt x="850556" y="578078"/>
                  <a:pt x="850614" y="572454"/>
                  <a:pt x="851926" y="566868"/>
                </a:cubicBezTo>
                <a:cubicBezTo>
                  <a:pt x="851884" y="535786"/>
                  <a:pt x="854334" y="505143"/>
                  <a:pt x="859390" y="475137"/>
                </a:cubicBezTo>
                <a:lnTo>
                  <a:pt x="859931" y="468499"/>
                </a:lnTo>
                <a:cubicBezTo>
                  <a:pt x="860099" y="468495"/>
                  <a:pt x="860269" y="468490"/>
                  <a:pt x="860436" y="468437"/>
                </a:cubicBezTo>
                <a:cubicBezTo>
                  <a:pt x="886739" y="285283"/>
                  <a:pt x="976199" y="121704"/>
                  <a:pt x="1107944" y="0"/>
                </a:cubicBezTo>
                <a:close/>
                <a:moveTo>
                  <a:pt x="34122" y="0"/>
                </a:moveTo>
                <a:lnTo>
                  <a:pt x="168138" y="0"/>
                </a:lnTo>
                <a:cubicBezTo>
                  <a:pt x="246034" y="226290"/>
                  <a:pt x="442624" y="399791"/>
                  <a:pt x="686676" y="451830"/>
                </a:cubicBezTo>
                <a:cubicBezTo>
                  <a:pt x="648825" y="260867"/>
                  <a:pt x="529416" y="98005"/>
                  <a:pt x="363946" y="0"/>
                </a:cubicBezTo>
                <a:lnTo>
                  <a:pt x="572655" y="0"/>
                </a:lnTo>
                <a:cubicBezTo>
                  <a:pt x="704400" y="121703"/>
                  <a:pt x="793860" y="285283"/>
                  <a:pt x="820162" y="468437"/>
                </a:cubicBezTo>
                <a:cubicBezTo>
                  <a:pt x="820330" y="468490"/>
                  <a:pt x="820499" y="468495"/>
                  <a:pt x="820668" y="468500"/>
                </a:cubicBezTo>
                <a:lnTo>
                  <a:pt x="821208" y="475137"/>
                </a:lnTo>
                <a:cubicBezTo>
                  <a:pt x="826265" y="505143"/>
                  <a:pt x="828714" y="535786"/>
                  <a:pt x="828672" y="566868"/>
                </a:cubicBezTo>
                <a:cubicBezTo>
                  <a:pt x="829984" y="572454"/>
                  <a:pt x="830043" y="578078"/>
                  <a:pt x="830043" y="583715"/>
                </a:cubicBezTo>
                <a:cubicBezTo>
                  <a:pt x="830043" y="587508"/>
                  <a:pt x="830016" y="591293"/>
                  <a:pt x="829450" y="595066"/>
                </a:cubicBezTo>
                <a:lnTo>
                  <a:pt x="828951" y="595033"/>
                </a:lnTo>
                <a:lnTo>
                  <a:pt x="828925" y="595524"/>
                </a:lnTo>
                <a:lnTo>
                  <a:pt x="811806" y="593911"/>
                </a:lnTo>
                <a:cubicBezTo>
                  <a:pt x="779432" y="593388"/>
                  <a:pt x="747552" y="590430"/>
                  <a:pt x="716380" y="584920"/>
                </a:cubicBezTo>
                <a:cubicBezTo>
                  <a:pt x="710803" y="585336"/>
                  <a:pt x="705474" y="584395"/>
                  <a:pt x="700163" y="583392"/>
                </a:cubicBezTo>
                <a:lnTo>
                  <a:pt x="700047" y="582253"/>
                </a:lnTo>
                <a:cubicBezTo>
                  <a:pt x="378172" y="529393"/>
                  <a:pt x="118900" y="299826"/>
                  <a:pt x="34122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de-AT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93455" y="7138234"/>
            <a:ext cx="8388727" cy="2105491"/>
          </a:xfrm>
        </p:spPr>
        <p:txBody>
          <a:bodyPr anchor="ctr">
            <a:normAutofit/>
          </a:bodyPr>
          <a:lstStyle>
            <a:lvl1pPr algn="r">
              <a:defRPr sz="6332" spc="288" baseline="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293394" y="7138234"/>
            <a:ext cx="3454182" cy="2105491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303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657957" indent="0" algn="ctr">
              <a:buNone/>
              <a:defRPr sz="2303"/>
            </a:lvl2pPr>
            <a:lvl3pPr marL="1315913" indent="0" algn="ctr">
              <a:buNone/>
              <a:defRPr sz="2303"/>
            </a:lvl3pPr>
            <a:lvl4pPr marL="1973870" indent="0" algn="ctr">
              <a:buNone/>
              <a:defRPr sz="2303"/>
            </a:lvl4pPr>
            <a:lvl5pPr marL="2631826" indent="0" algn="ctr">
              <a:buNone/>
              <a:defRPr sz="2303"/>
            </a:lvl5pPr>
            <a:lvl6pPr marL="3289783" indent="0" algn="ctr">
              <a:buNone/>
              <a:defRPr sz="2303"/>
            </a:lvl6pPr>
            <a:lvl7pPr marL="3947739" indent="0" algn="ctr">
              <a:buNone/>
              <a:defRPr sz="2303"/>
            </a:lvl7pPr>
            <a:lvl8pPr marL="4605696" indent="0" algn="ctr">
              <a:buNone/>
              <a:defRPr sz="2303"/>
            </a:lvl8pPr>
            <a:lvl9pPr marL="5263652" indent="0" algn="ctr">
              <a:buNone/>
              <a:defRPr sz="2303"/>
            </a:lvl9pPr>
          </a:lstStyle>
          <a:p>
            <a:r>
              <a:rPr lang="de-DE"/>
              <a:t>Master-Untertitelformat bearbeiten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fld id="{5BCAD085-E8A6-8845-BD4E-CB4CCA059FC4}" type="datetimeFigureOut">
              <a:rPr lang="en-US" smtClean="0"/>
              <a:t>8/5/2026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9051893" y="7575682"/>
            <a:ext cx="0" cy="1315932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351810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61506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1"/>
            <a:ext cx="13158788" cy="6579660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Freeform 10"/>
          <p:cNvSpPr/>
          <p:nvPr/>
        </p:nvSpPr>
        <p:spPr>
          <a:xfrm>
            <a:off x="6853" y="1"/>
            <a:ext cx="13151937" cy="6579660"/>
          </a:xfrm>
          <a:custGeom>
            <a:avLst/>
            <a:gdLst/>
            <a:ahLst/>
            <a:cxnLst/>
            <a:rect l="l" t="t" r="r" b="b"/>
            <a:pathLst>
              <a:path w="9139239" h="4572001">
                <a:moveTo>
                  <a:pt x="9139239" y="4171458"/>
                </a:moveTo>
                <a:lnTo>
                  <a:pt x="9139239" y="4479120"/>
                </a:lnTo>
                <a:lnTo>
                  <a:pt x="9061857" y="4572001"/>
                </a:lnTo>
                <a:lnTo>
                  <a:pt x="8867616" y="4572001"/>
                </a:lnTo>
                <a:cubicBezTo>
                  <a:pt x="8974940" y="4496648"/>
                  <a:pt x="9059271" y="4392377"/>
                  <a:pt x="9109281" y="4270954"/>
                </a:cubicBezTo>
                <a:close/>
                <a:moveTo>
                  <a:pt x="9139239" y="4017903"/>
                </a:moveTo>
                <a:lnTo>
                  <a:pt x="9139239" y="4146549"/>
                </a:lnTo>
                <a:lnTo>
                  <a:pt x="9061849" y="4168266"/>
                </a:lnTo>
                <a:cubicBezTo>
                  <a:pt x="8867508" y="4236060"/>
                  <a:pt x="8712637" y="4384208"/>
                  <a:pt x="8639677" y="4572001"/>
                </a:cubicBezTo>
                <a:lnTo>
                  <a:pt x="8502130" y="4572001"/>
                </a:lnTo>
                <a:cubicBezTo>
                  <a:pt x="8583823" y="4319597"/>
                  <a:pt x="8787913" y="4120306"/>
                  <a:pt x="9046727" y="4039822"/>
                </a:cubicBezTo>
                <a:close/>
                <a:moveTo>
                  <a:pt x="7620280" y="3999419"/>
                </a:moveTo>
                <a:lnTo>
                  <a:pt x="7637367" y="4001042"/>
                </a:lnTo>
                <a:cubicBezTo>
                  <a:pt x="7669753" y="4001569"/>
                  <a:pt x="7701646" y="4004550"/>
                  <a:pt x="7732829" y="4010107"/>
                </a:cubicBezTo>
                <a:cubicBezTo>
                  <a:pt x="7738405" y="4009688"/>
                  <a:pt x="7743733" y="4010636"/>
                  <a:pt x="7749042" y="4011646"/>
                </a:cubicBezTo>
                <a:lnTo>
                  <a:pt x="7749159" y="4012794"/>
                </a:lnTo>
                <a:cubicBezTo>
                  <a:pt x="8061238" y="4064450"/>
                  <a:pt x="8314467" y="4283539"/>
                  <a:pt x="8407830" y="4572001"/>
                </a:cubicBezTo>
                <a:lnTo>
                  <a:pt x="8270283" y="4572001"/>
                </a:lnTo>
                <a:cubicBezTo>
                  <a:pt x="8186900" y="4357380"/>
                  <a:pt x="7996531" y="4194541"/>
                  <a:pt x="7762529" y="4144250"/>
                </a:cubicBezTo>
                <a:cubicBezTo>
                  <a:pt x="7797023" y="4319651"/>
                  <a:pt x="7899246" y="4471530"/>
                  <a:pt x="8042344" y="4572001"/>
                </a:cubicBezTo>
                <a:lnTo>
                  <a:pt x="7848103" y="4572001"/>
                </a:lnTo>
                <a:cubicBezTo>
                  <a:pt x="7731971" y="4452596"/>
                  <a:pt x="7653409" y="4298519"/>
                  <a:pt x="7629044" y="4127511"/>
                </a:cubicBezTo>
                <a:cubicBezTo>
                  <a:pt x="7628876" y="4127458"/>
                  <a:pt x="7628708" y="4127453"/>
                  <a:pt x="7628538" y="4127448"/>
                </a:cubicBezTo>
                <a:lnTo>
                  <a:pt x="7628000" y="4120772"/>
                </a:lnTo>
                <a:cubicBezTo>
                  <a:pt x="7622941" y="4090522"/>
                  <a:pt x="7620490" y="4059631"/>
                  <a:pt x="7620533" y="4028296"/>
                </a:cubicBezTo>
                <a:cubicBezTo>
                  <a:pt x="7619221" y="4022668"/>
                  <a:pt x="7619162" y="4017001"/>
                  <a:pt x="7619162" y="4011320"/>
                </a:cubicBezTo>
                <a:lnTo>
                  <a:pt x="7619756" y="3999880"/>
                </a:lnTo>
                <a:lnTo>
                  <a:pt x="7620254" y="3999913"/>
                </a:lnTo>
                <a:close/>
                <a:moveTo>
                  <a:pt x="7597529" y="3999419"/>
                </a:moveTo>
                <a:lnTo>
                  <a:pt x="7597555" y="3999913"/>
                </a:lnTo>
                <a:lnTo>
                  <a:pt x="7598053" y="3999880"/>
                </a:lnTo>
                <a:lnTo>
                  <a:pt x="7598647" y="4011320"/>
                </a:lnTo>
                <a:cubicBezTo>
                  <a:pt x="7598647" y="4017001"/>
                  <a:pt x="7598588" y="4022668"/>
                  <a:pt x="7597276" y="4028296"/>
                </a:cubicBezTo>
                <a:cubicBezTo>
                  <a:pt x="7597319" y="4059631"/>
                  <a:pt x="7594868" y="4090522"/>
                  <a:pt x="7589809" y="4120772"/>
                </a:cubicBezTo>
                <a:lnTo>
                  <a:pt x="7589271" y="4127448"/>
                </a:lnTo>
                <a:cubicBezTo>
                  <a:pt x="7589101" y="4127453"/>
                  <a:pt x="7588933" y="4127458"/>
                  <a:pt x="7588765" y="4127511"/>
                </a:cubicBezTo>
                <a:cubicBezTo>
                  <a:pt x="7564400" y="4298519"/>
                  <a:pt x="7485838" y="4452596"/>
                  <a:pt x="7369706" y="4572001"/>
                </a:cubicBezTo>
                <a:lnTo>
                  <a:pt x="7175465" y="4572001"/>
                </a:lnTo>
                <a:cubicBezTo>
                  <a:pt x="7318563" y="4471530"/>
                  <a:pt x="7420786" y="4319651"/>
                  <a:pt x="7455280" y="4144250"/>
                </a:cubicBezTo>
                <a:cubicBezTo>
                  <a:pt x="7221278" y="4194541"/>
                  <a:pt x="7030909" y="4357380"/>
                  <a:pt x="6947526" y="4572001"/>
                </a:cubicBezTo>
                <a:lnTo>
                  <a:pt x="6809978" y="4572001"/>
                </a:lnTo>
                <a:cubicBezTo>
                  <a:pt x="6903341" y="4283539"/>
                  <a:pt x="7156571" y="4064450"/>
                  <a:pt x="7468650" y="4012794"/>
                </a:cubicBezTo>
                <a:lnTo>
                  <a:pt x="7468767" y="4011646"/>
                </a:lnTo>
                <a:cubicBezTo>
                  <a:pt x="7474076" y="4010636"/>
                  <a:pt x="7479404" y="4009688"/>
                  <a:pt x="7484980" y="4010107"/>
                </a:cubicBezTo>
                <a:cubicBezTo>
                  <a:pt x="7516163" y="4004550"/>
                  <a:pt x="7548056" y="4001569"/>
                  <a:pt x="7580442" y="4001042"/>
                </a:cubicBezTo>
                <a:close/>
                <a:moveTo>
                  <a:pt x="5928129" y="3999419"/>
                </a:moveTo>
                <a:lnTo>
                  <a:pt x="5945217" y="4001042"/>
                </a:lnTo>
                <a:cubicBezTo>
                  <a:pt x="5977602" y="4001569"/>
                  <a:pt x="6009495" y="4004550"/>
                  <a:pt x="6040678" y="4010107"/>
                </a:cubicBezTo>
                <a:cubicBezTo>
                  <a:pt x="6046254" y="4009688"/>
                  <a:pt x="6051582" y="4010636"/>
                  <a:pt x="6056891" y="4011646"/>
                </a:cubicBezTo>
                <a:lnTo>
                  <a:pt x="6057008" y="4012794"/>
                </a:lnTo>
                <a:cubicBezTo>
                  <a:pt x="6369087" y="4064450"/>
                  <a:pt x="6622316" y="4283539"/>
                  <a:pt x="6715680" y="4572001"/>
                </a:cubicBezTo>
                <a:lnTo>
                  <a:pt x="6578131" y="4572001"/>
                </a:lnTo>
                <a:cubicBezTo>
                  <a:pt x="6494748" y="4357380"/>
                  <a:pt x="6304380" y="4194541"/>
                  <a:pt x="6070378" y="4144250"/>
                </a:cubicBezTo>
                <a:cubicBezTo>
                  <a:pt x="6104872" y="4319650"/>
                  <a:pt x="6207095" y="4471530"/>
                  <a:pt x="6350192" y="4572001"/>
                </a:cubicBezTo>
                <a:lnTo>
                  <a:pt x="6155952" y="4572001"/>
                </a:lnTo>
                <a:cubicBezTo>
                  <a:pt x="6039820" y="4452596"/>
                  <a:pt x="5961257" y="4298519"/>
                  <a:pt x="5936893" y="4127511"/>
                </a:cubicBezTo>
                <a:cubicBezTo>
                  <a:pt x="5936725" y="4127458"/>
                  <a:pt x="5936557" y="4127453"/>
                  <a:pt x="5936387" y="4127448"/>
                </a:cubicBezTo>
                <a:lnTo>
                  <a:pt x="5935849" y="4120772"/>
                </a:lnTo>
                <a:cubicBezTo>
                  <a:pt x="5930790" y="4090522"/>
                  <a:pt x="5928340" y="4059631"/>
                  <a:pt x="5928382" y="4028296"/>
                </a:cubicBezTo>
                <a:cubicBezTo>
                  <a:pt x="5927070" y="4022668"/>
                  <a:pt x="5927011" y="4017001"/>
                  <a:pt x="5927011" y="4011320"/>
                </a:cubicBezTo>
                <a:lnTo>
                  <a:pt x="5927605" y="3999880"/>
                </a:lnTo>
                <a:lnTo>
                  <a:pt x="5928103" y="3999913"/>
                </a:lnTo>
                <a:close/>
                <a:moveTo>
                  <a:pt x="5905378" y="3999419"/>
                </a:moveTo>
                <a:lnTo>
                  <a:pt x="5905404" y="3999913"/>
                </a:lnTo>
                <a:lnTo>
                  <a:pt x="5905902" y="3999880"/>
                </a:lnTo>
                <a:lnTo>
                  <a:pt x="5906496" y="4011320"/>
                </a:lnTo>
                <a:cubicBezTo>
                  <a:pt x="5906496" y="4017001"/>
                  <a:pt x="5906437" y="4022668"/>
                  <a:pt x="5905125" y="4028296"/>
                </a:cubicBezTo>
                <a:cubicBezTo>
                  <a:pt x="5905167" y="4059631"/>
                  <a:pt x="5902717" y="4090522"/>
                  <a:pt x="5897658" y="4120772"/>
                </a:cubicBezTo>
                <a:lnTo>
                  <a:pt x="5897120" y="4127448"/>
                </a:lnTo>
                <a:cubicBezTo>
                  <a:pt x="5896950" y="4127453"/>
                  <a:pt x="5896782" y="4127458"/>
                  <a:pt x="5896614" y="4127511"/>
                </a:cubicBezTo>
                <a:cubicBezTo>
                  <a:pt x="5872249" y="4298519"/>
                  <a:pt x="5793686" y="4452596"/>
                  <a:pt x="5677555" y="4572001"/>
                </a:cubicBezTo>
                <a:lnTo>
                  <a:pt x="5483314" y="4572001"/>
                </a:lnTo>
                <a:cubicBezTo>
                  <a:pt x="5626412" y="4471530"/>
                  <a:pt x="5728635" y="4319650"/>
                  <a:pt x="5763129" y="4144250"/>
                </a:cubicBezTo>
                <a:cubicBezTo>
                  <a:pt x="5529126" y="4194541"/>
                  <a:pt x="5338758" y="4357380"/>
                  <a:pt x="5255375" y="4572001"/>
                </a:cubicBezTo>
                <a:lnTo>
                  <a:pt x="5117827" y="4572001"/>
                </a:lnTo>
                <a:cubicBezTo>
                  <a:pt x="5211190" y="4283539"/>
                  <a:pt x="5464420" y="4064450"/>
                  <a:pt x="5776499" y="4012794"/>
                </a:cubicBezTo>
                <a:lnTo>
                  <a:pt x="5776616" y="4011646"/>
                </a:lnTo>
                <a:cubicBezTo>
                  <a:pt x="5781926" y="4010636"/>
                  <a:pt x="5787253" y="4009688"/>
                  <a:pt x="5792829" y="4010107"/>
                </a:cubicBezTo>
                <a:cubicBezTo>
                  <a:pt x="5824012" y="4004550"/>
                  <a:pt x="5855905" y="4001569"/>
                  <a:pt x="5888290" y="4001042"/>
                </a:cubicBezTo>
                <a:close/>
                <a:moveTo>
                  <a:pt x="4235979" y="3999419"/>
                </a:moveTo>
                <a:lnTo>
                  <a:pt x="4253065" y="4001042"/>
                </a:lnTo>
                <a:cubicBezTo>
                  <a:pt x="4285451" y="4001569"/>
                  <a:pt x="4317343" y="4004550"/>
                  <a:pt x="4348528" y="4010107"/>
                </a:cubicBezTo>
                <a:cubicBezTo>
                  <a:pt x="4354104" y="4009688"/>
                  <a:pt x="4359431" y="4010636"/>
                  <a:pt x="4364739" y="4011646"/>
                </a:cubicBezTo>
                <a:lnTo>
                  <a:pt x="4364856" y="4012794"/>
                </a:lnTo>
                <a:cubicBezTo>
                  <a:pt x="4676936" y="4064450"/>
                  <a:pt x="4930165" y="4283539"/>
                  <a:pt x="5023528" y="4572001"/>
                </a:cubicBezTo>
                <a:lnTo>
                  <a:pt x="4885980" y="4572001"/>
                </a:lnTo>
                <a:cubicBezTo>
                  <a:pt x="4802597" y="4357380"/>
                  <a:pt x="4612229" y="4194541"/>
                  <a:pt x="4378227" y="4144250"/>
                </a:cubicBezTo>
                <a:cubicBezTo>
                  <a:pt x="4412722" y="4319651"/>
                  <a:pt x="4514944" y="4471530"/>
                  <a:pt x="4658041" y="4572001"/>
                </a:cubicBezTo>
                <a:lnTo>
                  <a:pt x="4463800" y="4572001"/>
                </a:lnTo>
                <a:cubicBezTo>
                  <a:pt x="4347669" y="4452596"/>
                  <a:pt x="4269106" y="4298519"/>
                  <a:pt x="4244741" y="4127511"/>
                </a:cubicBezTo>
                <a:cubicBezTo>
                  <a:pt x="4244574" y="4127458"/>
                  <a:pt x="4244405" y="4127453"/>
                  <a:pt x="4244236" y="4127448"/>
                </a:cubicBezTo>
                <a:lnTo>
                  <a:pt x="4243697" y="4120772"/>
                </a:lnTo>
                <a:cubicBezTo>
                  <a:pt x="4238639" y="4090522"/>
                  <a:pt x="4236188" y="4059631"/>
                  <a:pt x="4236230" y="4028296"/>
                </a:cubicBezTo>
                <a:cubicBezTo>
                  <a:pt x="4234918" y="4022668"/>
                  <a:pt x="4234860" y="4017001"/>
                  <a:pt x="4234860" y="4011320"/>
                </a:cubicBezTo>
                <a:lnTo>
                  <a:pt x="4235454" y="3999880"/>
                </a:lnTo>
                <a:lnTo>
                  <a:pt x="4235952" y="3999913"/>
                </a:lnTo>
                <a:close/>
                <a:moveTo>
                  <a:pt x="4213227" y="3999419"/>
                </a:moveTo>
                <a:lnTo>
                  <a:pt x="4213253" y="3999913"/>
                </a:lnTo>
                <a:lnTo>
                  <a:pt x="4213751" y="3999880"/>
                </a:lnTo>
                <a:lnTo>
                  <a:pt x="4214345" y="4011320"/>
                </a:lnTo>
                <a:cubicBezTo>
                  <a:pt x="4214345" y="4017001"/>
                  <a:pt x="4214286" y="4022668"/>
                  <a:pt x="4212974" y="4028296"/>
                </a:cubicBezTo>
                <a:cubicBezTo>
                  <a:pt x="4213016" y="4059631"/>
                  <a:pt x="4210566" y="4090522"/>
                  <a:pt x="4205507" y="4120772"/>
                </a:cubicBezTo>
                <a:lnTo>
                  <a:pt x="4204969" y="4127448"/>
                </a:lnTo>
                <a:cubicBezTo>
                  <a:pt x="4204799" y="4127453"/>
                  <a:pt x="4204631" y="4127458"/>
                  <a:pt x="4204463" y="4127511"/>
                </a:cubicBezTo>
                <a:cubicBezTo>
                  <a:pt x="4180098" y="4298519"/>
                  <a:pt x="4101535" y="4452596"/>
                  <a:pt x="3985404" y="4572001"/>
                </a:cubicBezTo>
                <a:lnTo>
                  <a:pt x="3791163" y="4572001"/>
                </a:lnTo>
                <a:cubicBezTo>
                  <a:pt x="3934261" y="4471530"/>
                  <a:pt x="4036484" y="4319651"/>
                  <a:pt x="4070978" y="4144250"/>
                </a:cubicBezTo>
                <a:cubicBezTo>
                  <a:pt x="3836975" y="4194541"/>
                  <a:pt x="3646607" y="4357380"/>
                  <a:pt x="3563224" y="4572001"/>
                </a:cubicBezTo>
                <a:lnTo>
                  <a:pt x="3425676" y="4572001"/>
                </a:lnTo>
                <a:cubicBezTo>
                  <a:pt x="3519039" y="4283539"/>
                  <a:pt x="3772269" y="4064450"/>
                  <a:pt x="4084348" y="4012794"/>
                </a:cubicBezTo>
                <a:lnTo>
                  <a:pt x="4084465" y="4011646"/>
                </a:lnTo>
                <a:cubicBezTo>
                  <a:pt x="4089774" y="4010636"/>
                  <a:pt x="4095102" y="4009688"/>
                  <a:pt x="4100678" y="4010107"/>
                </a:cubicBezTo>
                <a:cubicBezTo>
                  <a:pt x="4131861" y="4004550"/>
                  <a:pt x="4163754" y="4001569"/>
                  <a:pt x="4196139" y="4001042"/>
                </a:cubicBezTo>
                <a:close/>
                <a:moveTo>
                  <a:pt x="2543827" y="3999419"/>
                </a:moveTo>
                <a:lnTo>
                  <a:pt x="2560914" y="4001042"/>
                </a:lnTo>
                <a:cubicBezTo>
                  <a:pt x="2593300" y="4001569"/>
                  <a:pt x="2625192" y="4004550"/>
                  <a:pt x="2656376" y="4010107"/>
                </a:cubicBezTo>
                <a:cubicBezTo>
                  <a:pt x="2661952" y="4009688"/>
                  <a:pt x="2667280" y="4010636"/>
                  <a:pt x="2672588" y="4011646"/>
                </a:cubicBezTo>
                <a:lnTo>
                  <a:pt x="2672706" y="4012794"/>
                </a:lnTo>
                <a:cubicBezTo>
                  <a:pt x="2984785" y="4064450"/>
                  <a:pt x="3238014" y="4283539"/>
                  <a:pt x="3331377" y="4572001"/>
                </a:cubicBezTo>
                <a:lnTo>
                  <a:pt x="3193830" y="4572001"/>
                </a:lnTo>
                <a:cubicBezTo>
                  <a:pt x="3110446" y="4357380"/>
                  <a:pt x="2920078" y="4194541"/>
                  <a:pt x="2686076" y="4144250"/>
                </a:cubicBezTo>
                <a:cubicBezTo>
                  <a:pt x="2720570" y="4319650"/>
                  <a:pt x="2822793" y="4471530"/>
                  <a:pt x="2965890" y="4572001"/>
                </a:cubicBezTo>
                <a:lnTo>
                  <a:pt x="2771649" y="4572001"/>
                </a:lnTo>
                <a:cubicBezTo>
                  <a:pt x="2655518" y="4452596"/>
                  <a:pt x="2576955" y="4298519"/>
                  <a:pt x="2552590" y="4127511"/>
                </a:cubicBezTo>
                <a:cubicBezTo>
                  <a:pt x="2552423" y="4127458"/>
                  <a:pt x="2552254" y="4127453"/>
                  <a:pt x="2552085" y="4127448"/>
                </a:cubicBezTo>
                <a:lnTo>
                  <a:pt x="2551547" y="4120772"/>
                </a:lnTo>
                <a:cubicBezTo>
                  <a:pt x="2546488" y="4090522"/>
                  <a:pt x="2544037" y="4059631"/>
                  <a:pt x="2544079" y="4028296"/>
                </a:cubicBezTo>
                <a:cubicBezTo>
                  <a:pt x="2542767" y="4022668"/>
                  <a:pt x="2542709" y="4017001"/>
                  <a:pt x="2542709" y="4011320"/>
                </a:cubicBezTo>
                <a:lnTo>
                  <a:pt x="2543303" y="3999880"/>
                </a:lnTo>
                <a:lnTo>
                  <a:pt x="2543801" y="3999913"/>
                </a:lnTo>
                <a:close/>
                <a:moveTo>
                  <a:pt x="2521076" y="3999419"/>
                </a:moveTo>
                <a:lnTo>
                  <a:pt x="2521102" y="3999913"/>
                </a:lnTo>
                <a:lnTo>
                  <a:pt x="2521600" y="3999880"/>
                </a:lnTo>
                <a:lnTo>
                  <a:pt x="2522194" y="4011320"/>
                </a:lnTo>
                <a:cubicBezTo>
                  <a:pt x="2522194" y="4017001"/>
                  <a:pt x="2522135" y="4022668"/>
                  <a:pt x="2520823" y="4028296"/>
                </a:cubicBezTo>
                <a:cubicBezTo>
                  <a:pt x="2520865" y="4059631"/>
                  <a:pt x="2518415" y="4090522"/>
                  <a:pt x="2513356" y="4120772"/>
                </a:cubicBezTo>
                <a:lnTo>
                  <a:pt x="2512818" y="4127448"/>
                </a:lnTo>
                <a:cubicBezTo>
                  <a:pt x="2512648" y="4127453"/>
                  <a:pt x="2512480" y="4127458"/>
                  <a:pt x="2512312" y="4127511"/>
                </a:cubicBezTo>
                <a:cubicBezTo>
                  <a:pt x="2487947" y="4298519"/>
                  <a:pt x="2409385" y="4452596"/>
                  <a:pt x="2293253" y="4572001"/>
                </a:cubicBezTo>
                <a:lnTo>
                  <a:pt x="2099012" y="4572001"/>
                </a:lnTo>
                <a:cubicBezTo>
                  <a:pt x="2242110" y="4471530"/>
                  <a:pt x="2344333" y="4319651"/>
                  <a:pt x="2378827" y="4144250"/>
                </a:cubicBezTo>
                <a:cubicBezTo>
                  <a:pt x="2144825" y="4194541"/>
                  <a:pt x="1954456" y="4357380"/>
                  <a:pt x="1871073" y="4572001"/>
                </a:cubicBezTo>
                <a:lnTo>
                  <a:pt x="1733525" y="4572001"/>
                </a:lnTo>
                <a:cubicBezTo>
                  <a:pt x="1826888" y="4283539"/>
                  <a:pt x="2080118" y="4064450"/>
                  <a:pt x="2392197" y="4012794"/>
                </a:cubicBezTo>
                <a:lnTo>
                  <a:pt x="2392314" y="4011646"/>
                </a:lnTo>
                <a:cubicBezTo>
                  <a:pt x="2397623" y="4010636"/>
                  <a:pt x="2402951" y="4009688"/>
                  <a:pt x="2408527" y="4010107"/>
                </a:cubicBezTo>
                <a:cubicBezTo>
                  <a:pt x="2439710" y="4004550"/>
                  <a:pt x="2471603" y="4001569"/>
                  <a:pt x="2503988" y="4001042"/>
                </a:cubicBezTo>
                <a:close/>
                <a:moveTo>
                  <a:pt x="851676" y="3999419"/>
                </a:moveTo>
                <a:lnTo>
                  <a:pt x="868763" y="4001042"/>
                </a:lnTo>
                <a:cubicBezTo>
                  <a:pt x="901149" y="4001569"/>
                  <a:pt x="933041" y="4004550"/>
                  <a:pt x="964225" y="4010107"/>
                </a:cubicBezTo>
                <a:cubicBezTo>
                  <a:pt x="969801" y="4009688"/>
                  <a:pt x="975129" y="4010636"/>
                  <a:pt x="980437" y="4011646"/>
                </a:cubicBezTo>
                <a:lnTo>
                  <a:pt x="980555" y="4012794"/>
                </a:lnTo>
                <a:cubicBezTo>
                  <a:pt x="1292634" y="4064450"/>
                  <a:pt x="1545864" y="4283539"/>
                  <a:pt x="1639226" y="4572001"/>
                </a:cubicBezTo>
                <a:lnTo>
                  <a:pt x="1501679" y="4572001"/>
                </a:lnTo>
                <a:cubicBezTo>
                  <a:pt x="1418296" y="4357380"/>
                  <a:pt x="1227927" y="4194541"/>
                  <a:pt x="993925" y="4144250"/>
                </a:cubicBezTo>
                <a:cubicBezTo>
                  <a:pt x="1028419" y="4319651"/>
                  <a:pt x="1130642" y="4471530"/>
                  <a:pt x="1273740" y="4572001"/>
                </a:cubicBezTo>
                <a:lnTo>
                  <a:pt x="1079499" y="4572001"/>
                </a:lnTo>
                <a:cubicBezTo>
                  <a:pt x="963367" y="4452596"/>
                  <a:pt x="884804" y="4298519"/>
                  <a:pt x="860439" y="4127511"/>
                </a:cubicBezTo>
                <a:cubicBezTo>
                  <a:pt x="860272" y="4127458"/>
                  <a:pt x="860103" y="4127453"/>
                  <a:pt x="859934" y="4127448"/>
                </a:cubicBezTo>
                <a:lnTo>
                  <a:pt x="859396" y="4120772"/>
                </a:lnTo>
                <a:cubicBezTo>
                  <a:pt x="854337" y="4090522"/>
                  <a:pt x="851886" y="4059631"/>
                  <a:pt x="851928" y="4028296"/>
                </a:cubicBezTo>
                <a:cubicBezTo>
                  <a:pt x="850616" y="4022668"/>
                  <a:pt x="850558" y="4017001"/>
                  <a:pt x="850558" y="4011320"/>
                </a:cubicBezTo>
                <a:lnTo>
                  <a:pt x="851152" y="3999880"/>
                </a:lnTo>
                <a:lnTo>
                  <a:pt x="851650" y="3999913"/>
                </a:lnTo>
                <a:close/>
                <a:moveTo>
                  <a:pt x="828925" y="3999419"/>
                </a:moveTo>
                <a:lnTo>
                  <a:pt x="828951" y="3999913"/>
                </a:lnTo>
                <a:lnTo>
                  <a:pt x="829449" y="3999880"/>
                </a:lnTo>
                <a:lnTo>
                  <a:pt x="830043" y="4011320"/>
                </a:lnTo>
                <a:cubicBezTo>
                  <a:pt x="830043" y="4017001"/>
                  <a:pt x="829984" y="4022668"/>
                  <a:pt x="828672" y="4028296"/>
                </a:cubicBezTo>
                <a:cubicBezTo>
                  <a:pt x="828714" y="4059631"/>
                  <a:pt x="826264" y="4090522"/>
                  <a:pt x="821205" y="4120772"/>
                </a:cubicBezTo>
                <a:lnTo>
                  <a:pt x="820667" y="4127448"/>
                </a:lnTo>
                <a:cubicBezTo>
                  <a:pt x="820497" y="4127453"/>
                  <a:pt x="820329" y="4127458"/>
                  <a:pt x="820161" y="4127511"/>
                </a:cubicBezTo>
                <a:cubicBezTo>
                  <a:pt x="795796" y="4298519"/>
                  <a:pt x="717234" y="4452596"/>
                  <a:pt x="601102" y="4572001"/>
                </a:cubicBezTo>
                <a:lnTo>
                  <a:pt x="406861" y="4572001"/>
                </a:lnTo>
                <a:cubicBezTo>
                  <a:pt x="549959" y="4471530"/>
                  <a:pt x="652182" y="4319650"/>
                  <a:pt x="686676" y="4144250"/>
                </a:cubicBezTo>
                <a:cubicBezTo>
                  <a:pt x="452674" y="4194541"/>
                  <a:pt x="262305" y="4357380"/>
                  <a:pt x="178922" y="4572001"/>
                </a:cubicBezTo>
                <a:lnTo>
                  <a:pt x="41374" y="4572001"/>
                </a:lnTo>
                <a:cubicBezTo>
                  <a:pt x="134738" y="4283539"/>
                  <a:pt x="387967" y="4064450"/>
                  <a:pt x="700046" y="4012794"/>
                </a:cubicBezTo>
                <a:lnTo>
                  <a:pt x="700163" y="4011646"/>
                </a:lnTo>
                <a:cubicBezTo>
                  <a:pt x="705472" y="4010636"/>
                  <a:pt x="710800" y="4009688"/>
                  <a:pt x="716376" y="4010107"/>
                </a:cubicBezTo>
                <a:cubicBezTo>
                  <a:pt x="747559" y="4004550"/>
                  <a:pt x="779452" y="4001569"/>
                  <a:pt x="811837" y="4001042"/>
                </a:cubicBezTo>
                <a:close/>
                <a:moveTo>
                  <a:pt x="8305836" y="3304913"/>
                </a:moveTo>
                <a:cubicBezTo>
                  <a:pt x="8030646" y="3363591"/>
                  <a:pt x="7815802" y="3576701"/>
                  <a:pt x="7762527" y="3845480"/>
                </a:cubicBezTo>
                <a:cubicBezTo>
                  <a:pt x="8037717" y="3786801"/>
                  <a:pt x="8252560" y="3573691"/>
                  <a:pt x="8305836" y="3304913"/>
                </a:cubicBezTo>
                <a:close/>
                <a:moveTo>
                  <a:pt x="6911971" y="3304913"/>
                </a:moveTo>
                <a:cubicBezTo>
                  <a:pt x="6965247" y="3573691"/>
                  <a:pt x="7180090" y="3786801"/>
                  <a:pt x="7455280" y="3845480"/>
                </a:cubicBezTo>
                <a:cubicBezTo>
                  <a:pt x="7402005" y="3576701"/>
                  <a:pt x="7187161" y="3363591"/>
                  <a:pt x="6911971" y="3304913"/>
                </a:cubicBezTo>
                <a:close/>
                <a:moveTo>
                  <a:pt x="6613685" y="3304913"/>
                </a:moveTo>
                <a:cubicBezTo>
                  <a:pt x="6338495" y="3363591"/>
                  <a:pt x="6123651" y="3576701"/>
                  <a:pt x="6070376" y="3845480"/>
                </a:cubicBezTo>
                <a:cubicBezTo>
                  <a:pt x="6345566" y="3786801"/>
                  <a:pt x="6560409" y="3573691"/>
                  <a:pt x="6613685" y="3304913"/>
                </a:cubicBezTo>
                <a:close/>
                <a:moveTo>
                  <a:pt x="5219820" y="3304913"/>
                </a:moveTo>
                <a:cubicBezTo>
                  <a:pt x="5273096" y="3573691"/>
                  <a:pt x="5487939" y="3786801"/>
                  <a:pt x="5763129" y="3845480"/>
                </a:cubicBezTo>
                <a:cubicBezTo>
                  <a:pt x="5709854" y="3576701"/>
                  <a:pt x="5495010" y="3363591"/>
                  <a:pt x="5219820" y="3304913"/>
                </a:cubicBezTo>
                <a:close/>
                <a:moveTo>
                  <a:pt x="4921534" y="3304913"/>
                </a:moveTo>
                <a:cubicBezTo>
                  <a:pt x="4646344" y="3363591"/>
                  <a:pt x="4431500" y="3576701"/>
                  <a:pt x="4378225" y="3845480"/>
                </a:cubicBezTo>
                <a:cubicBezTo>
                  <a:pt x="4653415" y="3786801"/>
                  <a:pt x="4868259" y="3573691"/>
                  <a:pt x="4921534" y="3304913"/>
                </a:cubicBezTo>
                <a:close/>
                <a:moveTo>
                  <a:pt x="3527669" y="3304913"/>
                </a:moveTo>
                <a:cubicBezTo>
                  <a:pt x="3580945" y="3573691"/>
                  <a:pt x="3795788" y="3786801"/>
                  <a:pt x="4070978" y="3845480"/>
                </a:cubicBezTo>
                <a:cubicBezTo>
                  <a:pt x="4017703" y="3576701"/>
                  <a:pt x="3802859" y="3363591"/>
                  <a:pt x="3527669" y="3304913"/>
                </a:cubicBezTo>
                <a:close/>
                <a:moveTo>
                  <a:pt x="3229383" y="3304913"/>
                </a:moveTo>
                <a:cubicBezTo>
                  <a:pt x="2954193" y="3363591"/>
                  <a:pt x="2739349" y="3576701"/>
                  <a:pt x="2686074" y="3845480"/>
                </a:cubicBezTo>
                <a:cubicBezTo>
                  <a:pt x="2961264" y="3786801"/>
                  <a:pt x="3176107" y="3573691"/>
                  <a:pt x="3229383" y="3304913"/>
                </a:cubicBezTo>
                <a:close/>
                <a:moveTo>
                  <a:pt x="1835518" y="3304913"/>
                </a:moveTo>
                <a:cubicBezTo>
                  <a:pt x="1888794" y="3573691"/>
                  <a:pt x="2103637" y="3786801"/>
                  <a:pt x="2378827" y="3845480"/>
                </a:cubicBezTo>
                <a:cubicBezTo>
                  <a:pt x="2325552" y="3576701"/>
                  <a:pt x="2110708" y="3363591"/>
                  <a:pt x="1835518" y="3304913"/>
                </a:cubicBezTo>
                <a:close/>
                <a:moveTo>
                  <a:pt x="1537232" y="3304913"/>
                </a:moveTo>
                <a:cubicBezTo>
                  <a:pt x="1262042" y="3363591"/>
                  <a:pt x="1047198" y="3576701"/>
                  <a:pt x="993923" y="3845480"/>
                </a:cubicBezTo>
                <a:cubicBezTo>
                  <a:pt x="1269113" y="3786801"/>
                  <a:pt x="1483956" y="3573691"/>
                  <a:pt x="1537232" y="3304913"/>
                </a:cubicBezTo>
                <a:close/>
                <a:moveTo>
                  <a:pt x="143367" y="3304913"/>
                </a:moveTo>
                <a:cubicBezTo>
                  <a:pt x="196643" y="3573691"/>
                  <a:pt x="411486" y="3786801"/>
                  <a:pt x="686676" y="3845480"/>
                </a:cubicBezTo>
                <a:cubicBezTo>
                  <a:pt x="633401" y="3576701"/>
                  <a:pt x="418557" y="3363591"/>
                  <a:pt x="143367" y="3304913"/>
                </a:cubicBezTo>
                <a:close/>
                <a:moveTo>
                  <a:pt x="8461873" y="3161219"/>
                </a:moveTo>
                <a:lnTo>
                  <a:pt x="8478960" y="3162829"/>
                </a:lnTo>
                <a:cubicBezTo>
                  <a:pt x="8511346" y="3163352"/>
                  <a:pt x="8543239" y="3166310"/>
                  <a:pt x="8574422" y="3171823"/>
                </a:cubicBezTo>
                <a:cubicBezTo>
                  <a:pt x="8579998" y="3171407"/>
                  <a:pt x="8585326" y="3172348"/>
                  <a:pt x="8590635" y="3173350"/>
                </a:cubicBezTo>
                <a:lnTo>
                  <a:pt x="8590752" y="3174489"/>
                </a:lnTo>
                <a:cubicBezTo>
                  <a:pt x="8815033" y="3211322"/>
                  <a:pt x="9008920" y="3333951"/>
                  <a:pt x="9135069" y="3506215"/>
                </a:cubicBezTo>
                <a:lnTo>
                  <a:pt x="9139239" y="3512974"/>
                </a:lnTo>
                <a:lnTo>
                  <a:pt x="9139239" y="3816134"/>
                </a:lnTo>
                <a:lnTo>
                  <a:pt x="9120077" y="3747490"/>
                </a:lnTo>
                <a:cubicBezTo>
                  <a:pt x="9039502" y="3525837"/>
                  <a:pt x="8844913" y="3356256"/>
                  <a:pt x="8604122" y="3304913"/>
                </a:cubicBezTo>
                <a:cubicBezTo>
                  <a:pt x="8650738" y="3540094"/>
                  <a:pt x="8821055" y="3732654"/>
                  <a:pt x="9047261" y="3816429"/>
                </a:cubicBezTo>
                <a:lnTo>
                  <a:pt x="9139239" y="3843104"/>
                </a:lnTo>
                <a:lnTo>
                  <a:pt x="9139239" y="3970603"/>
                </a:lnTo>
                <a:lnTo>
                  <a:pt x="9030179" y="3943797"/>
                </a:lnTo>
                <a:cubicBezTo>
                  <a:pt x="8735297" y="3846211"/>
                  <a:pt x="8514628" y="3594637"/>
                  <a:pt x="8470637" y="3288305"/>
                </a:cubicBezTo>
                <a:cubicBezTo>
                  <a:pt x="8470469" y="3288253"/>
                  <a:pt x="8470301" y="3288248"/>
                  <a:pt x="8470131" y="3288243"/>
                </a:cubicBezTo>
                <a:lnTo>
                  <a:pt x="8469593" y="3281619"/>
                </a:lnTo>
                <a:cubicBezTo>
                  <a:pt x="8464534" y="3251607"/>
                  <a:pt x="8462083" y="3220958"/>
                  <a:pt x="8462126" y="3189869"/>
                </a:cubicBezTo>
                <a:cubicBezTo>
                  <a:pt x="8460814" y="3184286"/>
                  <a:pt x="8460755" y="3178663"/>
                  <a:pt x="8460755" y="3173027"/>
                </a:cubicBezTo>
                <a:lnTo>
                  <a:pt x="8461349" y="3161677"/>
                </a:lnTo>
                <a:lnTo>
                  <a:pt x="8461847" y="3161709"/>
                </a:lnTo>
                <a:close/>
                <a:moveTo>
                  <a:pt x="8448085" y="3161219"/>
                </a:moveTo>
                <a:lnTo>
                  <a:pt x="8448111" y="3161709"/>
                </a:lnTo>
                <a:lnTo>
                  <a:pt x="8448609" y="3161677"/>
                </a:lnTo>
                <a:lnTo>
                  <a:pt x="8449203" y="3173027"/>
                </a:lnTo>
                <a:cubicBezTo>
                  <a:pt x="8449203" y="3178663"/>
                  <a:pt x="8449144" y="3184286"/>
                  <a:pt x="8447832" y="3189869"/>
                </a:cubicBezTo>
                <a:cubicBezTo>
                  <a:pt x="8447875" y="3220958"/>
                  <a:pt x="8445424" y="3251607"/>
                  <a:pt x="8440365" y="3281619"/>
                </a:cubicBezTo>
                <a:lnTo>
                  <a:pt x="8439827" y="3288243"/>
                </a:lnTo>
                <a:cubicBezTo>
                  <a:pt x="8439657" y="3288248"/>
                  <a:pt x="8439489" y="3288253"/>
                  <a:pt x="8439321" y="3288305"/>
                </a:cubicBezTo>
                <a:cubicBezTo>
                  <a:pt x="8389046" y="3638399"/>
                  <a:pt x="8108007" y="3916971"/>
                  <a:pt x="7749156" y="3975903"/>
                </a:cubicBezTo>
                <a:lnTo>
                  <a:pt x="7749040" y="3977042"/>
                </a:lnTo>
                <a:cubicBezTo>
                  <a:pt x="7743729" y="3978045"/>
                  <a:pt x="7738400" y="3978986"/>
                  <a:pt x="7732823" y="3978570"/>
                </a:cubicBezTo>
                <a:cubicBezTo>
                  <a:pt x="7701651" y="3984080"/>
                  <a:pt x="7669771" y="3987038"/>
                  <a:pt x="7637396" y="3987561"/>
                </a:cubicBezTo>
                <a:lnTo>
                  <a:pt x="7620278" y="3989174"/>
                </a:lnTo>
                <a:lnTo>
                  <a:pt x="7620252" y="3988683"/>
                </a:lnTo>
                <a:lnTo>
                  <a:pt x="7619753" y="3988716"/>
                </a:lnTo>
                <a:cubicBezTo>
                  <a:pt x="7619187" y="3984944"/>
                  <a:pt x="7619160" y="3981158"/>
                  <a:pt x="7619160" y="3977366"/>
                </a:cubicBezTo>
                <a:cubicBezTo>
                  <a:pt x="7619160" y="3971728"/>
                  <a:pt x="7619219" y="3966104"/>
                  <a:pt x="7620531" y="3960518"/>
                </a:cubicBezTo>
                <a:cubicBezTo>
                  <a:pt x="7620488" y="3929436"/>
                  <a:pt x="7622938" y="3898794"/>
                  <a:pt x="7627995" y="3868787"/>
                </a:cubicBezTo>
                <a:lnTo>
                  <a:pt x="7628535" y="3862150"/>
                </a:lnTo>
                <a:cubicBezTo>
                  <a:pt x="7628704" y="3862145"/>
                  <a:pt x="7628873" y="3862140"/>
                  <a:pt x="7629040" y="3862087"/>
                </a:cubicBezTo>
                <a:cubicBezTo>
                  <a:pt x="7679317" y="3511992"/>
                  <a:pt x="7960356" y="3233421"/>
                  <a:pt x="8319206" y="3174489"/>
                </a:cubicBezTo>
                <a:lnTo>
                  <a:pt x="8319323" y="3173350"/>
                </a:lnTo>
                <a:cubicBezTo>
                  <a:pt x="8324632" y="3172348"/>
                  <a:pt x="8329960" y="3171407"/>
                  <a:pt x="8335536" y="3171823"/>
                </a:cubicBezTo>
                <a:cubicBezTo>
                  <a:pt x="8366719" y="3166310"/>
                  <a:pt x="8398612" y="3163352"/>
                  <a:pt x="8430998" y="3162829"/>
                </a:cubicBezTo>
                <a:close/>
                <a:moveTo>
                  <a:pt x="6769722" y="3161219"/>
                </a:moveTo>
                <a:lnTo>
                  <a:pt x="6786810" y="3162829"/>
                </a:lnTo>
                <a:cubicBezTo>
                  <a:pt x="6819195" y="3163352"/>
                  <a:pt x="6851088" y="3166310"/>
                  <a:pt x="6882271" y="3171823"/>
                </a:cubicBezTo>
                <a:cubicBezTo>
                  <a:pt x="6887847" y="3171407"/>
                  <a:pt x="6893175" y="3172348"/>
                  <a:pt x="6898484" y="3173350"/>
                </a:cubicBezTo>
                <a:lnTo>
                  <a:pt x="6898601" y="3174489"/>
                </a:lnTo>
                <a:cubicBezTo>
                  <a:pt x="7257451" y="3233421"/>
                  <a:pt x="7538490" y="3511992"/>
                  <a:pt x="7588766" y="3862087"/>
                </a:cubicBezTo>
                <a:cubicBezTo>
                  <a:pt x="7588934" y="3862140"/>
                  <a:pt x="7589103" y="3862145"/>
                  <a:pt x="7589272" y="3862150"/>
                </a:cubicBezTo>
                <a:lnTo>
                  <a:pt x="7589812" y="3868787"/>
                </a:lnTo>
                <a:cubicBezTo>
                  <a:pt x="7594869" y="3898794"/>
                  <a:pt x="7597319" y="3929436"/>
                  <a:pt x="7597276" y="3960518"/>
                </a:cubicBezTo>
                <a:cubicBezTo>
                  <a:pt x="7598588" y="3966104"/>
                  <a:pt x="7598647" y="3971728"/>
                  <a:pt x="7598647" y="3977366"/>
                </a:cubicBezTo>
                <a:cubicBezTo>
                  <a:pt x="7598647" y="3981158"/>
                  <a:pt x="7598620" y="3984944"/>
                  <a:pt x="7598054" y="3988716"/>
                </a:cubicBezTo>
                <a:lnTo>
                  <a:pt x="7597555" y="3988683"/>
                </a:lnTo>
                <a:lnTo>
                  <a:pt x="7597529" y="3989174"/>
                </a:lnTo>
                <a:lnTo>
                  <a:pt x="7580411" y="3987561"/>
                </a:lnTo>
                <a:cubicBezTo>
                  <a:pt x="7548036" y="3987038"/>
                  <a:pt x="7516156" y="3984080"/>
                  <a:pt x="7484984" y="3978570"/>
                </a:cubicBezTo>
                <a:cubicBezTo>
                  <a:pt x="7479407" y="3978986"/>
                  <a:pt x="7474078" y="3978045"/>
                  <a:pt x="7468767" y="3977042"/>
                </a:cubicBezTo>
                <a:lnTo>
                  <a:pt x="7468651" y="3975903"/>
                </a:lnTo>
                <a:cubicBezTo>
                  <a:pt x="7109800" y="3916971"/>
                  <a:pt x="6828761" y="3638399"/>
                  <a:pt x="6778486" y="3288305"/>
                </a:cubicBezTo>
                <a:cubicBezTo>
                  <a:pt x="6778318" y="3288253"/>
                  <a:pt x="6778150" y="3288248"/>
                  <a:pt x="6777980" y="3288243"/>
                </a:cubicBezTo>
                <a:lnTo>
                  <a:pt x="6777442" y="3281619"/>
                </a:lnTo>
                <a:cubicBezTo>
                  <a:pt x="6772383" y="3251607"/>
                  <a:pt x="6769933" y="3220958"/>
                  <a:pt x="6769975" y="3189869"/>
                </a:cubicBezTo>
                <a:cubicBezTo>
                  <a:pt x="6768663" y="3184286"/>
                  <a:pt x="6768604" y="3178663"/>
                  <a:pt x="6768604" y="3173027"/>
                </a:cubicBezTo>
                <a:lnTo>
                  <a:pt x="6769198" y="3161677"/>
                </a:lnTo>
                <a:lnTo>
                  <a:pt x="6769696" y="3161709"/>
                </a:lnTo>
                <a:close/>
                <a:moveTo>
                  <a:pt x="6755934" y="3161219"/>
                </a:moveTo>
                <a:lnTo>
                  <a:pt x="6755960" y="3161709"/>
                </a:lnTo>
                <a:lnTo>
                  <a:pt x="6756458" y="3161677"/>
                </a:lnTo>
                <a:lnTo>
                  <a:pt x="6757052" y="3173027"/>
                </a:lnTo>
                <a:cubicBezTo>
                  <a:pt x="6757052" y="3178663"/>
                  <a:pt x="6756994" y="3184286"/>
                  <a:pt x="6755682" y="3189869"/>
                </a:cubicBezTo>
                <a:cubicBezTo>
                  <a:pt x="6755724" y="3220958"/>
                  <a:pt x="6753273" y="3251607"/>
                  <a:pt x="6748215" y="3281619"/>
                </a:cubicBezTo>
                <a:lnTo>
                  <a:pt x="6747676" y="3288243"/>
                </a:lnTo>
                <a:cubicBezTo>
                  <a:pt x="6747507" y="3288248"/>
                  <a:pt x="6747338" y="3288253"/>
                  <a:pt x="6747171" y="3288305"/>
                </a:cubicBezTo>
                <a:cubicBezTo>
                  <a:pt x="6696895" y="3638399"/>
                  <a:pt x="6415856" y="3916971"/>
                  <a:pt x="6057005" y="3975903"/>
                </a:cubicBezTo>
                <a:lnTo>
                  <a:pt x="6056889" y="3977042"/>
                </a:lnTo>
                <a:cubicBezTo>
                  <a:pt x="6051578" y="3978045"/>
                  <a:pt x="6046249" y="3978986"/>
                  <a:pt x="6040672" y="3978570"/>
                </a:cubicBezTo>
                <a:cubicBezTo>
                  <a:pt x="6009500" y="3984080"/>
                  <a:pt x="5977620" y="3987038"/>
                  <a:pt x="5945246" y="3987561"/>
                </a:cubicBezTo>
                <a:lnTo>
                  <a:pt x="5928127" y="3989174"/>
                </a:lnTo>
                <a:lnTo>
                  <a:pt x="5928101" y="3988683"/>
                </a:lnTo>
                <a:lnTo>
                  <a:pt x="5927602" y="3988716"/>
                </a:lnTo>
                <a:cubicBezTo>
                  <a:pt x="5927036" y="3984944"/>
                  <a:pt x="5927009" y="3981158"/>
                  <a:pt x="5927009" y="3977366"/>
                </a:cubicBezTo>
                <a:cubicBezTo>
                  <a:pt x="5927009" y="3971728"/>
                  <a:pt x="5927068" y="3966104"/>
                  <a:pt x="5928380" y="3960518"/>
                </a:cubicBezTo>
                <a:cubicBezTo>
                  <a:pt x="5928338" y="3929436"/>
                  <a:pt x="5930787" y="3898794"/>
                  <a:pt x="5935844" y="3868787"/>
                </a:cubicBezTo>
                <a:lnTo>
                  <a:pt x="5936384" y="3862150"/>
                </a:lnTo>
                <a:cubicBezTo>
                  <a:pt x="5936553" y="3862145"/>
                  <a:pt x="5936722" y="3862140"/>
                  <a:pt x="5936890" y="3862087"/>
                </a:cubicBezTo>
                <a:cubicBezTo>
                  <a:pt x="5987166" y="3511992"/>
                  <a:pt x="6268205" y="3233421"/>
                  <a:pt x="6627056" y="3174489"/>
                </a:cubicBezTo>
                <a:lnTo>
                  <a:pt x="6627173" y="3173350"/>
                </a:lnTo>
                <a:cubicBezTo>
                  <a:pt x="6632481" y="3172348"/>
                  <a:pt x="6637809" y="3171407"/>
                  <a:pt x="6643385" y="3171823"/>
                </a:cubicBezTo>
                <a:cubicBezTo>
                  <a:pt x="6674569" y="3166310"/>
                  <a:pt x="6706461" y="3163352"/>
                  <a:pt x="6738847" y="3162829"/>
                </a:cubicBezTo>
                <a:close/>
                <a:moveTo>
                  <a:pt x="5077571" y="3161219"/>
                </a:moveTo>
                <a:lnTo>
                  <a:pt x="5094659" y="3162829"/>
                </a:lnTo>
                <a:cubicBezTo>
                  <a:pt x="5127044" y="3163352"/>
                  <a:pt x="5158937" y="3166310"/>
                  <a:pt x="5190120" y="3171823"/>
                </a:cubicBezTo>
                <a:cubicBezTo>
                  <a:pt x="5195696" y="3171407"/>
                  <a:pt x="5201024" y="3172348"/>
                  <a:pt x="5206334" y="3173350"/>
                </a:cubicBezTo>
                <a:lnTo>
                  <a:pt x="5206450" y="3174489"/>
                </a:lnTo>
                <a:cubicBezTo>
                  <a:pt x="5565300" y="3233421"/>
                  <a:pt x="5846339" y="3511992"/>
                  <a:pt x="5896616" y="3862087"/>
                </a:cubicBezTo>
                <a:cubicBezTo>
                  <a:pt x="5896783" y="3862140"/>
                  <a:pt x="5896953" y="3862145"/>
                  <a:pt x="5897121" y="3862150"/>
                </a:cubicBezTo>
                <a:lnTo>
                  <a:pt x="5897662" y="3868787"/>
                </a:lnTo>
                <a:cubicBezTo>
                  <a:pt x="5902718" y="3898794"/>
                  <a:pt x="5905168" y="3929436"/>
                  <a:pt x="5905126" y="3960518"/>
                </a:cubicBezTo>
                <a:cubicBezTo>
                  <a:pt x="5906438" y="3966104"/>
                  <a:pt x="5906496" y="3971728"/>
                  <a:pt x="5906496" y="3977366"/>
                </a:cubicBezTo>
                <a:cubicBezTo>
                  <a:pt x="5906496" y="3981158"/>
                  <a:pt x="5906469" y="3984944"/>
                  <a:pt x="5905903" y="3988716"/>
                </a:cubicBezTo>
                <a:lnTo>
                  <a:pt x="5905404" y="3988683"/>
                </a:lnTo>
                <a:lnTo>
                  <a:pt x="5905378" y="3989174"/>
                </a:lnTo>
                <a:lnTo>
                  <a:pt x="5888260" y="3987561"/>
                </a:lnTo>
                <a:cubicBezTo>
                  <a:pt x="5855886" y="3987038"/>
                  <a:pt x="5824005" y="3984080"/>
                  <a:pt x="5792833" y="3978570"/>
                </a:cubicBezTo>
                <a:cubicBezTo>
                  <a:pt x="5787256" y="3978986"/>
                  <a:pt x="5781927" y="3978045"/>
                  <a:pt x="5776617" y="3977042"/>
                </a:cubicBezTo>
                <a:lnTo>
                  <a:pt x="5776501" y="3975903"/>
                </a:lnTo>
                <a:cubicBezTo>
                  <a:pt x="5417649" y="3916971"/>
                  <a:pt x="5136610" y="3638399"/>
                  <a:pt x="5086335" y="3288305"/>
                </a:cubicBezTo>
                <a:cubicBezTo>
                  <a:pt x="5086167" y="3288253"/>
                  <a:pt x="5085999" y="3288248"/>
                  <a:pt x="5085830" y="3288243"/>
                </a:cubicBezTo>
                <a:lnTo>
                  <a:pt x="5085291" y="3281619"/>
                </a:lnTo>
                <a:cubicBezTo>
                  <a:pt x="5080233" y="3251607"/>
                  <a:pt x="5077782" y="3220958"/>
                  <a:pt x="5077824" y="3189869"/>
                </a:cubicBezTo>
                <a:cubicBezTo>
                  <a:pt x="5076512" y="3184286"/>
                  <a:pt x="5076453" y="3178663"/>
                  <a:pt x="5076453" y="3173027"/>
                </a:cubicBezTo>
                <a:lnTo>
                  <a:pt x="5077047" y="3161677"/>
                </a:lnTo>
                <a:lnTo>
                  <a:pt x="5077545" y="3161709"/>
                </a:lnTo>
                <a:close/>
                <a:moveTo>
                  <a:pt x="5063783" y="3161219"/>
                </a:moveTo>
                <a:lnTo>
                  <a:pt x="5063809" y="3161709"/>
                </a:lnTo>
                <a:lnTo>
                  <a:pt x="5064307" y="3161677"/>
                </a:lnTo>
                <a:lnTo>
                  <a:pt x="5064902" y="3173027"/>
                </a:lnTo>
                <a:cubicBezTo>
                  <a:pt x="5064902" y="3178663"/>
                  <a:pt x="5064842" y="3184286"/>
                  <a:pt x="5063530" y="3189869"/>
                </a:cubicBezTo>
                <a:cubicBezTo>
                  <a:pt x="5063572" y="3220958"/>
                  <a:pt x="5061122" y="3251607"/>
                  <a:pt x="5056063" y="3281619"/>
                </a:cubicBezTo>
                <a:lnTo>
                  <a:pt x="5055525" y="3288243"/>
                </a:lnTo>
                <a:cubicBezTo>
                  <a:pt x="5055355" y="3288248"/>
                  <a:pt x="5055187" y="3288253"/>
                  <a:pt x="5055019" y="3288305"/>
                </a:cubicBezTo>
                <a:cubicBezTo>
                  <a:pt x="5004744" y="3638399"/>
                  <a:pt x="4723705" y="3916971"/>
                  <a:pt x="4364853" y="3975903"/>
                </a:cubicBezTo>
                <a:lnTo>
                  <a:pt x="4364737" y="3977042"/>
                </a:lnTo>
                <a:cubicBezTo>
                  <a:pt x="4359427" y="3978045"/>
                  <a:pt x="4354098" y="3978986"/>
                  <a:pt x="4348521" y="3978570"/>
                </a:cubicBezTo>
                <a:cubicBezTo>
                  <a:pt x="4317350" y="3984080"/>
                  <a:pt x="4285468" y="3987038"/>
                  <a:pt x="4253094" y="3987561"/>
                </a:cubicBezTo>
                <a:lnTo>
                  <a:pt x="4235976" y="3989174"/>
                </a:lnTo>
                <a:lnTo>
                  <a:pt x="4235950" y="3988683"/>
                </a:lnTo>
                <a:lnTo>
                  <a:pt x="4235451" y="3988716"/>
                </a:lnTo>
                <a:cubicBezTo>
                  <a:pt x="4234885" y="3984944"/>
                  <a:pt x="4234858" y="3981158"/>
                  <a:pt x="4234858" y="3977366"/>
                </a:cubicBezTo>
                <a:cubicBezTo>
                  <a:pt x="4234858" y="3971728"/>
                  <a:pt x="4234916" y="3966104"/>
                  <a:pt x="4236228" y="3960518"/>
                </a:cubicBezTo>
                <a:cubicBezTo>
                  <a:pt x="4236186" y="3929436"/>
                  <a:pt x="4238636" y="3898794"/>
                  <a:pt x="4243692" y="3868787"/>
                </a:cubicBezTo>
                <a:lnTo>
                  <a:pt x="4244233" y="3862150"/>
                </a:lnTo>
                <a:cubicBezTo>
                  <a:pt x="4244401" y="3862145"/>
                  <a:pt x="4244571" y="3862140"/>
                  <a:pt x="4244738" y="3862087"/>
                </a:cubicBezTo>
                <a:cubicBezTo>
                  <a:pt x="4295015" y="3511992"/>
                  <a:pt x="4576054" y="3233421"/>
                  <a:pt x="4934904" y="3174489"/>
                </a:cubicBezTo>
                <a:lnTo>
                  <a:pt x="4935021" y="3173350"/>
                </a:lnTo>
                <a:cubicBezTo>
                  <a:pt x="4940330" y="3172348"/>
                  <a:pt x="4945658" y="3171407"/>
                  <a:pt x="4951234" y="3171823"/>
                </a:cubicBezTo>
                <a:cubicBezTo>
                  <a:pt x="4982417" y="3166310"/>
                  <a:pt x="5014310" y="3163352"/>
                  <a:pt x="5046695" y="3162829"/>
                </a:cubicBezTo>
                <a:close/>
                <a:moveTo>
                  <a:pt x="3385420" y="3161219"/>
                </a:moveTo>
                <a:lnTo>
                  <a:pt x="3402507" y="3162829"/>
                </a:lnTo>
                <a:cubicBezTo>
                  <a:pt x="3434893" y="3163352"/>
                  <a:pt x="3466785" y="3166310"/>
                  <a:pt x="3497969" y="3171823"/>
                </a:cubicBezTo>
                <a:cubicBezTo>
                  <a:pt x="3503545" y="3171407"/>
                  <a:pt x="3508873" y="3172348"/>
                  <a:pt x="3514181" y="3173350"/>
                </a:cubicBezTo>
                <a:lnTo>
                  <a:pt x="3514298" y="3174489"/>
                </a:lnTo>
                <a:cubicBezTo>
                  <a:pt x="3873149" y="3233421"/>
                  <a:pt x="4154188" y="3511992"/>
                  <a:pt x="4204464" y="3862087"/>
                </a:cubicBezTo>
                <a:cubicBezTo>
                  <a:pt x="4204632" y="3862140"/>
                  <a:pt x="4204801" y="3862145"/>
                  <a:pt x="4204970" y="3862150"/>
                </a:cubicBezTo>
                <a:lnTo>
                  <a:pt x="4205510" y="3868787"/>
                </a:lnTo>
                <a:cubicBezTo>
                  <a:pt x="4210567" y="3898794"/>
                  <a:pt x="4213016" y="3929436"/>
                  <a:pt x="4212974" y="3960518"/>
                </a:cubicBezTo>
                <a:cubicBezTo>
                  <a:pt x="4214286" y="3966104"/>
                  <a:pt x="4214345" y="3971728"/>
                  <a:pt x="4214345" y="3977366"/>
                </a:cubicBezTo>
                <a:cubicBezTo>
                  <a:pt x="4214345" y="3981158"/>
                  <a:pt x="4214318" y="3984944"/>
                  <a:pt x="4213752" y="3988716"/>
                </a:cubicBezTo>
                <a:lnTo>
                  <a:pt x="4213253" y="3988683"/>
                </a:lnTo>
                <a:lnTo>
                  <a:pt x="4213227" y="3989174"/>
                </a:lnTo>
                <a:lnTo>
                  <a:pt x="4196108" y="3987561"/>
                </a:lnTo>
                <a:cubicBezTo>
                  <a:pt x="4163734" y="3987038"/>
                  <a:pt x="4131854" y="3984080"/>
                  <a:pt x="4100682" y="3978570"/>
                </a:cubicBezTo>
                <a:cubicBezTo>
                  <a:pt x="4095105" y="3978986"/>
                  <a:pt x="4089776" y="3978045"/>
                  <a:pt x="4084465" y="3977042"/>
                </a:cubicBezTo>
                <a:lnTo>
                  <a:pt x="4084349" y="3975903"/>
                </a:lnTo>
                <a:cubicBezTo>
                  <a:pt x="3725498" y="3916971"/>
                  <a:pt x="3444459" y="3638399"/>
                  <a:pt x="3394183" y="3288305"/>
                </a:cubicBezTo>
                <a:cubicBezTo>
                  <a:pt x="3394016" y="3288253"/>
                  <a:pt x="3393847" y="3288248"/>
                  <a:pt x="3393678" y="3288243"/>
                </a:cubicBezTo>
                <a:lnTo>
                  <a:pt x="3393139" y="3281619"/>
                </a:lnTo>
                <a:cubicBezTo>
                  <a:pt x="3388081" y="3251607"/>
                  <a:pt x="3385630" y="3220958"/>
                  <a:pt x="3385672" y="3189869"/>
                </a:cubicBezTo>
                <a:cubicBezTo>
                  <a:pt x="3384360" y="3184286"/>
                  <a:pt x="3384302" y="3178663"/>
                  <a:pt x="3384302" y="3173027"/>
                </a:cubicBezTo>
                <a:lnTo>
                  <a:pt x="3384896" y="3161677"/>
                </a:lnTo>
                <a:lnTo>
                  <a:pt x="3385394" y="3161709"/>
                </a:lnTo>
                <a:close/>
                <a:moveTo>
                  <a:pt x="3371632" y="3161219"/>
                </a:moveTo>
                <a:lnTo>
                  <a:pt x="3371658" y="3161709"/>
                </a:lnTo>
                <a:lnTo>
                  <a:pt x="3372156" y="3161677"/>
                </a:lnTo>
                <a:lnTo>
                  <a:pt x="3372750" y="3173027"/>
                </a:lnTo>
                <a:cubicBezTo>
                  <a:pt x="3372750" y="3178663"/>
                  <a:pt x="3372691" y="3184286"/>
                  <a:pt x="3371379" y="3189869"/>
                </a:cubicBezTo>
                <a:cubicBezTo>
                  <a:pt x="3371421" y="3220958"/>
                  <a:pt x="3368971" y="3251607"/>
                  <a:pt x="3363912" y="3281619"/>
                </a:cubicBezTo>
                <a:lnTo>
                  <a:pt x="3363374" y="3288243"/>
                </a:lnTo>
                <a:cubicBezTo>
                  <a:pt x="3363204" y="3288248"/>
                  <a:pt x="3363036" y="3288253"/>
                  <a:pt x="3362868" y="3288305"/>
                </a:cubicBezTo>
                <a:cubicBezTo>
                  <a:pt x="3312593" y="3638399"/>
                  <a:pt x="3031554" y="3916971"/>
                  <a:pt x="2672703" y="3975903"/>
                </a:cubicBezTo>
                <a:lnTo>
                  <a:pt x="2672586" y="3977042"/>
                </a:lnTo>
                <a:cubicBezTo>
                  <a:pt x="2667276" y="3978045"/>
                  <a:pt x="2661947" y="3978986"/>
                  <a:pt x="2656370" y="3978570"/>
                </a:cubicBezTo>
                <a:cubicBezTo>
                  <a:pt x="2625198" y="3984080"/>
                  <a:pt x="2593318" y="3987038"/>
                  <a:pt x="2560943" y="3987561"/>
                </a:cubicBezTo>
                <a:lnTo>
                  <a:pt x="2543825" y="3989174"/>
                </a:lnTo>
                <a:lnTo>
                  <a:pt x="2543799" y="3988683"/>
                </a:lnTo>
                <a:lnTo>
                  <a:pt x="2543300" y="3988716"/>
                </a:lnTo>
                <a:cubicBezTo>
                  <a:pt x="2542734" y="3984944"/>
                  <a:pt x="2542707" y="3981158"/>
                  <a:pt x="2542707" y="3977366"/>
                </a:cubicBezTo>
                <a:cubicBezTo>
                  <a:pt x="2542707" y="3971728"/>
                  <a:pt x="2542765" y="3966104"/>
                  <a:pt x="2544077" y="3960518"/>
                </a:cubicBezTo>
                <a:cubicBezTo>
                  <a:pt x="2544035" y="3929436"/>
                  <a:pt x="2546485" y="3898794"/>
                  <a:pt x="2551541" y="3868787"/>
                </a:cubicBezTo>
                <a:lnTo>
                  <a:pt x="2552082" y="3862150"/>
                </a:lnTo>
                <a:cubicBezTo>
                  <a:pt x="2552250" y="3862145"/>
                  <a:pt x="2552420" y="3862140"/>
                  <a:pt x="2552587" y="3862087"/>
                </a:cubicBezTo>
                <a:cubicBezTo>
                  <a:pt x="2602864" y="3511992"/>
                  <a:pt x="2883903" y="3233421"/>
                  <a:pt x="3242753" y="3174489"/>
                </a:cubicBezTo>
                <a:lnTo>
                  <a:pt x="3242870" y="3173350"/>
                </a:lnTo>
                <a:cubicBezTo>
                  <a:pt x="3248179" y="3172348"/>
                  <a:pt x="3253507" y="3171407"/>
                  <a:pt x="3259083" y="3171823"/>
                </a:cubicBezTo>
                <a:cubicBezTo>
                  <a:pt x="3290266" y="3166310"/>
                  <a:pt x="3322159" y="3163352"/>
                  <a:pt x="3354544" y="3162829"/>
                </a:cubicBezTo>
                <a:close/>
                <a:moveTo>
                  <a:pt x="1693269" y="3161219"/>
                </a:moveTo>
                <a:lnTo>
                  <a:pt x="1710356" y="3162829"/>
                </a:lnTo>
                <a:cubicBezTo>
                  <a:pt x="1742742" y="3163352"/>
                  <a:pt x="1774634" y="3166310"/>
                  <a:pt x="1805818" y="3171823"/>
                </a:cubicBezTo>
                <a:cubicBezTo>
                  <a:pt x="1811394" y="3171407"/>
                  <a:pt x="1816722" y="3172348"/>
                  <a:pt x="1822030" y="3173350"/>
                </a:cubicBezTo>
                <a:lnTo>
                  <a:pt x="1822148" y="3174489"/>
                </a:lnTo>
                <a:cubicBezTo>
                  <a:pt x="2180998" y="3233421"/>
                  <a:pt x="2462037" y="3511992"/>
                  <a:pt x="2512313" y="3862087"/>
                </a:cubicBezTo>
                <a:cubicBezTo>
                  <a:pt x="2512481" y="3862140"/>
                  <a:pt x="2512650" y="3862145"/>
                  <a:pt x="2512819" y="3862150"/>
                </a:cubicBezTo>
                <a:lnTo>
                  <a:pt x="2513359" y="3868787"/>
                </a:lnTo>
                <a:cubicBezTo>
                  <a:pt x="2518416" y="3898794"/>
                  <a:pt x="2520865" y="3929436"/>
                  <a:pt x="2520823" y="3960518"/>
                </a:cubicBezTo>
                <a:cubicBezTo>
                  <a:pt x="2522135" y="3966104"/>
                  <a:pt x="2522194" y="3971728"/>
                  <a:pt x="2522194" y="3977366"/>
                </a:cubicBezTo>
                <a:cubicBezTo>
                  <a:pt x="2522194" y="3981158"/>
                  <a:pt x="2522167" y="3984944"/>
                  <a:pt x="2521601" y="3988716"/>
                </a:cubicBezTo>
                <a:lnTo>
                  <a:pt x="2521102" y="3988683"/>
                </a:lnTo>
                <a:lnTo>
                  <a:pt x="2521076" y="3989174"/>
                </a:lnTo>
                <a:lnTo>
                  <a:pt x="2503957" y="3987561"/>
                </a:lnTo>
                <a:cubicBezTo>
                  <a:pt x="2471583" y="3987038"/>
                  <a:pt x="2439703" y="3984080"/>
                  <a:pt x="2408531" y="3978570"/>
                </a:cubicBezTo>
                <a:cubicBezTo>
                  <a:pt x="2402954" y="3978986"/>
                  <a:pt x="2397625" y="3978045"/>
                  <a:pt x="2392314" y="3977042"/>
                </a:cubicBezTo>
                <a:lnTo>
                  <a:pt x="2392198" y="3975903"/>
                </a:lnTo>
                <a:cubicBezTo>
                  <a:pt x="2033347" y="3916971"/>
                  <a:pt x="1752308" y="3638399"/>
                  <a:pt x="1702032" y="3288305"/>
                </a:cubicBezTo>
                <a:cubicBezTo>
                  <a:pt x="1701865" y="3288253"/>
                  <a:pt x="1701696" y="3288248"/>
                  <a:pt x="1701527" y="3288243"/>
                </a:cubicBezTo>
                <a:lnTo>
                  <a:pt x="1700989" y="3281619"/>
                </a:lnTo>
                <a:cubicBezTo>
                  <a:pt x="1695930" y="3251607"/>
                  <a:pt x="1693479" y="3220958"/>
                  <a:pt x="1693521" y="3189869"/>
                </a:cubicBezTo>
                <a:cubicBezTo>
                  <a:pt x="1692209" y="3184286"/>
                  <a:pt x="1692151" y="3178663"/>
                  <a:pt x="1692151" y="3173027"/>
                </a:cubicBezTo>
                <a:lnTo>
                  <a:pt x="1692745" y="3161677"/>
                </a:lnTo>
                <a:lnTo>
                  <a:pt x="1693243" y="3161709"/>
                </a:lnTo>
                <a:close/>
                <a:moveTo>
                  <a:pt x="1679481" y="3161219"/>
                </a:moveTo>
                <a:lnTo>
                  <a:pt x="1679507" y="3161709"/>
                </a:lnTo>
                <a:lnTo>
                  <a:pt x="1680005" y="3161677"/>
                </a:lnTo>
                <a:lnTo>
                  <a:pt x="1680599" y="3173027"/>
                </a:lnTo>
                <a:cubicBezTo>
                  <a:pt x="1680599" y="3178663"/>
                  <a:pt x="1680540" y="3184286"/>
                  <a:pt x="1679228" y="3189869"/>
                </a:cubicBezTo>
                <a:cubicBezTo>
                  <a:pt x="1679270" y="3220958"/>
                  <a:pt x="1676820" y="3251607"/>
                  <a:pt x="1671761" y="3281619"/>
                </a:cubicBezTo>
                <a:lnTo>
                  <a:pt x="1671223" y="3288243"/>
                </a:lnTo>
                <a:cubicBezTo>
                  <a:pt x="1671053" y="3288248"/>
                  <a:pt x="1670885" y="3288253"/>
                  <a:pt x="1670717" y="3288305"/>
                </a:cubicBezTo>
                <a:cubicBezTo>
                  <a:pt x="1620442" y="3638399"/>
                  <a:pt x="1339403" y="3916971"/>
                  <a:pt x="980552" y="3975903"/>
                </a:cubicBezTo>
                <a:lnTo>
                  <a:pt x="980435" y="3977042"/>
                </a:lnTo>
                <a:cubicBezTo>
                  <a:pt x="975125" y="3978045"/>
                  <a:pt x="969796" y="3978986"/>
                  <a:pt x="964219" y="3978570"/>
                </a:cubicBezTo>
                <a:cubicBezTo>
                  <a:pt x="933047" y="3984080"/>
                  <a:pt x="901167" y="3987038"/>
                  <a:pt x="868792" y="3987561"/>
                </a:cubicBezTo>
                <a:lnTo>
                  <a:pt x="851674" y="3989174"/>
                </a:lnTo>
                <a:lnTo>
                  <a:pt x="851648" y="3988683"/>
                </a:lnTo>
                <a:lnTo>
                  <a:pt x="851149" y="3988716"/>
                </a:lnTo>
                <a:cubicBezTo>
                  <a:pt x="850583" y="3984944"/>
                  <a:pt x="850556" y="3981158"/>
                  <a:pt x="850556" y="3977366"/>
                </a:cubicBezTo>
                <a:cubicBezTo>
                  <a:pt x="850556" y="3971728"/>
                  <a:pt x="850614" y="3966104"/>
                  <a:pt x="851926" y="3960518"/>
                </a:cubicBezTo>
                <a:cubicBezTo>
                  <a:pt x="851884" y="3929436"/>
                  <a:pt x="854334" y="3898794"/>
                  <a:pt x="859390" y="3868787"/>
                </a:cubicBezTo>
                <a:lnTo>
                  <a:pt x="859931" y="3862150"/>
                </a:lnTo>
                <a:cubicBezTo>
                  <a:pt x="860099" y="3862145"/>
                  <a:pt x="860269" y="3862140"/>
                  <a:pt x="860436" y="3862087"/>
                </a:cubicBezTo>
                <a:cubicBezTo>
                  <a:pt x="910713" y="3511992"/>
                  <a:pt x="1191752" y="3233421"/>
                  <a:pt x="1550602" y="3174489"/>
                </a:cubicBezTo>
                <a:lnTo>
                  <a:pt x="1550719" y="3173350"/>
                </a:lnTo>
                <a:cubicBezTo>
                  <a:pt x="1556028" y="3172348"/>
                  <a:pt x="1561356" y="3171407"/>
                  <a:pt x="1566932" y="3171823"/>
                </a:cubicBezTo>
                <a:cubicBezTo>
                  <a:pt x="1598115" y="3166310"/>
                  <a:pt x="1630008" y="3163352"/>
                  <a:pt x="1662393" y="3162829"/>
                </a:cubicBezTo>
                <a:close/>
                <a:moveTo>
                  <a:pt x="1118" y="3161219"/>
                </a:moveTo>
                <a:lnTo>
                  <a:pt x="18205" y="3162829"/>
                </a:lnTo>
                <a:cubicBezTo>
                  <a:pt x="50591" y="3163352"/>
                  <a:pt x="82483" y="3166310"/>
                  <a:pt x="113667" y="3171823"/>
                </a:cubicBezTo>
                <a:cubicBezTo>
                  <a:pt x="119243" y="3171407"/>
                  <a:pt x="124571" y="3172348"/>
                  <a:pt x="129879" y="3173350"/>
                </a:cubicBezTo>
                <a:lnTo>
                  <a:pt x="129997" y="3174489"/>
                </a:lnTo>
                <a:cubicBezTo>
                  <a:pt x="488847" y="3233421"/>
                  <a:pt x="769886" y="3511992"/>
                  <a:pt x="820162" y="3862087"/>
                </a:cubicBezTo>
                <a:cubicBezTo>
                  <a:pt x="820330" y="3862140"/>
                  <a:pt x="820499" y="3862145"/>
                  <a:pt x="820668" y="3862150"/>
                </a:cubicBezTo>
                <a:lnTo>
                  <a:pt x="821208" y="3868787"/>
                </a:lnTo>
                <a:cubicBezTo>
                  <a:pt x="826265" y="3898794"/>
                  <a:pt x="828714" y="3929436"/>
                  <a:pt x="828672" y="3960518"/>
                </a:cubicBezTo>
                <a:cubicBezTo>
                  <a:pt x="829984" y="3966104"/>
                  <a:pt x="830043" y="3971728"/>
                  <a:pt x="830043" y="3977366"/>
                </a:cubicBezTo>
                <a:cubicBezTo>
                  <a:pt x="830043" y="3981158"/>
                  <a:pt x="830016" y="3984944"/>
                  <a:pt x="829450" y="3988716"/>
                </a:cubicBezTo>
                <a:lnTo>
                  <a:pt x="828951" y="3988683"/>
                </a:lnTo>
                <a:lnTo>
                  <a:pt x="828925" y="3989174"/>
                </a:lnTo>
                <a:lnTo>
                  <a:pt x="811806" y="3987561"/>
                </a:lnTo>
                <a:cubicBezTo>
                  <a:pt x="779432" y="3987038"/>
                  <a:pt x="747552" y="3984080"/>
                  <a:pt x="716380" y="3978570"/>
                </a:cubicBezTo>
                <a:cubicBezTo>
                  <a:pt x="710803" y="3978986"/>
                  <a:pt x="705474" y="3978045"/>
                  <a:pt x="700163" y="3977042"/>
                </a:cubicBezTo>
                <a:lnTo>
                  <a:pt x="700047" y="3975903"/>
                </a:lnTo>
                <a:cubicBezTo>
                  <a:pt x="341196" y="3916971"/>
                  <a:pt x="60157" y="3638399"/>
                  <a:pt x="9881" y="3288305"/>
                </a:cubicBezTo>
                <a:cubicBezTo>
                  <a:pt x="9714" y="3288253"/>
                  <a:pt x="9545" y="3288248"/>
                  <a:pt x="9376" y="3288243"/>
                </a:cubicBezTo>
                <a:lnTo>
                  <a:pt x="8837" y="3281619"/>
                </a:lnTo>
                <a:cubicBezTo>
                  <a:pt x="3779" y="3251607"/>
                  <a:pt x="1328" y="3220958"/>
                  <a:pt x="1370" y="3189869"/>
                </a:cubicBezTo>
                <a:cubicBezTo>
                  <a:pt x="58" y="3184286"/>
                  <a:pt x="0" y="3178663"/>
                  <a:pt x="0" y="3173027"/>
                </a:cubicBezTo>
                <a:lnTo>
                  <a:pt x="594" y="3161677"/>
                </a:lnTo>
                <a:lnTo>
                  <a:pt x="1092" y="3161709"/>
                </a:lnTo>
                <a:close/>
                <a:moveTo>
                  <a:pt x="7762529" y="2447425"/>
                </a:moveTo>
                <a:cubicBezTo>
                  <a:pt x="7815805" y="2718331"/>
                  <a:pt x="8030648" y="2933128"/>
                  <a:pt x="8305838" y="2992271"/>
                </a:cubicBezTo>
                <a:cubicBezTo>
                  <a:pt x="8252563" y="2721365"/>
                  <a:pt x="8037719" y="2506568"/>
                  <a:pt x="7762529" y="2447425"/>
                </a:cubicBezTo>
                <a:close/>
                <a:moveTo>
                  <a:pt x="7455280" y="2447425"/>
                </a:moveTo>
                <a:cubicBezTo>
                  <a:pt x="7180090" y="2506568"/>
                  <a:pt x="6965246" y="2721365"/>
                  <a:pt x="6911971" y="2992271"/>
                </a:cubicBezTo>
                <a:cubicBezTo>
                  <a:pt x="7187161" y="2933128"/>
                  <a:pt x="7402004" y="2718331"/>
                  <a:pt x="7455280" y="2447425"/>
                </a:cubicBezTo>
                <a:close/>
                <a:moveTo>
                  <a:pt x="6070378" y="2447425"/>
                </a:moveTo>
                <a:cubicBezTo>
                  <a:pt x="6123654" y="2718331"/>
                  <a:pt x="6338497" y="2933128"/>
                  <a:pt x="6613687" y="2992271"/>
                </a:cubicBezTo>
                <a:cubicBezTo>
                  <a:pt x="6560412" y="2721365"/>
                  <a:pt x="6345568" y="2506568"/>
                  <a:pt x="6070378" y="2447425"/>
                </a:cubicBezTo>
                <a:close/>
                <a:moveTo>
                  <a:pt x="5763129" y="2447425"/>
                </a:moveTo>
                <a:cubicBezTo>
                  <a:pt x="5487939" y="2506568"/>
                  <a:pt x="5273095" y="2721365"/>
                  <a:pt x="5219820" y="2992271"/>
                </a:cubicBezTo>
                <a:cubicBezTo>
                  <a:pt x="5495010" y="2933128"/>
                  <a:pt x="5709853" y="2718331"/>
                  <a:pt x="5763129" y="2447425"/>
                </a:cubicBezTo>
                <a:close/>
                <a:moveTo>
                  <a:pt x="4378227" y="2447425"/>
                </a:moveTo>
                <a:cubicBezTo>
                  <a:pt x="4431503" y="2718331"/>
                  <a:pt x="4646346" y="2933128"/>
                  <a:pt x="4921536" y="2992271"/>
                </a:cubicBezTo>
                <a:cubicBezTo>
                  <a:pt x="4868261" y="2721365"/>
                  <a:pt x="4653417" y="2506568"/>
                  <a:pt x="4378227" y="2447425"/>
                </a:cubicBezTo>
                <a:close/>
                <a:moveTo>
                  <a:pt x="4070978" y="2447425"/>
                </a:moveTo>
                <a:cubicBezTo>
                  <a:pt x="3795788" y="2506568"/>
                  <a:pt x="3580944" y="2721365"/>
                  <a:pt x="3527669" y="2992271"/>
                </a:cubicBezTo>
                <a:cubicBezTo>
                  <a:pt x="3802859" y="2933128"/>
                  <a:pt x="4017702" y="2718331"/>
                  <a:pt x="4070978" y="2447425"/>
                </a:cubicBezTo>
                <a:close/>
                <a:moveTo>
                  <a:pt x="2686076" y="2447425"/>
                </a:moveTo>
                <a:cubicBezTo>
                  <a:pt x="2739352" y="2718331"/>
                  <a:pt x="2954195" y="2933128"/>
                  <a:pt x="3229385" y="2992271"/>
                </a:cubicBezTo>
                <a:cubicBezTo>
                  <a:pt x="3176110" y="2721365"/>
                  <a:pt x="2961266" y="2506568"/>
                  <a:pt x="2686076" y="2447425"/>
                </a:cubicBezTo>
                <a:close/>
                <a:moveTo>
                  <a:pt x="2378827" y="2447425"/>
                </a:moveTo>
                <a:cubicBezTo>
                  <a:pt x="2103637" y="2506568"/>
                  <a:pt x="1888793" y="2721365"/>
                  <a:pt x="1835518" y="2992271"/>
                </a:cubicBezTo>
                <a:cubicBezTo>
                  <a:pt x="2110708" y="2933128"/>
                  <a:pt x="2325551" y="2718331"/>
                  <a:pt x="2378827" y="2447425"/>
                </a:cubicBezTo>
                <a:close/>
                <a:moveTo>
                  <a:pt x="993925" y="2447425"/>
                </a:moveTo>
                <a:cubicBezTo>
                  <a:pt x="1047201" y="2718331"/>
                  <a:pt x="1262044" y="2933128"/>
                  <a:pt x="1537234" y="2992271"/>
                </a:cubicBezTo>
                <a:cubicBezTo>
                  <a:pt x="1483959" y="2721365"/>
                  <a:pt x="1269115" y="2506568"/>
                  <a:pt x="993925" y="2447425"/>
                </a:cubicBezTo>
                <a:close/>
                <a:moveTo>
                  <a:pt x="686676" y="2447425"/>
                </a:moveTo>
                <a:cubicBezTo>
                  <a:pt x="411486" y="2506568"/>
                  <a:pt x="196642" y="2721365"/>
                  <a:pt x="143367" y="2992271"/>
                </a:cubicBezTo>
                <a:cubicBezTo>
                  <a:pt x="418557" y="2933128"/>
                  <a:pt x="633400" y="2718331"/>
                  <a:pt x="686676" y="2447425"/>
                </a:cubicBezTo>
                <a:close/>
                <a:moveTo>
                  <a:pt x="9139239" y="2321311"/>
                </a:moveTo>
                <a:lnTo>
                  <a:pt x="9139239" y="2449820"/>
                </a:lnTo>
                <a:lnTo>
                  <a:pt x="9047261" y="2476706"/>
                </a:lnTo>
                <a:cubicBezTo>
                  <a:pt x="8821055" y="2561144"/>
                  <a:pt x="8650738" y="2755228"/>
                  <a:pt x="8604122" y="2992271"/>
                </a:cubicBezTo>
                <a:cubicBezTo>
                  <a:pt x="8844913" y="2940521"/>
                  <a:pt x="9039501" y="2769598"/>
                  <a:pt x="9120077" y="2546190"/>
                </a:cubicBezTo>
                <a:lnTo>
                  <a:pt x="9139239" y="2477003"/>
                </a:lnTo>
                <a:lnTo>
                  <a:pt x="9139239" y="2782562"/>
                </a:lnTo>
                <a:lnTo>
                  <a:pt x="9135069" y="2789374"/>
                </a:lnTo>
                <a:cubicBezTo>
                  <a:pt x="9008919" y="2963003"/>
                  <a:pt x="8815033" y="3086603"/>
                  <a:pt x="8590751" y="3123727"/>
                </a:cubicBezTo>
                <a:lnTo>
                  <a:pt x="8590635" y="3124875"/>
                </a:lnTo>
                <a:cubicBezTo>
                  <a:pt x="8585324" y="3125886"/>
                  <a:pt x="8579995" y="3126834"/>
                  <a:pt x="8574418" y="3126415"/>
                </a:cubicBezTo>
                <a:cubicBezTo>
                  <a:pt x="8543246" y="3131969"/>
                  <a:pt x="8511366" y="3134950"/>
                  <a:pt x="8478991" y="3135477"/>
                </a:cubicBezTo>
                <a:lnTo>
                  <a:pt x="8461873" y="3137103"/>
                </a:lnTo>
                <a:lnTo>
                  <a:pt x="8461847" y="3136608"/>
                </a:lnTo>
                <a:lnTo>
                  <a:pt x="8461348" y="3136641"/>
                </a:lnTo>
                <a:cubicBezTo>
                  <a:pt x="8460782" y="3132839"/>
                  <a:pt x="8460755" y="3129023"/>
                  <a:pt x="8460755" y="3125201"/>
                </a:cubicBezTo>
                <a:cubicBezTo>
                  <a:pt x="8460755" y="3119519"/>
                  <a:pt x="8460814" y="3113850"/>
                  <a:pt x="8462126" y="3108220"/>
                </a:cubicBezTo>
                <a:cubicBezTo>
                  <a:pt x="8462083" y="3076892"/>
                  <a:pt x="8464533" y="3046007"/>
                  <a:pt x="8469590" y="3015763"/>
                </a:cubicBezTo>
                <a:lnTo>
                  <a:pt x="8470130" y="3009073"/>
                </a:lnTo>
                <a:cubicBezTo>
                  <a:pt x="8470299" y="3009068"/>
                  <a:pt x="8470468" y="3009063"/>
                  <a:pt x="8470636" y="3009010"/>
                </a:cubicBezTo>
                <a:cubicBezTo>
                  <a:pt x="8514628" y="2700252"/>
                  <a:pt x="8735297" y="2446688"/>
                  <a:pt x="9030178" y="2348329"/>
                </a:cubicBezTo>
                <a:close/>
                <a:moveTo>
                  <a:pt x="7620280" y="2302594"/>
                </a:moveTo>
                <a:lnTo>
                  <a:pt x="7637367" y="2304217"/>
                </a:lnTo>
                <a:cubicBezTo>
                  <a:pt x="7669753" y="2304744"/>
                  <a:pt x="7701646" y="2307725"/>
                  <a:pt x="7732829" y="2313282"/>
                </a:cubicBezTo>
                <a:cubicBezTo>
                  <a:pt x="7738405" y="2312863"/>
                  <a:pt x="7743733" y="2313811"/>
                  <a:pt x="7749042" y="2314821"/>
                </a:cubicBezTo>
                <a:lnTo>
                  <a:pt x="7749159" y="2315969"/>
                </a:lnTo>
                <a:cubicBezTo>
                  <a:pt x="8108009" y="2375367"/>
                  <a:pt x="8389048" y="2656144"/>
                  <a:pt x="8439324" y="3009010"/>
                </a:cubicBezTo>
                <a:cubicBezTo>
                  <a:pt x="8439492" y="3009063"/>
                  <a:pt x="8439661" y="3009068"/>
                  <a:pt x="8439830" y="3009073"/>
                </a:cubicBezTo>
                <a:lnTo>
                  <a:pt x="8440370" y="3015763"/>
                </a:lnTo>
                <a:cubicBezTo>
                  <a:pt x="8445427" y="3046007"/>
                  <a:pt x="8447877" y="3076892"/>
                  <a:pt x="8447834" y="3108220"/>
                </a:cubicBezTo>
                <a:cubicBezTo>
                  <a:pt x="8449146" y="3113850"/>
                  <a:pt x="8449205" y="3119519"/>
                  <a:pt x="8449205" y="3125201"/>
                </a:cubicBezTo>
                <a:cubicBezTo>
                  <a:pt x="8449205" y="3129023"/>
                  <a:pt x="8449178" y="3132839"/>
                  <a:pt x="8448612" y="3136641"/>
                </a:cubicBezTo>
                <a:lnTo>
                  <a:pt x="8448113" y="3136608"/>
                </a:lnTo>
                <a:lnTo>
                  <a:pt x="8448087" y="3137103"/>
                </a:lnTo>
                <a:lnTo>
                  <a:pt x="8430969" y="3135477"/>
                </a:lnTo>
                <a:cubicBezTo>
                  <a:pt x="8398594" y="3134950"/>
                  <a:pt x="8366714" y="3131969"/>
                  <a:pt x="8335542" y="3126415"/>
                </a:cubicBezTo>
                <a:cubicBezTo>
                  <a:pt x="8329965" y="3126834"/>
                  <a:pt x="8324636" y="3125886"/>
                  <a:pt x="8319325" y="3124875"/>
                </a:cubicBezTo>
                <a:lnTo>
                  <a:pt x="8319209" y="3123727"/>
                </a:lnTo>
                <a:cubicBezTo>
                  <a:pt x="7960358" y="3064328"/>
                  <a:pt x="7679319" y="2783551"/>
                  <a:pt x="7629044" y="2430686"/>
                </a:cubicBezTo>
                <a:cubicBezTo>
                  <a:pt x="7628876" y="2430633"/>
                  <a:pt x="7628708" y="2430628"/>
                  <a:pt x="7628538" y="2430623"/>
                </a:cubicBezTo>
                <a:lnTo>
                  <a:pt x="7628000" y="2423947"/>
                </a:lnTo>
                <a:cubicBezTo>
                  <a:pt x="7622941" y="2393697"/>
                  <a:pt x="7620490" y="2362806"/>
                  <a:pt x="7620533" y="2331471"/>
                </a:cubicBezTo>
                <a:cubicBezTo>
                  <a:pt x="7619221" y="2325843"/>
                  <a:pt x="7619162" y="2320176"/>
                  <a:pt x="7619162" y="2314495"/>
                </a:cubicBezTo>
                <a:lnTo>
                  <a:pt x="7619756" y="2303055"/>
                </a:lnTo>
                <a:lnTo>
                  <a:pt x="7620254" y="2303088"/>
                </a:lnTo>
                <a:close/>
                <a:moveTo>
                  <a:pt x="7597529" y="2302594"/>
                </a:moveTo>
                <a:lnTo>
                  <a:pt x="7597555" y="2303088"/>
                </a:lnTo>
                <a:lnTo>
                  <a:pt x="7598053" y="2303055"/>
                </a:lnTo>
                <a:lnTo>
                  <a:pt x="7598647" y="2314495"/>
                </a:lnTo>
                <a:cubicBezTo>
                  <a:pt x="7598647" y="2320176"/>
                  <a:pt x="7598588" y="2325843"/>
                  <a:pt x="7597276" y="2331471"/>
                </a:cubicBezTo>
                <a:cubicBezTo>
                  <a:pt x="7597319" y="2362806"/>
                  <a:pt x="7594868" y="2393697"/>
                  <a:pt x="7589809" y="2423947"/>
                </a:cubicBezTo>
                <a:lnTo>
                  <a:pt x="7589271" y="2430623"/>
                </a:lnTo>
                <a:cubicBezTo>
                  <a:pt x="7589101" y="2430628"/>
                  <a:pt x="7588933" y="2430633"/>
                  <a:pt x="7588765" y="2430686"/>
                </a:cubicBezTo>
                <a:cubicBezTo>
                  <a:pt x="7538490" y="2783551"/>
                  <a:pt x="7257451" y="3064328"/>
                  <a:pt x="6898600" y="3123727"/>
                </a:cubicBezTo>
                <a:lnTo>
                  <a:pt x="6898484" y="3124875"/>
                </a:lnTo>
                <a:cubicBezTo>
                  <a:pt x="6893173" y="3125886"/>
                  <a:pt x="6887844" y="3126834"/>
                  <a:pt x="6882267" y="3126415"/>
                </a:cubicBezTo>
                <a:cubicBezTo>
                  <a:pt x="6851095" y="3131969"/>
                  <a:pt x="6819215" y="3134950"/>
                  <a:pt x="6786841" y="3135477"/>
                </a:cubicBezTo>
                <a:lnTo>
                  <a:pt x="6769722" y="3137103"/>
                </a:lnTo>
                <a:lnTo>
                  <a:pt x="6769696" y="3136608"/>
                </a:lnTo>
                <a:lnTo>
                  <a:pt x="6769197" y="3136641"/>
                </a:lnTo>
                <a:cubicBezTo>
                  <a:pt x="6768631" y="3132839"/>
                  <a:pt x="6768604" y="3129023"/>
                  <a:pt x="6768604" y="3125201"/>
                </a:cubicBezTo>
                <a:cubicBezTo>
                  <a:pt x="6768604" y="3119519"/>
                  <a:pt x="6768663" y="3113850"/>
                  <a:pt x="6769975" y="3108220"/>
                </a:cubicBezTo>
                <a:cubicBezTo>
                  <a:pt x="6769933" y="3076892"/>
                  <a:pt x="6772382" y="3046007"/>
                  <a:pt x="6777439" y="3015763"/>
                </a:cubicBezTo>
                <a:lnTo>
                  <a:pt x="6777979" y="3009073"/>
                </a:lnTo>
                <a:cubicBezTo>
                  <a:pt x="6778148" y="3009068"/>
                  <a:pt x="6778317" y="3009063"/>
                  <a:pt x="6778485" y="3009010"/>
                </a:cubicBezTo>
                <a:cubicBezTo>
                  <a:pt x="6828761" y="2656144"/>
                  <a:pt x="7109800" y="2375367"/>
                  <a:pt x="7468650" y="2315969"/>
                </a:cubicBezTo>
                <a:lnTo>
                  <a:pt x="7468767" y="2314821"/>
                </a:lnTo>
                <a:cubicBezTo>
                  <a:pt x="7474076" y="2313811"/>
                  <a:pt x="7479404" y="2312863"/>
                  <a:pt x="7484980" y="2313282"/>
                </a:cubicBezTo>
                <a:cubicBezTo>
                  <a:pt x="7516163" y="2307725"/>
                  <a:pt x="7548056" y="2304744"/>
                  <a:pt x="7580442" y="2304217"/>
                </a:cubicBezTo>
                <a:close/>
                <a:moveTo>
                  <a:pt x="5928129" y="2302594"/>
                </a:moveTo>
                <a:lnTo>
                  <a:pt x="5945217" y="2304217"/>
                </a:lnTo>
                <a:cubicBezTo>
                  <a:pt x="5977602" y="2304744"/>
                  <a:pt x="6009495" y="2307725"/>
                  <a:pt x="6040678" y="2313282"/>
                </a:cubicBezTo>
                <a:cubicBezTo>
                  <a:pt x="6046254" y="2312863"/>
                  <a:pt x="6051582" y="2313811"/>
                  <a:pt x="6056891" y="2314821"/>
                </a:cubicBezTo>
                <a:lnTo>
                  <a:pt x="6057008" y="2315969"/>
                </a:lnTo>
                <a:cubicBezTo>
                  <a:pt x="6415858" y="2375367"/>
                  <a:pt x="6696897" y="2656144"/>
                  <a:pt x="6747174" y="3009010"/>
                </a:cubicBezTo>
                <a:cubicBezTo>
                  <a:pt x="6747341" y="3009063"/>
                  <a:pt x="6747511" y="3009068"/>
                  <a:pt x="6747679" y="3009073"/>
                </a:cubicBezTo>
                <a:lnTo>
                  <a:pt x="6748220" y="3015763"/>
                </a:lnTo>
                <a:cubicBezTo>
                  <a:pt x="6753276" y="3046007"/>
                  <a:pt x="6755726" y="3076892"/>
                  <a:pt x="6755684" y="3108220"/>
                </a:cubicBezTo>
                <a:cubicBezTo>
                  <a:pt x="6756996" y="3113850"/>
                  <a:pt x="6757054" y="3119519"/>
                  <a:pt x="6757054" y="3125201"/>
                </a:cubicBezTo>
                <a:cubicBezTo>
                  <a:pt x="6757054" y="3129023"/>
                  <a:pt x="6757027" y="3132839"/>
                  <a:pt x="6756461" y="3136641"/>
                </a:cubicBezTo>
                <a:lnTo>
                  <a:pt x="6755962" y="3136608"/>
                </a:lnTo>
                <a:lnTo>
                  <a:pt x="6755936" y="3137103"/>
                </a:lnTo>
                <a:lnTo>
                  <a:pt x="6738818" y="3135477"/>
                </a:lnTo>
                <a:cubicBezTo>
                  <a:pt x="6706444" y="3134950"/>
                  <a:pt x="6674563" y="3131969"/>
                  <a:pt x="6643391" y="3126415"/>
                </a:cubicBezTo>
                <a:cubicBezTo>
                  <a:pt x="6637814" y="3126834"/>
                  <a:pt x="6632485" y="3125886"/>
                  <a:pt x="6627175" y="3124875"/>
                </a:cubicBezTo>
                <a:lnTo>
                  <a:pt x="6627059" y="3123727"/>
                </a:lnTo>
                <a:cubicBezTo>
                  <a:pt x="6268207" y="3064328"/>
                  <a:pt x="5987168" y="2783551"/>
                  <a:pt x="5936893" y="2430686"/>
                </a:cubicBezTo>
                <a:cubicBezTo>
                  <a:pt x="5936725" y="2430633"/>
                  <a:pt x="5936557" y="2430628"/>
                  <a:pt x="5936387" y="2430623"/>
                </a:cubicBezTo>
                <a:lnTo>
                  <a:pt x="5935849" y="2423947"/>
                </a:lnTo>
                <a:cubicBezTo>
                  <a:pt x="5930790" y="2393697"/>
                  <a:pt x="5928340" y="2362806"/>
                  <a:pt x="5928382" y="2331471"/>
                </a:cubicBezTo>
                <a:cubicBezTo>
                  <a:pt x="5927070" y="2325843"/>
                  <a:pt x="5927011" y="2320176"/>
                  <a:pt x="5927011" y="2314495"/>
                </a:cubicBezTo>
                <a:lnTo>
                  <a:pt x="5927605" y="2303055"/>
                </a:lnTo>
                <a:lnTo>
                  <a:pt x="5928103" y="2303088"/>
                </a:lnTo>
                <a:close/>
                <a:moveTo>
                  <a:pt x="5905378" y="2302594"/>
                </a:moveTo>
                <a:lnTo>
                  <a:pt x="5905404" y="2303088"/>
                </a:lnTo>
                <a:lnTo>
                  <a:pt x="5905902" y="2303055"/>
                </a:lnTo>
                <a:lnTo>
                  <a:pt x="5906496" y="2314495"/>
                </a:lnTo>
                <a:cubicBezTo>
                  <a:pt x="5906496" y="2320176"/>
                  <a:pt x="5906438" y="2325843"/>
                  <a:pt x="5905126" y="2331471"/>
                </a:cubicBezTo>
                <a:cubicBezTo>
                  <a:pt x="5905168" y="2362806"/>
                  <a:pt x="5902717" y="2393697"/>
                  <a:pt x="5897659" y="2423947"/>
                </a:cubicBezTo>
                <a:lnTo>
                  <a:pt x="5897120" y="2430623"/>
                </a:lnTo>
                <a:cubicBezTo>
                  <a:pt x="5896951" y="2430628"/>
                  <a:pt x="5896782" y="2430633"/>
                  <a:pt x="5896615" y="2430686"/>
                </a:cubicBezTo>
                <a:cubicBezTo>
                  <a:pt x="5846339" y="2783551"/>
                  <a:pt x="5565300" y="3064328"/>
                  <a:pt x="5206449" y="3123727"/>
                </a:cubicBezTo>
                <a:lnTo>
                  <a:pt x="5206334" y="3124875"/>
                </a:lnTo>
                <a:cubicBezTo>
                  <a:pt x="5201022" y="3125886"/>
                  <a:pt x="5195693" y="3126834"/>
                  <a:pt x="5190116" y="3126415"/>
                </a:cubicBezTo>
                <a:cubicBezTo>
                  <a:pt x="5158944" y="3131969"/>
                  <a:pt x="5127065" y="3134950"/>
                  <a:pt x="5094690" y="3135477"/>
                </a:cubicBezTo>
                <a:lnTo>
                  <a:pt x="5077571" y="3137103"/>
                </a:lnTo>
                <a:lnTo>
                  <a:pt x="5077545" y="3136608"/>
                </a:lnTo>
                <a:lnTo>
                  <a:pt x="5077046" y="3136641"/>
                </a:lnTo>
                <a:cubicBezTo>
                  <a:pt x="5076480" y="3132839"/>
                  <a:pt x="5076453" y="3129023"/>
                  <a:pt x="5076453" y="3125201"/>
                </a:cubicBezTo>
                <a:cubicBezTo>
                  <a:pt x="5076453" y="3119519"/>
                  <a:pt x="5076512" y="3113850"/>
                  <a:pt x="5077824" y="3108220"/>
                </a:cubicBezTo>
                <a:cubicBezTo>
                  <a:pt x="5077782" y="3076892"/>
                  <a:pt x="5080231" y="3046007"/>
                  <a:pt x="5085288" y="3015763"/>
                </a:cubicBezTo>
                <a:lnTo>
                  <a:pt x="5085828" y="3009073"/>
                </a:lnTo>
                <a:cubicBezTo>
                  <a:pt x="5085997" y="3009068"/>
                  <a:pt x="5086166" y="3009063"/>
                  <a:pt x="5086334" y="3009010"/>
                </a:cubicBezTo>
                <a:cubicBezTo>
                  <a:pt x="5136610" y="2656144"/>
                  <a:pt x="5417649" y="2375367"/>
                  <a:pt x="5776501" y="2315969"/>
                </a:cubicBezTo>
                <a:lnTo>
                  <a:pt x="5776617" y="2314821"/>
                </a:lnTo>
                <a:cubicBezTo>
                  <a:pt x="5781926" y="2313811"/>
                  <a:pt x="5787253" y="2312863"/>
                  <a:pt x="5792829" y="2313282"/>
                </a:cubicBezTo>
                <a:cubicBezTo>
                  <a:pt x="5824013" y="2307725"/>
                  <a:pt x="5855905" y="2304744"/>
                  <a:pt x="5888291" y="2304217"/>
                </a:cubicBezTo>
                <a:close/>
                <a:moveTo>
                  <a:pt x="4235979" y="2302594"/>
                </a:moveTo>
                <a:lnTo>
                  <a:pt x="4253065" y="2304217"/>
                </a:lnTo>
                <a:cubicBezTo>
                  <a:pt x="4285451" y="2304744"/>
                  <a:pt x="4317343" y="2307725"/>
                  <a:pt x="4348528" y="2313282"/>
                </a:cubicBezTo>
                <a:cubicBezTo>
                  <a:pt x="4354104" y="2312863"/>
                  <a:pt x="4359431" y="2313811"/>
                  <a:pt x="4364739" y="2314821"/>
                </a:cubicBezTo>
                <a:lnTo>
                  <a:pt x="4364856" y="2315969"/>
                </a:lnTo>
                <a:cubicBezTo>
                  <a:pt x="4723707" y="2375367"/>
                  <a:pt x="5004746" y="2656144"/>
                  <a:pt x="5055022" y="3009010"/>
                </a:cubicBezTo>
                <a:cubicBezTo>
                  <a:pt x="5055190" y="3009063"/>
                  <a:pt x="5055359" y="3009068"/>
                  <a:pt x="5055528" y="3009073"/>
                </a:cubicBezTo>
                <a:lnTo>
                  <a:pt x="5056068" y="3015763"/>
                </a:lnTo>
                <a:cubicBezTo>
                  <a:pt x="5061125" y="3046007"/>
                  <a:pt x="5063574" y="3076892"/>
                  <a:pt x="5063532" y="3108220"/>
                </a:cubicBezTo>
                <a:cubicBezTo>
                  <a:pt x="5064844" y="3113850"/>
                  <a:pt x="5064903" y="3119519"/>
                  <a:pt x="5064903" y="3125201"/>
                </a:cubicBezTo>
                <a:cubicBezTo>
                  <a:pt x="5064903" y="3129023"/>
                  <a:pt x="5064876" y="3132839"/>
                  <a:pt x="5064310" y="3136641"/>
                </a:cubicBezTo>
                <a:lnTo>
                  <a:pt x="5063811" y="3136608"/>
                </a:lnTo>
                <a:lnTo>
                  <a:pt x="5063785" y="3137103"/>
                </a:lnTo>
                <a:lnTo>
                  <a:pt x="5046666" y="3135477"/>
                </a:lnTo>
                <a:cubicBezTo>
                  <a:pt x="5014292" y="3134950"/>
                  <a:pt x="4982412" y="3131969"/>
                  <a:pt x="4951241" y="3126415"/>
                </a:cubicBezTo>
                <a:cubicBezTo>
                  <a:pt x="4945663" y="3126834"/>
                  <a:pt x="4940334" y="3125886"/>
                  <a:pt x="4935023" y="3124875"/>
                </a:cubicBezTo>
                <a:lnTo>
                  <a:pt x="4934907" y="3123727"/>
                </a:lnTo>
                <a:cubicBezTo>
                  <a:pt x="4576056" y="3064328"/>
                  <a:pt x="4295017" y="2783551"/>
                  <a:pt x="4244741" y="2430686"/>
                </a:cubicBezTo>
                <a:cubicBezTo>
                  <a:pt x="4244574" y="2430633"/>
                  <a:pt x="4244405" y="2430628"/>
                  <a:pt x="4244236" y="2430623"/>
                </a:cubicBezTo>
                <a:lnTo>
                  <a:pt x="4243697" y="2423947"/>
                </a:lnTo>
                <a:cubicBezTo>
                  <a:pt x="4238639" y="2393697"/>
                  <a:pt x="4236188" y="2362806"/>
                  <a:pt x="4236230" y="2331471"/>
                </a:cubicBezTo>
                <a:cubicBezTo>
                  <a:pt x="4234918" y="2325843"/>
                  <a:pt x="4234860" y="2320176"/>
                  <a:pt x="4234860" y="2314495"/>
                </a:cubicBezTo>
                <a:lnTo>
                  <a:pt x="4235454" y="2303055"/>
                </a:lnTo>
                <a:lnTo>
                  <a:pt x="4235952" y="2303088"/>
                </a:lnTo>
                <a:close/>
                <a:moveTo>
                  <a:pt x="4213227" y="2302594"/>
                </a:moveTo>
                <a:lnTo>
                  <a:pt x="4213253" y="2303088"/>
                </a:lnTo>
                <a:lnTo>
                  <a:pt x="4213751" y="2303055"/>
                </a:lnTo>
                <a:lnTo>
                  <a:pt x="4214345" y="2314495"/>
                </a:lnTo>
                <a:cubicBezTo>
                  <a:pt x="4214345" y="2320176"/>
                  <a:pt x="4214286" y="2325843"/>
                  <a:pt x="4212974" y="2331471"/>
                </a:cubicBezTo>
                <a:cubicBezTo>
                  <a:pt x="4213016" y="2362806"/>
                  <a:pt x="4210566" y="2393697"/>
                  <a:pt x="4205507" y="2423947"/>
                </a:cubicBezTo>
                <a:lnTo>
                  <a:pt x="4204969" y="2430623"/>
                </a:lnTo>
                <a:cubicBezTo>
                  <a:pt x="4204799" y="2430628"/>
                  <a:pt x="4204631" y="2430633"/>
                  <a:pt x="4204463" y="2430686"/>
                </a:cubicBezTo>
                <a:cubicBezTo>
                  <a:pt x="4154188" y="2783551"/>
                  <a:pt x="3873149" y="3064328"/>
                  <a:pt x="3514297" y="3123727"/>
                </a:cubicBezTo>
                <a:lnTo>
                  <a:pt x="3514181" y="3124875"/>
                </a:lnTo>
                <a:cubicBezTo>
                  <a:pt x="3508871" y="3125886"/>
                  <a:pt x="3503542" y="3126834"/>
                  <a:pt x="3497965" y="3126415"/>
                </a:cubicBezTo>
                <a:cubicBezTo>
                  <a:pt x="3466793" y="3131969"/>
                  <a:pt x="3434912" y="3134950"/>
                  <a:pt x="3402538" y="3135477"/>
                </a:cubicBezTo>
                <a:lnTo>
                  <a:pt x="3385420" y="3137103"/>
                </a:lnTo>
                <a:lnTo>
                  <a:pt x="3385394" y="3136608"/>
                </a:lnTo>
                <a:lnTo>
                  <a:pt x="3384895" y="3136641"/>
                </a:lnTo>
                <a:cubicBezTo>
                  <a:pt x="3384329" y="3132839"/>
                  <a:pt x="3384302" y="3129023"/>
                  <a:pt x="3384302" y="3125201"/>
                </a:cubicBezTo>
                <a:cubicBezTo>
                  <a:pt x="3384302" y="3119519"/>
                  <a:pt x="3384360" y="3113850"/>
                  <a:pt x="3385672" y="3108220"/>
                </a:cubicBezTo>
                <a:cubicBezTo>
                  <a:pt x="3385630" y="3076892"/>
                  <a:pt x="3388080" y="3046007"/>
                  <a:pt x="3393136" y="3015763"/>
                </a:cubicBezTo>
                <a:lnTo>
                  <a:pt x="3393677" y="3009073"/>
                </a:lnTo>
                <a:cubicBezTo>
                  <a:pt x="3393845" y="3009068"/>
                  <a:pt x="3394015" y="3009063"/>
                  <a:pt x="3394182" y="3009010"/>
                </a:cubicBezTo>
                <a:cubicBezTo>
                  <a:pt x="3444459" y="2656144"/>
                  <a:pt x="3725498" y="2375367"/>
                  <a:pt x="4084348" y="2315969"/>
                </a:cubicBezTo>
                <a:lnTo>
                  <a:pt x="4084465" y="2314821"/>
                </a:lnTo>
                <a:cubicBezTo>
                  <a:pt x="4089774" y="2313811"/>
                  <a:pt x="4095102" y="2312863"/>
                  <a:pt x="4100678" y="2313282"/>
                </a:cubicBezTo>
                <a:cubicBezTo>
                  <a:pt x="4131861" y="2307725"/>
                  <a:pt x="4163754" y="2304744"/>
                  <a:pt x="4196139" y="2304217"/>
                </a:cubicBezTo>
                <a:close/>
                <a:moveTo>
                  <a:pt x="2543827" y="2302594"/>
                </a:moveTo>
                <a:lnTo>
                  <a:pt x="2560914" y="2304217"/>
                </a:lnTo>
                <a:cubicBezTo>
                  <a:pt x="2593300" y="2304744"/>
                  <a:pt x="2625192" y="2307725"/>
                  <a:pt x="2656376" y="2313282"/>
                </a:cubicBezTo>
                <a:cubicBezTo>
                  <a:pt x="2661952" y="2312863"/>
                  <a:pt x="2667280" y="2313811"/>
                  <a:pt x="2672588" y="2314821"/>
                </a:cubicBezTo>
                <a:lnTo>
                  <a:pt x="2672706" y="2315969"/>
                </a:lnTo>
                <a:cubicBezTo>
                  <a:pt x="3031556" y="2375367"/>
                  <a:pt x="3312595" y="2656144"/>
                  <a:pt x="3362871" y="3009010"/>
                </a:cubicBezTo>
                <a:cubicBezTo>
                  <a:pt x="3363039" y="3009063"/>
                  <a:pt x="3363208" y="3009068"/>
                  <a:pt x="3363377" y="3009073"/>
                </a:cubicBezTo>
                <a:lnTo>
                  <a:pt x="3363917" y="3015763"/>
                </a:lnTo>
                <a:cubicBezTo>
                  <a:pt x="3368974" y="3046007"/>
                  <a:pt x="3371423" y="3076892"/>
                  <a:pt x="3371381" y="3108220"/>
                </a:cubicBezTo>
                <a:cubicBezTo>
                  <a:pt x="3372693" y="3113850"/>
                  <a:pt x="3372752" y="3119519"/>
                  <a:pt x="3372752" y="3125201"/>
                </a:cubicBezTo>
                <a:cubicBezTo>
                  <a:pt x="3372752" y="3129023"/>
                  <a:pt x="3372725" y="3132839"/>
                  <a:pt x="3372159" y="3136641"/>
                </a:cubicBezTo>
                <a:lnTo>
                  <a:pt x="3371660" y="3136608"/>
                </a:lnTo>
                <a:lnTo>
                  <a:pt x="3371634" y="3137103"/>
                </a:lnTo>
                <a:lnTo>
                  <a:pt x="3354515" y="3135477"/>
                </a:lnTo>
                <a:cubicBezTo>
                  <a:pt x="3322141" y="3134950"/>
                  <a:pt x="3290261" y="3131969"/>
                  <a:pt x="3259089" y="3126415"/>
                </a:cubicBezTo>
                <a:cubicBezTo>
                  <a:pt x="3253512" y="3126834"/>
                  <a:pt x="3248183" y="3125886"/>
                  <a:pt x="3242872" y="3124875"/>
                </a:cubicBezTo>
                <a:lnTo>
                  <a:pt x="3242756" y="3123727"/>
                </a:lnTo>
                <a:cubicBezTo>
                  <a:pt x="2883905" y="3064328"/>
                  <a:pt x="2602866" y="2783551"/>
                  <a:pt x="2552590" y="2430686"/>
                </a:cubicBezTo>
                <a:cubicBezTo>
                  <a:pt x="2552423" y="2430633"/>
                  <a:pt x="2552254" y="2430628"/>
                  <a:pt x="2552085" y="2430623"/>
                </a:cubicBezTo>
                <a:lnTo>
                  <a:pt x="2551547" y="2423947"/>
                </a:lnTo>
                <a:cubicBezTo>
                  <a:pt x="2546488" y="2393697"/>
                  <a:pt x="2544037" y="2362806"/>
                  <a:pt x="2544079" y="2331471"/>
                </a:cubicBezTo>
                <a:cubicBezTo>
                  <a:pt x="2542767" y="2325843"/>
                  <a:pt x="2542709" y="2320176"/>
                  <a:pt x="2542709" y="2314495"/>
                </a:cubicBezTo>
                <a:lnTo>
                  <a:pt x="2543303" y="2303055"/>
                </a:lnTo>
                <a:lnTo>
                  <a:pt x="2543801" y="2303088"/>
                </a:lnTo>
                <a:close/>
                <a:moveTo>
                  <a:pt x="2521076" y="2302594"/>
                </a:moveTo>
                <a:lnTo>
                  <a:pt x="2521102" y="2303088"/>
                </a:lnTo>
                <a:lnTo>
                  <a:pt x="2521600" y="2303055"/>
                </a:lnTo>
                <a:lnTo>
                  <a:pt x="2522194" y="2314495"/>
                </a:lnTo>
                <a:cubicBezTo>
                  <a:pt x="2522194" y="2320176"/>
                  <a:pt x="2522135" y="2325843"/>
                  <a:pt x="2520823" y="2331471"/>
                </a:cubicBezTo>
                <a:cubicBezTo>
                  <a:pt x="2520865" y="2362806"/>
                  <a:pt x="2518415" y="2393697"/>
                  <a:pt x="2513356" y="2423947"/>
                </a:cubicBezTo>
                <a:lnTo>
                  <a:pt x="2512818" y="2430623"/>
                </a:lnTo>
                <a:cubicBezTo>
                  <a:pt x="2512648" y="2430628"/>
                  <a:pt x="2512480" y="2430633"/>
                  <a:pt x="2512312" y="2430686"/>
                </a:cubicBezTo>
                <a:cubicBezTo>
                  <a:pt x="2462037" y="2783551"/>
                  <a:pt x="2180998" y="3064328"/>
                  <a:pt x="1822147" y="3123727"/>
                </a:cubicBezTo>
                <a:lnTo>
                  <a:pt x="1822030" y="3124875"/>
                </a:lnTo>
                <a:cubicBezTo>
                  <a:pt x="1816720" y="3125886"/>
                  <a:pt x="1811391" y="3126834"/>
                  <a:pt x="1805814" y="3126415"/>
                </a:cubicBezTo>
                <a:cubicBezTo>
                  <a:pt x="1774642" y="3131969"/>
                  <a:pt x="1742762" y="3134950"/>
                  <a:pt x="1710387" y="3135477"/>
                </a:cubicBezTo>
                <a:lnTo>
                  <a:pt x="1693269" y="3137103"/>
                </a:lnTo>
                <a:lnTo>
                  <a:pt x="1693243" y="3136608"/>
                </a:lnTo>
                <a:lnTo>
                  <a:pt x="1692744" y="3136641"/>
                </a:lnTo>
                <a:cubicBezTo>
                  <a:pt x="1692178" y="3132839"/>
                  <a:pt x="1692151" y="3129023"/>
                  <a:pt x="1692151" y="3125201"/>
                </a:cubicBezTo>
                <a:cubicBezTo>
                  <a:pt x="1692151" y="3119519"/>
                  <a:pt x="1692209" y="3113850"/>
                  <a:pt x="1693521" y="3108220"/>
                </a:cubicBezTo>
                <a:cubicBezTo>
                  <a:pt x="1693479" y="3076892"/>
                  <a:pt x="1695929" y="3046007"/>
                  <a:pt x="1700985" y="3015763"/>
                </a:cubicBezTo>
                <a:lnTo>
                  <a:pt x="1701526" y="3009073"/>
                </a:lnTo>
                <a:cubicBezTo>
                  <a:pt x="1701694" y="3009068"/>
                  <a:pt x="1701864" y="3009063"/>
                  <a:pt x="1702031" y="3009010"/>
                </a:cubicBezTo>
                <a:cubicBezTo>
                  <a:pt x="1752308" y="2656144"/>
                  <a:pt x="2033347" y="2375367"/>
                  <a:pt x="2392197" y="2315969"/>
                </a:cubicBezTo>
                <a:lnTo>
                  <a:pt x="2392314" y="2314821"/>
                </a:lnTo>
                <a:cubicBezTo>
                  <a:pt x="2397623" y="2313811"/>
                  <a:pt x="2402951" y="2312863"/>
                  <a:pt x="2408527" y="2313282"/>
                </a:cubicBezTo>
                <a:cubicBezTo>
                  <a:pt x="2439710" y="2307725"/>
                  <a:pt x="2471603" y="2304744"/>
                  <a:pt x="2503988" y="2304217"/>
                </a:cubicBezTo>
                <a:close/>
                <a:moveTo>
                  <a:pt x="851676" y="2302594"/>
                </a:moveTo>
                <a:lnTo>
                  <a:pt x="868763" y="2304217"/>
                </a:lnTo>
                <a:cubicBezTo>
                  <a:pt x="901149" y="2304744"/>
                  <a:pt x="933041" y="2307725"/>
                  <a:pt x="964225" y="2313282"/>
                </a:cubicBezTo>
                <a:cubicBezTo>
                  <a:pt x="969801" y="2312863"/>
                  <a:pt x="975129" y="2313811"/>
                  <a:pt x="980437" y="2314821"/>
                </a:cubicBezTo>
                <a:lnTo>
                  <a:pt x="980555" y="2315969"/>
                </a:lnTo>
                <a:cubicBezTo>
                  <a:pt x="1339405" y="2375367"/>
                  <a:pt x="1620444" y="2656144"/>
                  <a:pt x="1670720" y="3009010"/>
                </a:cubicBezTo>
                <a:cubicBezTo>
                  <a:pt x="1670888" y="3009063"/>
                  <a:pt x="1671057" y="3009068"/>
                  <a:pt x="1671226" y="3009073"/>
                </a:cubicBezTo>
                <a:lnTo>
                  <a:pt x="1671766" y="3015763"/>
                </a:lnTo>
                <a:cubicBezTo>
                  <a:pt x="1676823" y="3046007"/>
                  <a:pt x="1679272" y="3076892"/>
                  <a:pt x="1679230" y="3108220"/>
                </a:cubicBezTo>
                <a:cubicBezTo>
                  <a:pt x="1680542" y="3113850"/>
                  <a:pt x="1680601" y="3119519"/>
                  <a:pt x="1680601" y="3125201"/>
                </a:cubicBezTo>
                <a:cubicBezTo>
                  <a:pt x="1680601" y="3129023"/>
                  <a:pt x="1680574" y="3132839"/>
                  <a:pt x="1680008" y="3136641"/>
                </a:cubicBezTo>
                <a:lnTo>
                  <a:pt x="1679509" y="3136608"/>
                </a:lnTo>
                <a:lnTo>
                  <a:pt x="1679483" y="3137103"/>
                </a:lnTo>
                <a:lnTo>
                  <a:pt x="1662364" y="3135477"/>
                </a:lnTo>
                <a:cubicBezTo>
                  <a:pt x="1629990" y="3134950"/>
                  <a:pt x="1598110" y="3131969"/>
                  <a:pt x="1566938" y="3126415"/>
                </a:cubicBezTo>
                <a:cubicBezTo>
                  <a:pt x="1561361" y="3126834"/>
                  <a:pt x="1556032" y="3125886"/>
                  <a:pt x="1550721" y="3124875"/>
                </a:cubicBezTo>
                <a:lnTo>
                  <a:pt x="1550605" y="3123727"/>
                </a:lnTo>
                <a:cubicBezTo>
                  <a:pt x="1191754" y="3064328"/>
                  <a:pt x="910715" y="2783551"/>
                  <a:pt x="860439" y="2430686"/>
                </a:cubicBezTo>
                <a:cubicBezTo>
                  <a:pt x="860272" y="2430633"/>
                  <a:pt x="860103" y="2430628"/>
                  <a:pt x="859934" y="2430623"/>
                </a:cubicBezTo>
                <a:lnTo>
                  <a:pt x="859396" y="2423947"/>
                </a:lnTo>
                <a:cubicBezTo>
                  <a:pt x="854337" y="2393697"/>
                  <a:pt x="851886" y="2362806"/>
                  <a:pt x="851928" y="2331471"/>
                </a:cubicBezTo>
                <a:cubicBezTo>
                  <a:pt x="850616" y="2325843"/>
                  <a:pt x="850558" y="2320176"/>
                  <a:pt x="850558" y="2314495"/>
                </a:cubicBezTo>
                <a:lnTo>
                  <a:pt x="851152" y="2303055"/>
                </a:lnTo>
                <a:lnTo>
                  <a:pt x="851650" y="2303088"/>
                </a:lnTo>
                <a:close/>
                <a:moveTo>
                  <a:pt x="828925" y="2302594"/>
                </a:moveTo>
                <a:lnTo>
                  <a:pt x="828951" y="2303088"/>
                </a:lnTo>
                <a:lnTo>
                  <a:pt x="829449" y="2303055"/>
                </a:lnTo>
                <a:lnTo>
                  <a:pt x="830043" y="2314495"/>
                </a:lnTo>
                <a:cubicBezTo>
                  <a:pt x="830043" y="2320176"/>
                  <a:pt x="829984" y="2325843"/>
                  <a:pt x="828672" y="2331471"/>
                </a:cubicBezTo>
                <a:cubicBezTo>
                  <a:pt x="828714" y="2362806"/>
                  <a:pt x="826264" y="2393697"/>
                  <a:pt x="821205" y="2423947"/>
                </a:cubicBezTo>
                <a:lnTo>
                  <a:pt x="820667" y="2430623"/>
                </a:lnTo>
                <a:cubicBezTo>
                  <a:pt x="820497" y="2430628"/>
                  <a:pt x="820329" y="2430633"/>
                  <a:pt x="820161" y="2430686"/>
                </a:cubicBezTo>
                <a:cubicBezTo>
                  <a:pt x="769886" y="2783551"/>
                  <a:pt x="488847" y="3064328"/>
                  <a:pt x="129995" y="3123727"/>
                </a:cubicBezTo>
                <a:lnTo>
                  <a:pt x="129879" y="3124875"/>
                </a:lnTo>
                <a:cubicBezTo>
                  <a:pt x="124569" y="3125886"/>
                  <a:pt x="119240" y="3126834"/>
                  <a:pt x="113663" y="3126415"/>
                </a:cubicBezTo>
                <a:cubicBezTo>
                  <a:pt x="82491" y="3131969"/>
                  <a:pt x="50611" y="3134950"/>
                  <a:pt x="18236" y="3135477"/>
                </a:cubicBezTo>
                <a:lnTo>
                  <a:pt x="1118" y="3137103"/>
                </a:lnTo>
                <a:lnTo>
                  <a:pt x="1092" y="3136608"/>
                </a:lnTo>
                <a:lnTo>
                  <a:pt x="593" y="3136641"/>
                </a:lnTo>
                <a:cubicBezTo>
                  <a:pt x="27" y="3132839"/>
                  <a:pt x="0" y="3129023"/>
                  <a:pt x="0" y="3125201"/>
                </a:cubicBezTo>
                <a:cubicBezTo>
                  <a:pt x="0" y="3119519"/>
                  <a:pt x="58" y="3113850"/>
                  <a:pt x="1370" y="3108220"/>
                </a:cubicBezTo>
                <a:cubicBezTo>
                  <a:pt x="1328" y="3076892"/>
                  <a:pt x="3778" y="3046007"/>
                  <a:pt x="8835" y="3015763"/>
                </a:cubicBezTo>
                <a:lnTo>
                  <a:pt x="9375" y="3009073"/>
                </a:lnTo>
                <a:cubicBezTo>
                  <a:pt x="9543" y="3009068"/>
                  <a:pt x="9713" y="3009063"/>
                  <a:pt x="9880" y="3009010"/>
                </a:cubicBezTo>
                <a:cubicBezTo>
                  <a:pt x="60157" y="2656144"/>
                  <a:pt x="341196" y="2375367"/>
                  <a:pt x="700046" y="2315969"/>
                </a:cubicBezTo>
                <a:lnTo>
                  <a:pt x="700163" y="2314821"/>
                </a:lnTo>
                <a:cubicBezTo>
                  <a:pt x="705472" y="2313811"/>
                  <a:pt x="710800" y="2312863"/>
                  <a:pt x="716376" y="2313282"/>
                </a:cubicBezTo>
                <a:cubicBezTo>
                  <a:pt x="747559" y="2307725"/>
                  <a:pt x="779452" y="2304744"/>
                  <a:pt x="811837" y="2304217"/>
                </a:cubicBezTo>
                <a:close/>
                <a:moveTo>
                  <a:pt x="8305836" y="1608087"/>
                </a:moveTo>
                <a:cubicBezTo>
                  <a:pt x="8030646" y="1666766"/>
                  <a:pt x="7815802" y="1879876"/>
                  <a:pt x="7762527" y="2148655"/>
                </a:cubicBezTo>
                <a:cubicBezTo>
                  <a:pt x="8037717" y="2089976"/>
                  <a:pt x="8252560" y="1876866"/>
                  <a:pt x="8305836" y="1608087"/>
                </a:cubicBezTo>
                <a:close/>
                <a:moveTo>
                  <a:pt x="6911971" y="1608087"/>
                </a:moveTo>
                <a:cubicBezTo>
                  <a:pt x="6965247" y="1876866"/>
                  <a:pt x="7180090" y="2089976"/>
                  <a:pt x="7455280" y="2148655"/>
                </a:cubicBezTo>
                <a:cubicBezTo>
                  <a:pt x="7402005" y="1879876"/>
                  <a:pt x="7187161" y="1666766"/>
                  <a:pt x="6911971" y="1608087"/>
                </a:cubicBezTo>
                <a:close/>
                <a:moveTo>
                  <a:pt x="6613685" y="1608087"/>
                </a:moveTo>
                <a:cubicBezTo>
                  <a:pt x="6338495" y="1666766"/>
                  <a:pt x="6123651" y="1879876"/>
                  <a:pt x="6070376" y="2148655"/>
                </a:cubicBezTo>
                <a:cubicBezTo>
                  <a:pt x="6345566" y="2089976"/>
                  <a:pt x="6560409" y="1876866"/>
                  <a:pt x="6613685" y="1608087"/>
                </a:cubicBezTo>
                <a:close/>
                <a:moveTo>
                  <a:pt x="5219820" y="1608087"/>
                </a:moveTo>
                <a:cubicBezTo>
                  <a:pt x="5273096" y="1876866"/>
                  <a:pt x="5487939" y="2089976"/>
                  <a:pt x="5763129" y="2148655"/>
                </a:cubicBezTo>
                <a:cubicBezTo>
                  <a:pt x="5709854" y="1879876"/>
                  <a:pt x="5495010" y="1666766"/>
                  <a:pt x="5219820" y="1608087"/>
                </a:cubicBezTo>
                <a:close/>
                <a:moveTo>
                  <a:pt x="4921534" y="1608087"/>
                </a:moveTo>
                <a:cubicBezTo>
                  <a:pt x="4646344" y="1666766"/>
                  <a:pt x="4431500" y="1879876"/>
                  <a:pt x="4378225" y="2148655"/>
                </a:cubicBezTo>
                <a:cubicBezTo>
                  <a:pt x="4653415" y="2089976"/>
                  <a:pt x="4868259" y="1876866"/>
                  <a:pt x="4921534" y="1608087"/>
                </a:cubicBezTo>
                <a:close/>
                <a:moveTo>
                  <a:pt x="3527669" y="1608087"/>
                </a:moveTo>
                <a:cubicBezTo>
                  <a:pt x="3580945" y="1876866"/>
                  <a:pt x="3795788" y="2089976"/>
                  <a:pt x="4070978" y="2148655"/>
                </a:cubicBezTo>
                <a:cubicBezTo>
                  <a:pt x="4017703" y="1879876"/>
                  <a:pt x="3802859" y="1666766"/>
                  <a:pt x="3527669" y="1608087"/>
                </a:cubicBezTo>
                <a:close/>
                <a:moveTo>
                  <a:pt x="3229383" y="1608087"/>
                </a:moveTo>
                <a:cubicBezTo>
                  <a:pt x="2954193" y="1666766"/>
                  <a:pt x="2739349" y="1879876"/>
                  <a:pt x="2686074" y="2148655"/>
                </a:cubicBezTo>
                <a:cubicBezTo>
                  <a:pt x="2961264" y="2089976"/>
                  <a:pt x="3176107" y="1876866"/>
                  <a:pt x="3229383" y="1608087"/>
                </a:cubicBezTo>
                <a:close/>
                <a:moveTo>
                  <a:pt x="1835518" y="1608087"/>
                </a:moveTo>
                <a:cubicBezTo>
                  <a:pt x="1888794" y="1876866"/>
                  <a:pt x="2103637" y="2089976"/>
                  <a:pt x="2378827" y="2148655"/>
                </a:cubicBezTo>
                <a:cubicBezTo>
                  <a:pt x="2325552" y="1879876"/>
                  <a:pt x="2110708" y="1666766"/>
                  <a:pt x="1835518" y="1608087"/>
                </a:cubicBezTo>
                <a:close/>
                <a:moveTo>
                  <a:pt x="1537232" y="1608087"/>
                </a:moveTo>
                <a:cubicBezTo>
                  <a:pt x="1262042" y="1666766"/>
                  <a:pt x="1047198" y="1879876"/>
                  <a:pt x="993923" y="2148655"/>
                </a:cubicBezTo>
                <a:cubicBezTo>
                  <a:pt x="1269113" y="2089976"/>
                  <a:pt x="1483956" y="1876866"/>
                  <a:pt x="1537232" y="1608087"/>
                </a:cubicBezTo>
                <a:close/>
                <a:moveTo>
                  <a:pt x="143367" y="1608087"/>
                </a:moveTo>
                <a:cubicBezTo>
                  <a:pt x="196643" y="1876866"/>
                  <a:pt x="411486" y="2089976"/>
                  <a:pt x="686676" y="2148655"/>
                </a:cubicBezTo>
                <a:cubicBezTo>
                  <a:pt x="633401" y="1879876"/>
                  <a:pt x="418557" y="1666766"/>
                  <a:pt x="143367" y="1608087"/>
                </a:cubicBezTo>
                <a:close/>
                <a:moveTo>
                  <a:pt x="8461873" y="1464394"/>
                </a:moveTo>
                <a:lnTo>
                  <a:pt x="8478960" y="1466004"/>
                </a:lnTo>
                <a:cubicBezTo>
                  <a:pt x="8511346" y="1466527"/>
                  <a:pt x="8543239" y="1469485"/>
                  <a:pt x="8574422" y="1474998"/>
                </a:cubicBezTo>
                <a:cubicBezTo>
                  <a:pt x="8579998" y="1474582"/>
                  <a:pt x="8585326" y="1475523"/>
                  <a:pt x="8590635" y="1476525"/>
                </a:cubicBezTo>
                <a:lnTo>
                  <a:pt x="8590752" y="1477664"/>
                </a:lnTo>
                <a:cubicBezTo>
                  <a:pt x="8815033" y="1514497"/>
                  <a:pt x="9008920" y="1637126"/>
                  <a:pt x="9135069" y="1809390"/>
                </a:cubicBezTo>
                <a:lnTo>
                  <a:pt x="9139239" y="1816149"/>
                </a:lnTo>
                <a:lnTo>
                  <a:pt x="9139239" y="2119309"/>
                </a:lnTo>
                <a:lnTo>
                  <a:pt x="9120077" y="2050665"/>
                </a:lnTo>
                <a:cubicBezTo>
                  <a:pt x="9039502" y="1829012"/>
                  <a:pt x="8844913" y="1659431"/>
                  <a:pt x="8604122" y="1608087"/>
                </a:cubicBezTo>
                <a:cubicBezTo>
                  <a:pt x="8650738" y="1843269"/>
                  <a:pt x="8821055" y="2035829"/>
                  <a:pt x="9047261" y="2119605"/>
                </a:cubicBezTo>
                <a:lnTo>
                  <a:pt x="9139239" y="2146279"/>
                </a:lnTo>
                <a:lnTo>
                  <a:pt x="9139239" y="2273778"/>
                </a:lnTo>
                <a:lnTo>
                  <a:pt x="9030179" y="2246972"/>
                </a:lnTo>
                <a:cubicBezTo>
                  <a:pt x="8735297" y="2149386"/>
                  <a:pt x="8514628" y="1897812"/>
                  <a:pt x="8470637" y="1591480"/>
                </a:cubicBezTo>
                <a:cubicBezTo>
                  <a:pt x="8470469" y="1591427"/>
                  <a:pt x="8470301" y="1591423"/>
                  <a:pt x="8470131" y="1591418"/>
                </a:cubicBezTo>
                <a:lnTo>
                  <a:pt x="8469593" y="1584794"/>
                </a:lnTo>
                <a:cubicBezTo>
                  <a:pt x="8464534" y="1554782"/>
                  <a:pt x="8462083" y="1524133"/>
                  <a:pt x="8462126" y="1493044"/>
                </a:cubicBezTo>
                <a:cubicBezTo>
                  <a:pt x="8460814" y="1487460"/>
                  <a:pt x="8460755" y="1481838"/>
                  <a:pt x="8460755" y="1476202"/>
                </a:cubicBezTo>
                <a:lnTo>
                  <a:pt x="8461349" y="1464852"/>
                </a:lnTo>
                <a:lnTo>
                  <a:pt x="8461847" y="1464884"/>
                </a:lnTo>
                <a:close/>
                <a:moveTo>
                  <a:pt x="8448085" y="1464394"/>
                </a:moveTo>
                <a:lnTo>
                  <a:pt x="8448111" y="1464884"/>
                </a:lnTo>
                <a:lnTo>
                  <a:pt x="8448609" y="1464852"/>
                </a:lnTo>
                <a:lnTo>
                  <a:pt x="8449203" y="1476202"/>
                </a:lnTo>
                <a:cubicBezTo>
                  <a:pt x="8449203" y="1481838"/>
                  <a:pt x="8449144" y="1487460"/>
                  <a:pt x="8447832" y="1493044"/>
                </a:cubicBezTo>
                <a:cubicBezTo>
                  <a:pt x="8447875" y="1524133"/>
                  <a:pt x="8445424" y="1554782"/>
                  <a:pt x="8440365" y="1584794"/>
                </a:cubicBezTo>
                <a:lnTo>
                  <a:pt x="8439827" y="1591418"/>
                </a:lnTo>
                <a:cubicBezTo>
                  <a:pt x="8439657" y="1591423"/>
                  <a:pt x="8439489" y="1591427"/>
                  <a:pt x="8439321" y="1591480"/>
                </a:cubicBezTo>
                <a:cubicBezTo>
                  <a:pt x="8389046" y="1941574"/>
                  <a:pt x="8108007" y="2220146"/>
                  <a:pt x="7749156" y="2279078"/>
                </a:cubicBezTo>
                <a:lnTo>
                  <a:pt x="7749040" y="2280217"/>
                </a:lnTo>
                <a:cubicBezTo>
                  <a:pt x="7743729" y="2281220"/>
                  <a:pt x="7738400" y="2282161"/>
                  <a:pt x="7732823" y="2281745"/>
                </a:cubicBezTo>
                <a:cubicBezTo>
                  <a:pt x="7701651" y="2287255"/>
                  <a:pt x="7669771" y="2290213"/>
                  <a:pt x="7637396" y="2290736"/>
                </a:cubicBezTo>
                <a:lnTo>
                  <a:pt x="7620278" y="2292349"/>
                </a:lnTo>
                <a:lnTo>
                  <a:pt x="7620252" y="2291858"/>
                </a:lnTo>
                <a:lnTo>
                  <a:pt x="7619753" y="2291891"/>
                </a:lnTo>
                <a:cubicBezTo>
                  <a:pt x="7619187" y="2288119"/>
                  <a:pt x="7619160" y="2284333"/>
                  <a:pt x="7619160" y="2280541"/>
                </a:cubicBezTo>
                <a:cubicBezTo>
                  <a:pt x="7619160" y="2274903"/>
                  <a:pt x="7619219" y="2269279"/>
                  <a:pt x="7620531" y="2263693"/>
                </a:cubicBezTo>
                <a:cubicBezTo>
                  <a:pt x="7620488" y="2232611"/>
                  <a:pt x="7622938" y="2201969"/>
                  <a:pt x="7627995" y="2171962"/>
                </a:cubicBezTo>
                <a:lnTo>
                  <a:pt x="7628535" y="2165325"/>
                </a:lnTo>
                <a:cubicBezTo>
                  <a:pt x="7628704" y="2165320"/>
                  <a:pt x="7628873" y="2165315"/>
                  <a:pt x="7629040" y="2165262"/>
                </a:cubicBezTo>
                <a:cubicBezTo>
                  <a:pt x="7679317" y="1815167"/>
                  <a:pt x="7960356" y="1536596"/>
                  <a:pt x="8319206" y="1477664"/>
                </a:cubicBezTo>
                <a:lnTo>
                  <a:pt x="8319323" y="1476525"/>
                </a:lnTo>
                <a:cubicBezTo>
                  <a:pt x="8324632" y="1475523"/>
                  <a:pt x="8329960" y="1474582"/>
                  <a:pt x="8335536" y="1474998"/>
                </a:cubicBezTo>
                <a:cubicBezTo>
                  <a:pt x="8366719" y="1469485"/>
                  <a:pt x="8398612" y="1466527"/>
                  <a:pt x="8430998" y="1466004"/>
                </a:cubicBezTo>
                <a:close/>
                <a:moveTo>
                  <a:pt x="6769722" y="1464394"/>
                </a:moveTo>
                <a:lnTo>
                  <a:pt x="6786810" y="1466004"/>
                </a:lnTo>
                <a:cubicBezTo>
                  <a:pt x="6819195" y="1466527"/>
                  <a:pt x="6851088" y="1469485"/>
                  <a:pt x="6882271" y="1474998"/>
                </a:cubicBezTo>
                <a:cubicBezTo>
                  <a:pt x="6887847" y="1474582"/>
                  <a:pt x="6893175" y="1475523"/>
                  <a:pt x="6898484" y="1476525"/>
                </a:cubicBezTo>
                <a:lnTo>
                  <a:pt x="6898601" y="1477664"/>
                </a:lnTo>
                <a:cubicBezTo>
                  <a:pt x="7257451" y="1536596"/>
                  <a:pt x="7538490" y="1815167"/>
                  <a:pt x="7588766" y="2165262"/>
                </a:cubicBezTo>
                <a:cubicBezTo>
                  <a:pt x="7588934" y="2165315"/>
                  <a:pt x="7589103" y="2165320"/>
                  <a:pt x="7589272" y="2165325"/>
                </a:cubicBezTo>
                <a:lnTo>
                  <a:pt x="7589812" y="2171962"/>
                </a:lnTo>
                <a:cubicBezTo>
                  <a:pt x="7594869" y="2201969"/>
                  <a:pt x="7597319" y="2232611"/>
                  <a:pt x="7597276" y="2263693"/>
                </a:cubicBezTo>
                <a:cubicBezTo>
                  <a:pt x="7598588" y="2269279"/>
                  <a:pt x="7598647" y="2274903"/>
                  <a:pt x="7598647" y="2280541"/>
                </a:cubicBezTo>
                <a:cubicBezTo>
                  <a:pt x="7598647" y="2284333"/>
                  <a:pt x="7598620" y="2288119"/>
                  <a:pt x="7598054" y="2291891"/>
                </a:cubicBezTo>
                <a:lnTo>
                  <a:pt x="7597555" y="2291858"/>
                </a:lnTo>
                <a:lnTo>
                  <a:pt x="7597529" y="2292349"/>
                </a:lnTo>
                <a:lnTo>
                  <a:pt x="7580411" y="2290736"/>
                </a:lnTo>
                <a:cubicBezTo>
                  <a:pt x="7548036" y="2290213"/>
                  <a:pt x="7516156" y="2287255"/>
                  <a:pt x="7484984" y="2281745"/>
                </a:cubicBezTo>
                <a:cubicBezTo>
                  <a:pt x="7479407" y="2282161"/>
                  <a:pt x="7474078" y="2281220"/>
                  <a:pt x="7468767" y="2280217"/>
                </a:cubicBezTo>
                <a:lnTo>
                  <a:pt x="7468651" y="2279078"/>
                </a:lnTo>
                <a:cubicBezTo>
                  <a:pt x="7109800" y="2220146"/>
                  <a:pt x="6828761" y="1941574"/>
                  <a:pt x="6778486" y="1591480"/>
                </a:cubicBezTo>
                <a:cubicBezTo>
                  <a:pt x="6778318" y="1591427"/>
                  <a:pt x="6778150" y="1591423"/>
                  <a:pt x="6777980" y="1591418"/>
                </a:cubicBezTo>
                <a:lnTo>
                  <a:pt x="6777442" y="1584794"/>
                </a:lnTo>
                <a:cubicBezTo>
                  <a:pt x="6772383" y="1554782"/>
                  <a:pt x="6769933" y="1524133"/>
                  <a:pt x="6769975" y="1493044"/>
                </a:cubicBezTo>
                <a:cubicBezTo>
                  <a:pt x="6768663" y="1487460"/>
                  <a:pt x="6768604" y="1481838"/>
                  <a:pt x="6768604" y="1476202"/>
                </a:cubicBezTo>
                <a:lnTo>
                  <a:pt x="6769198" y="1464852"/>
                </a:lnTo>
                <a:lnTo>
                  <a:pt x="6769696" y="1464884"/>
                </a:lnTo>
                <a:close/>
                <a:moveTo>
                  <a:pt x="6755934" y="1464394"/>
                </a:moveTo>
                <a:lnTo>
                  <a:pt x="6755960" y="1464884"/>
                </a:lnTo>
                <a:lnTo>
                  <a:pt x="6756458" y="1464852"/>
                </a:lnTo>
                <a:lnTo>
                  <a:pt x="6757052" y="1476202"/>
                </a:lnTo>
                <a:cubicBezTo>
                  <a:pt x="6757052" y="1481838"/>
                  <a:pt x="6756994" y="1487460"/>
                  <a:pt x="6755682" y="1493044"/>
                </a:cubicBezTo>
                <a:cubicBezTo>
                  <a:pt x="6755724" y="1524133"/>
                  <a:pt x="6753273" y="1554782"/>
                  <a:pt x="6748215" y="1584794"/>
                </a:cubicBezTo>
                <a:lnTo>
                  <a:pt x="6747676" y="1591418"/>
                </a:lnTo>
                <a:cubicBezTo>
                  <a:pt x="6747507" y="1591423"/>
                  <a:pt x="6747338" y="1591427"/>
                  <a:pt x="6747171" y="1591480"/>
                </a:cubicBezTo>
                <a:cubicBezTo>
                  <a:pt x="6696895" y="1941574"/>
                  <a:pt x="6415856" y="2220146"/>
                  <a:pt x="6057005" y="2279078"/>
                </a:cubicBezTo>
                <a:lnTo>
                  <a:pt x="6056889" y="2280217"/>
                </a:lnTo>
                <a:cubicBezTo>
                  <a:pt x="6051578" y="2281220"/>
                  <a:pt x="6046249" y="2282161"/>
                  <a:pt x="6040672" y="2281745"/>
                </a:cubicBezTo>
                <a:cubicBezTo>
                  <a:pt x="6009500" y="2287255"/>
                  <a:pt x="5977620" y="2290213"/>
                  <a:pt x="5945246" y="2290736"/>
                </a:cubicBezTo>
                <a:lnTo>
                  <a:pt x="5928127" y="2292349"/>
                </a:lnTo>
                <a:lnTo>
                  <a:pt x="5928101" y="2291858"/>
                </a:lnTo>
                <a:lnTo>
                  <a:pt x="5927602" y="2291891"/>
                </a:lnTo>
                <a:cubicBezTo>
                  <a:pt x="5927036" y="2288119"/>
                  <a:pt x="5927009" y="2284333"/>
                  <a:pt x="5927009" y="2280541"/>
                </a:cubicBezTo>
                <a:cubicBezTo>
                  <a:pt x="5927009" y="2274903"/>
                  <a:pt x="5927068" y="2269279"/>
                  <a:pt x="5928380" y="2263693"/>
                </a:cubicBezTo>
                <a:cubicBezTo>
                  <a:pt x="5928338" y="2232611"/>
                  <a:pt x="5930787" y="2201969"/>
                  <a:pt x="5935844" y="2171962"/>
                </a:cubicBezTo>
                <a:lnTo>
                  <a:pt x="5936384" y="2165325"/>
                </a:lnTo>
                <a:cubicBezTo>
                  <a:pt x="5936553" y="2165320"/>
                  <a:pt x="5936722" y="2165315"/>
                  <a:pt x="5936890" y="2165262"/>
                </a:cubicBezTo>
                <a:cubicBezTo>
                  <a:pt x="5987166" y="1815167"/>
                  <a:pt x="6268205" y="1536596"/>
                  <a:pt x="6627056" y="1477664"/>
                </a:cubicBezTo>
                <a:lnTo>
                  <a:pt x="6627173" y="1476525"/>
                </a:lnTo>
                <a:cubicBezTo>
                  <a:pt x="6632481" y="1475523"/>
                  <a:pt x="6637809" y="1474582"/>
                  <a:pt x="6643385" y="1474998"/>
                </a:cubicBezTo>
                <a:cubicBezTo>
                  <a:pt x="6674569" y="1469485"/>
                  <a:pt x="6706461" y="1466527"/>
                  <a:pt x="6738847" y="1466004"/>
                </a:cubicBezTo>
                <a:close/>
                <a:moveTo>
                  <a:pt x="5077571" y="1464394"/>
                </a:moveTo>
                <a:lnTo>
                  <a:pt x="5094659" y="1466004"/>
                </a:lnTo>
                <a:cubicBezTo>
                  <a:pt x="5127044" y="1466527"/>
                  <a:pt x="5158937" y="1469485"/>
                  <a:pt x="5190120" y="1474998"/>
                </a:cubicBezTo>
                <a:cubicBezTo>
                  <a:pt x="5195696" y="1474582"/>
                  <a:pt x="5201024" y="1475523"/>
                  <a:pt x="5206334" y="1476525"/>
                </a:cubicBezTo>
                <a:lnTo>
                  <a:pt x="5206450" y="1477664"/>
                </a:lnTo>
                <a:cubicBezTo>
                  <a:pt x="5565300" y="1536596"/>
                  <a:pt x="5846339" y="1815167"/>
                  <a:pt x="5896616" y="2165262"/>
                </a:cubicBezTo>
                <a:cubicBezTo>
                  <a:pt x="5896783" y="2165315"/>
                  <a:pt x="5896953" y="2165320"/>
                  <a:pt x="5897121" y="2165325"/>
                </a:cubicBezTo>
                <a:lnTo>
                  <a:pt x="5897662" y="2171962"/>
                </a:lnTo>
                <a:cubicBezTo>
                  <a:pt x="5902718" y="2201969"/>
                  <a:pt x="5905168" y="2232611"/>
                  <a:pt x="5905126" y="2263693"/>
                </a:cubicBezTo>
                <a:cubicBezTo>
                  <a:pt x="5906438" y="2269279"/>
                  <a:pt x="5906496" y="2274903"/>
                  <a:pt x="5906496" y="2280541"/>
                </a:cubicBezTo>
                <a:cubicBezTo>
                  <a:pt x="5906496" y="2284333"/>
                  <a:pt x="5906469" y="2288119"/>
                  <a:pt x="5905903" y="2291891"/>
                </a:cubicBezTo>
                <a:lnTo>
                  <a:pt x="5905404" y="2291858"/>
                </a:lnTo>
                <a:lnTo>
                  <a:pt x="5905378" y="2292349"/>
                </a:lnTo>
                <a:lnTo>
                  <a:pt x="5888260" y="2290736"/>
                </a:lnTo>
                <a:cubicBezTo>
                  <a:pt x="5855886" y="2290213"/>
                  <a:pt x="5824005" y="2287255"/>
                  <a:pt x="5792833" y="2281745"/>
                </a:cubicBezTo>
                <a:cubicBezTo>
                  <a:pt x="5787256" y="2282161"/>
                  <a:pt x="5781927" y="2281220"/>
                  <a:pt x="5776617" y="2280217"/>
                </a:cubicBezTo>
                <a:lnTo>
                  <a:pt x="5776501" y="2279078"/>
                </a:lnTo>
                <a:cubicBezTo>
                  <a:pt x="5417649" y="2220146"/>
                  <a:pt x="5136610" y="1941574"/>
                  <a:pt x="5086335" y="1591480"/>
                </a:cubicBezTo>
                <a:cubicBezTo>
                  <a:pt x="5086167" y="1591427"/>
                  <a:pt x="5085999" y="1591423"/>
                  <a:pt x="5085830" y="1591418"/>
                </a:cubicBezTo>
                <a:lnTo>
                  <a:pt x="5085291" y="1584794"/>
                </a:lnTo>
                <a:cubicBezTo>
                  <a:pt x="5080233" y="1554782"/>
                  <a:pt x="5077782" y="1524133"/>
                  <a:pt x="5077824" y="1493044"/>
                </a:cubicBezTo>
                <a:cubicBezTo>
                  <a:pt x="5076512" y="1487460"/>
                  <a:pt x="5076453" y="1481838"/>
                  <a:pt x="5076453" y="1476202"/>
                </a:cubicBezTo>
                <a:lnTo>
                  <a:pt x="5077047" y="1464852"/>
                </a:lnTo>
                <a:lnTo>
                  <a:pt x="5077545" y="1464884"/>
                </a:lnTo>
                <a:close/>
                <a:moveTo>
                  <a:pt x="5063783" y="1464394"/>
                </a:moveTo>
                <a:lnTo>
                  <a:pt x="5063809" y="1464884"/>
                </a:lnTo>
                <a:lnTo>
                  <a:pt x="5064307" y="1464852"/>
                </a:lnTo>
                <a:lnTo>
                  <a:pt x="5064902" y="1476202"/>
                </a:lnTo>
                <a:cubicBezTo>
                  <a:pt x="5064902" y="1481838"/>
                  <a:pt x="5064842" y="1487460"/>
                  <a:pt x="5063530" y="1493044"/>
                </a:cubicBezTo>
                <a:cubicBezTo>
                  <a:pt x="5063572" y="1524133"/>
                  <a:pt x="5061122" y="1554782"/>
                  <a:pt x="5056063" y="1584794"/>
                </a:cubicBezTo>
                <a:lnTo>
                  <a:pt x="5055525" y="1591418"/>
                </a:lnTo>
                <a:cubicBezTo>
                  <a:pt x="5055355" y="1591423"/>
                  <a:pt x="5055187" y="1591427"/>
                  <a:pt x="5055019" y="1591480"/>
                </a:cubicBezTo>
                <a:cubicBezTo>
                  <a:pt x="5004744" y="1941574"/>
                  <a:pt x="4723705" y="2220146"/>
                  <a:pt x="4364853" y="2279078"/>
                </a:cubicBezTo>
                <a:lnTo>
                  <a:pt x="4364737" y="2280217"/>
                </a:lnTo>
                <a:cubicBezTo>
                  <a:pt x="4359427" y="2281220"/>
                  <a:pt x="4354098" y="2282161"/>
                  <a:pt x="4348521" y="2281745"/>
                </a:cubicBezTo>
                <a:cubicBezTo>
                  <a:pt x="4317350" y="2287255"/>
                  <a:pt x="4285468" y="2290213"/>
                  <a:pt x="4253094" y="2290736"/>
                </a:cubicBezTo>
                <a:lnTo>
                  <a:pt x="4235976" y="2292349"/>
                </a:lnTo>
                <a:lnTo>
                  <a:pt x="4235950" y="2291858"/>
                </a:lnTo>
                <a:lnTo>
                  <a:pt x="4235451" y="2291891"/>
                </a:lnTo>
                <a:cubicBezTo>
                  <a:pt x="4234885" y="2288119"/>
                  <a:pt x="4234858" y="2284333"/>
                  <a:pt x="4234858" y="2280541"/>
                </a:cubicBezTo>
                <a:cubicBezTo>
                  <a:pt x="4234858" y="2274903"/>
                  <a:pt x="4234916" y="2269279"/>
                  <a:pt x="4236228" y="2263693"/>
                </a:cubicBezTo>
                <a:cubicBezTo>
                  <a:pt x="4236186" y="2232611"/>
                  <a:pt x="4238636" y="2201969"/>
                  <a:pt x="4243692" y="2171962"/>
                </a:cubicBezTo>
                <a:lnTo>
                  <a:pt x="4244233" y="2165325"/>
                </a:lnTo>
                <a:cubicBezTo>
                  <a:pt x="4244401" y="2165320"/>
                  <a:pt x="4244571" y="2165315"/>
                  <a:pt x="4244738" y="2165262"/>
                </a:cubicBezTo>
                <a:cubicBezTo>
                  <a:pt x="4295015" y="1815167"/>
                  <a:pt x="4576054" y="1536596"/>
                  <a:pt x="4934904" y="1477664"/>
                </a:cubicBezTo>
                <a:lnTo>
                  <a:pt x="4935021" y="1476525"/>
                </a:lnTo>
                <a:cubicBezTo>
                  <a:pt x="4940330" y="1475523"/>
                  <a:pt x="4945658" y="1474582"/>
                  <a:pt x="4951234" y="1474998"/>
                </a:cubicBezTo>
                <a:cubicBezTo>
                  <a:pt x="4982417" y="1469485"/>
                  <a:pt x="5014310" y="1466527"/>
                  <a:pt x="5046695" y="1466004"/>
                </a:cubicBezTo>
                <a:close/>
                <a:moveTo>
                  <a:pt x="3385420" y="1464394"/>
                </a:moveTo>
                <a:lnTo>
                  <a:pt x="3402507" y="1466004"/>
                </a:lnTo>
                <a:cubicBezTo>
                  <a:pt x="3434893" y="1466527"/>
                  <a:pt x="3466785" y="1469485"/>
                  <a:pt x="3497969" y="1474998"/>
                </a:cubicBezTo>
                <a:cubicBezTo>
                  <a:pt x="3503545" y="1474582"/>
                  <a:pt x="3508873" y="1475523"/>
                  <a:pt x="3514181" y="1476525"/>
                </a:cubicBezTo>
                <a:lnTo>
                  <a:pt x="3514298" y="1477664"/>
                </a:lnTo>
                <a:cubicBezTo>
                  <a:pt x="3873149" y="1536596"/>
                  <a:pt x="4154188" y="1815167"/>
                  <a:pt x="4204464" y="2165262"/>
                </a:cubicBezTo>
                <a:cubicBezTo>
                  <a:pt x="4204632" y="2165315"/>
                  <a:pt x="4204801" y="2165320"/>
                  <a:pt x="4204970" y="2165325"/>
                </a:cubicBezTo>
                <a:lnTo>
                  <a:pt x="4205510" y="2171962"/>
                </a:lnTo>
                <a:cubicBezTo>
                  <a:pt x="4210567" y="2201969"/>
                  <a:pt x="4213016" y="2232611"/>
                  <a:pt x="4212974" y="2263693"/>
                </a:cubicBezTo>
                <a:cubicBezTo>
                  <a:pt x="4214286" y="2269279"/>
                  <a:pt x="4214345" y="2274903"/>
                  <a:pt x="4214345" y="2280541"/>
                </a:cubicBezTo>
                <a:cubicBezTo>
                  <a:pt x="4214345" y="2284333"/>
                  <a:pt x="4214318" y="2288119"/>
                  <a:pt x="4213752" y="2291891"/>
                </a:cubicBezTo>
                <a:lnTo>
                  <a:pt x="4213253" y="2291858"/>
                </a:lnTo>
                <a:lnTo>
                  <a:pt x="4213227" y="2292349"/>
                </a:lnTo>
                <a:lnTo>
                  <a:pt x="4196108" y="2290736"/>
                </a:lnTo>
                <a:cubicBezTo>
                  <a:pt x="4163734" y="2290213"/>
                  <a:pt x="4131854" y="2287255"/>
                  <a:pt x="4100682" y="2281745"/>
                </a:cubicBezTo>
                <a:cubicBezTo>
                  <a:pt x="4095105" y="2282161"/>
                  <a:pt x="4089776" y="2281220"/>
                  <a:pt x="4084465" y="2280217"/>
                </a:cubicBezTo>
                <a:lnTo>
                  <a:pt x="4084349" y="2279078"/>
                </a:lnTo>
                <a:cubicBezTo>
                  <a:pt x="3725498" y="2220146"/>
                  <a:pt x="3444459" y="1941574"/>
                  <a:pt x="3394183" y="1591480"/>
                </a:cubicBezTo>
                <a:cubicBezTo>
                  <a:pt x="3394016" y="1591427"/>
                  <a:pt x="3393847" y="1591423"/>
                  <a:pt x="3393678" y="1591418"/>
                </a:cubicBezTo>
                <a:lnTo>
                  <a:pt x="3393139" y="1584794"/>
                </a:lnTo>
                <a:cubicBezTo>
                  <a:pt x="3388081" y="1554782"/>
                  <a:pt x="3385630" y="1524133"/>
                  <a:pt x="3385672" y="1493044"/>
                </a:cubicBezTo>
                <a:cubicBezTo>
                  <a:pt x="3384360" y="1487460"/>
                  <a:pt x="3384302" y="1481838"/>
                  <a:pt x="3384302" y="1476202"/>
                </a:cubicBezTo>
                <a:lnTo>
                  <a:pt x="3384896" y="1464852"/>
                </a:lnTo>
                <a:lnTo>
                  <a:pt x="3385394" y="1464884"/>
                </a:lnTo>
                <a:close/>
                <a:moveTo>
                  <a:pt x="3371632" y="1464394"/>
                </a:moveTo>
                <a:lnTo>
                  <a:pt x="3371658" y="1464884"/>
                </a:lnTo>
                <a:lnTo>
                  <a:pt x="3372156" y="1464852"/>
                </a:lnTo>
                <a:lnTo>
                  <a:pt x="3372750" y="1476202"/>
                </a:lnTo>
                <a:cubicBezTo>
                  <a:pt x="3372750" y="1481838"/>
                  <a:pt x="3372691" y="1487460"/>
                  <a:pt x="3371379" y="1493044"/>
                </a:cubicBezTo>
                <a:cubicBezTo>
                  <a:pt x="3371421" y="1524133"/>
                  <a:pt x="3368971" y="1554782"/>
                  <a:pt x="3363912" y="1584794"/>
                </a:cubicBezTo>
                <a:lnTo>
                  <a:pt x="3363374" y="1591418"/>
                </a:lnTo>
                <a:cubicBezTo>
                  <a:pt x="3363204" y="1591423"/>
                  <a:pt x="3363036" y="1591427"/>
                  <a:pt x="3362868" y="1591480"/>
                </a:cubicBezTo>
                <a:cubicBezTo>
                  <a:pt x="3312593" y="1941574"/>
                  <a:pt x="3031554" y="2220146"/>
                  <a:pt x="2672703" y="2279078"/>
                </a:cubicBezTo>
                <a:lnTo>
                  <a:pt x="2672586" y="2280217"/>
                </a:lnTo>
                <a:cubicBezTo>
                  <a:pt x="2667276" y="2281220"/>
                  <a:pt x="2661947" y="2282161"/>
                  <a:pt x="2656370" y="2281745"/>
                </a:cubicBezTo>
                <a:cubicBezTo>
                  <a:pt x="2625198" y="2287255"/>
                  <a:pt x="2593318" y="2290213"/>
                  <a:pt x="2560943" y="2290736"/>
                </a:cubicBezTo>
                <a:lnTo>
                  <a:pt x="2543825" y="2292349"/>
                </a:lnTo>
                <a:lnTo>
                  <a:pt x="2543799" y="2291858"/>
                </a:lnTo>
                <a:lnTo>
                  <a:pt x="2543300" y="2291891"/>
                </a:lnTo>
                <a:cubicBezTo>
                  <a:pt x="2542734" y="2288119"/>
                  <a:pt x="2542707" y="2284333"/>
                  <a:pt x="2542707" y="2280541"/>
                </a:cubicBezTo>
                <a:cubicBezTo>
                  <a:pt x="2542707" y="2274903"/>
                  <a:pt x="2542765" y="2269279"/>
                  <a:pt x="2544077" y="2263693"/>
                </a:cubicBezTo>
                <a:cubicBezTo>
                  <a:pt x="2544035" y="2232611"/>
                  <a:pt x="2546485" y="2201969"/>
                  <a:pt x="2551541" y="2171962"/>
                </a:cubicBezTo>
                <a:lnTo>
                  <a:pt x="2552082" y="2165325"/>
                </a:lnTo>
                <a:cubicBezTo>
                  <a:pt x="2552250" y="2165320"/>
                  <a:pt x="2552420" y="2165315"/>
                  <a:pt x="2552587" y="2165262"/>
                </a:cubicBezTo>
                <a:cubicBezTo>
                  <a:pt x="2602864" y="1815167"/>
                  <a:pt x="2883903" y="1536596"/>
                  <a:pt x="3242753" y="1477664"/>
                </a:cubicBezTo>
                <a:lnTo>
                  <a:pt x="3242870" y="1476525"/>
                </a:lnTo>
                <a:cubicBezTo>
                  <a:pt x="3248179" y="1475523"/>
                  <a:pt x="3253507" y="1474582"/>
                  <a:pt x="3259083" y="1474998"/>
                </a:cubicBezTo>
                <a:cubicBezTo>
                  <a:pt x="3290266" y="1469485"/>
                  <a:pt x="3322159" y="1466527"/>
                  <a:pt x="3354544" y="1466004"/>
                </a:cubicBezTo>
                <a:close/>
                <a:moveTo>
                  <a:pt x="1693269" y="1464394"/>
                </a:moveTo>
                <a:lnTo>
                  <a:pt x="1710356" y="1466004"/>
                </a:lnTo>
                <a:cubicBezTo>
                  <a:pt x="1742742" y="1466527"/>
                  <a:pt x="1774634" y="1469485"/>
                  <a:pt x="1805818" y="1474998"/>
                </a:cubicBezTo>
                <a:cubicBezTo>
                  <a:pt x="1811394" y="1474582"/>
                  <a:pt x="1816722" y="1475523"/>
                  <a:pt x="1822030" y="1476525"/>
                </a:cubicBezTo>
                <a:lnTo>
                  <a:pt x="1822148" y="1477664"/>
                </a:lnTo>
                <a:cubicBezTo>
                  <a:pt x="2180998" y="1536596"/>
                  <a:pt x="2462037" y="1815167"/>
                  <a:pt x="2512313" y="2165262"/>
                </a:cubicBezTo>
                <a:cubicBezTo>
                  <a:pt x="2512481" y="2165315"/>
                  <a:pt x="2512650" y="2165320"/>
                  <a:pt x="2512819" y="2165325"/>
                </a:cubicBezTo>
                <a:lnTo>
                  <a:pt x="2513359" y="2171962"/>
                </a:lnTo>
                <a:cubicBezTo>
                  <a:pt x="2518416" y="2201969"/>
                  <a:pt x="2520865" y="2232611"/>
                  <a:pt x="2520823" y="2263693"/>
                </a:cubicBezTo>
                <a:cubicBezTo>
                  <a:pt x="2522135" y="2269279"/>
                  <a:pt x="2522194" y="2274903"/>
                  <a:pt x="2522194" y="2280541"/>
                </a:cubicBezTo>
                <a:cubicBezTo>
                  <a:pt x="2522194" y="2284333"/>
                  <a:pt x="2522167" y="2288119"/>
                  <a:pt x="2521601" y="2291891"/>
                </a:cubicBezTo>
                <a:lnTo>
                  <a:pt x="2521102" y="2291858"/>
                </a:lnTo>
                <a:lnTo>
                  <a:pt x="2521076" y="2292349"/>
                </a:lnTo>
                <a:lnTo>
                  <a:pt x="2503957" y="2290736"/>
                </a:lnTo>
                <a:cubicBezTo>
                  <a:pt x="2471583" y="2290213"/>
                  <a:pt x="2439703" y="2287255"/>
                  <a:pt x="2408531" y="2281745"/>
                </a:cubicBezTo>
                <a:cubicBezTo>
                  <a:pt x="2402954" y="2282161"/>
                  <a:pt x="2397625" y="2281220"/>
                  <a:pt x="2392314" y="2280217"/>
                </a:cubicBezTo>
                <a:lnTo>
                  <a:pt x="2392198" y="2279078"/>
                </a:lnTo>
                <a:cubicBezTo>
                  <a:pt x="2033347" y="2220146"/>
                  <a:pt x="1752308" y="1941574"/>
                  <a:pt x="1702032" y="1591480"/>
                </a:cubicBezTo>
                <a:cubicBezTo>
                  <a:pt x="1701865" y="1591427"/>
                  <a:pt x="1701696" y="1591423"/>
                  <a:pt x="1701527" y="1591418"/>
                </a:cubicBezTo>
                <a:lnTo>
                  <a:pt x="1700989" y="1584794"/>
                </a:lnTo>
                <a:cubicBezTo>
                  <a:pt x="1695930" y="1554782"/>
                  <a:pt x="1693479" y="1524133"/>
                  <a:pt x="1693521" y="1493044"/>
                </a:cubicBezTo>
                <a:cubicBezTo>
                  <a:pt x="1692209" y="1487460"/>
                  <a:pt x="1692151" y="1481838"/>
                  <a:pt x="1692151" y="1476202"/>
                </a:cubicBezTo>
                <a:lnTo>
                  <a:pt x="1692745" y="1464852"/>
                </a:lnTo>
                <a:lnTo>
                  <a:pt x="1693243" y="1464884"/>
                </a:lnTo>
                <a:close/>
                <a:moveTo>
                  <a:pt x="1679481" y="1464394"/>
                </a:moveTo>
                <a:lnTo>
                  <a:pt x="1679507" y="1464884"/>
                </a:lnTo>
                <a:lnTo>
                  <a:pt x="1680005" y="1464852"/>
                </a:lnTo>
                <a:lnTo>
                  <a:pt x="1680599" y="1476202"/>
                </a:lnTo>
                <a:cubicBezTo>
                  <a:pt x="1680599" y="1481838"/>
                  <a:pt x="1680540" y="1487460"/>
                  <a:pt x="1679228" y="1493044"/>
                </a:cubicBezTo>
                <a:cubicBezTo>
                  <a:pt x="1679270" y="1524133"/>
                  <a:pt x="1676820" y="1554782"/>
                  <a:pt x="1671761" y="1584794"/>
                </a:cubicBezTo>
                <a:lnTo>
                  <a:pt x="1671223" y="1591418"/>
                </a:lnTo>
                <a:cubicBezTo>
                  <a:pt x="1671053" y="1591423"/>
                  <a:pt x="1670885" y="1591427"/>
                  <a:pt x="1670717" y="1591480"/>
                </a:cubicBezTo>
                <a:cubicBezTo>
                  <a:pt x="1620442" y="1941574"/>
                  <a:pt x="1339403" y="2220146"/>
                  <a:pt x="980552" y="2279078"/>
                </a:cubicBezTo>
                <a:lnTo>
                  <a:pt x="980435" y="2280217"/>
                </a:lnTo>
                <a:cubicBezTo>
                  <a:pt x="975125" y="2281220"/>
                  <a:pt x="969796" y="2282161"/>
                  <a:pt x="964219" y="2281745"/>
                </a:cubicBezTo>
                <a:cubicBezTo>
                  <a:pt x="933047" y="2287255"/>
                  <a:pt x="901167" y="2290213"/>
                  <a:pt x="868792" y="2290736"/>
                </a:cubicBezTo>
                <a:lnTo>
                  <a:pt x="851674" y="2292349"/>
                </a:lnTo>
                <a:lnTo>
                  <a:pt x="851648" y="2291858"/>
                </a:lnTo>
                <a:lnTo>
                  <a:pt x="851149" y="2291891"/>
                </a:lnTo>
                <a:cubicBezTo>
                  <a:pt x="850583" y="2288119"/>
                  <a:pt x="850556" y="2284333"/>
                  <a:pt x="850556" y="2280541"/>
                </a:cubicBezTo>
                <a:cubicBezTo>
                  <a:pt x="850556" y="2274903"/>
                  <a:pt x="850614" y="2269279"/>
                  <a:pt x="851926" y="2263693"/>
                </a:cubicBezTo>
                <a:cubicBezTo>
                  <a:pt x="851884" y="2232611"/>
                  <a:pt x="854334" y="2201969"/>
                  <a:pt x="859390" y="2171962"/>
                </a:cubicBezTo>
                <a:lnTo>
                  <a:pt x="859931" y="2165325"/>
                </a:lnTo>
                <a:cubicBezTo>
                  <a:pt x="860099" y="2165320"/>
                  <a:pt x="860269" y="2165315"/>
                  <a:pt x="860436" y="2165262"/>
                </a:cubicBezTo>
                <a:cubicBezTo>
                  <a:pt x="910713" y="1815167"/>
                  <a:pt x="1191752" y="1536596"/>
                  <a:pt x="1550602" y="1477664"/>
                </a:cubicBezTo>
                <a:lnTo>
                  <a:pt x="1550719" y="1476525"/>
                </a:lnTo>
                <a:cubicBezTo>
                  <a:pt x="1556028" y="1475523"/>
                  <a:pt x="1561356" y="1474582"/>
                  <a:pt x="1566932" y="1474998"/>
                </a:cubicBezTo>
                <a:cubicBezTo>
                  <a:pt x="1598115" y="1469485"/>
                  <a:pt x="1630008" y="1466527"/>
                  <a:pt x="1662393" y="1466004"/>
                </a:cubicBezTo>
                <a:close/>
                <a:moveTo>
                  <a:pt x="1118" y="1464394"/>
                </a:moveTo>
                <a:lnTo>
                  <a:pt x="18205" y="1466004"/>
                </a:lnTo>
                <a:cubicBezTo>
                  <a:pt x="50591" y="1466527"/>
                  <a:pt x="82483" y="1469485"/>
                  <a:pt x="113667" y="1474998"/>
                </a:cubicBezTo>
                <a:cubicBezTo>
                  <a:pt x="119243" y="1474582"/>
                  <a:pt x="124571" y="1475523"/>
                  <a:pt x="129879" y="1476525"/>
                </a:cubicBezTo>
                <a:lnTo>
                  <a:pt x="129997" y="1477664"/>
                </a:lnTo>
                <a:cubicBezTo>
                  <a:pt x="488847" y="1536596"/>
                  <a:pt x="769886" y="1815167"/>
                  <a:pt x="820162" y="2165262"/>
                </a:cubicBezTo>
                <a:cubicBezTo>
                  <a:pt x="820330" y="2165315"/>
                  <a:pt x="820499" y="2165320"/>
                  <a:pt x="820668" y="2165325"/>
                </a:cubicBezTo>
                <a:lnTo>
                  <a:pt x="821208" y="2171962"/>
                </a:lnTo>
                <a:cubicBezTo>
                  <a:pt x="826265" y="2201969"/>
                  <a:pt x="828714" y="2232611"/>
                  <a:pt x="828672" y="2263693"/>
                </a:cubicBezTo>
                <a:cubicBezTo>
                  <a:pt x="829984" y="2269279"/>
                  <a:pt x="830043" y="2274903"/>
                  <a:pt x="830043" y="2280541"/>
                </a:cubicBezTo>
                <a:cubicBezTo>
                  <a:pt x="830043" y="2284333"/>
                  <a:pt x="830016" y="2288119"/>
                  <a:pt x="829450" y="2291891"/>
                </a:cubicBezTo>
                <a:lnTo>
                  <a:pt x="828951" y="2291858"/>
                </a:lnTo>
                <a:lnTo>
                  <a:pt x="828925" y="2292349"/>
                </a:lnTo>
                <a:lnTo>
                  <a:pt x="811806" y="2290736"/>
                </a:lnTo>
                <a:cubicBezTo>
                  <a:pt x="779432" y="2290213"/>
                  <a:pt x="747552" y="2287255"/>
                  <a:pt x="716380" y="2281745"/>
                </a:cubicBezTo>
                <a:cubicBezTo>
                  <a:pt x="710803" y="2282161"/>
                  <a:pt x="705474" y="2281220"/>
                  <a:pt x="700163" y="2280217"/>
                </a:cubicBezTo>
                <a:lnTo>
                  <a:pt x="700047" y="2279078"/>
                </a:lnTo>
                <a:cubicBezTo>
                  <a:pt x="341196" y="2220146"/>
                  <a:pt x="60157" y="1941574"/>
                  <a:pt x="9881" y="1591480"/>
                </a:cubicBezTo>
                <a:cubicBezTo>
                  <a:pt x="9714" y="1591427"/>
                  <a:pt x="9545" y="1591423"/>
                  <a:pt x="9376" y="1591418"/>
                </a:cubicBezTo>
                <a:lnTo>
                  <a:pt x="8837" y="1584794"/>
                </a:lnTo>
                <a:cubicBezTo>
                  <a:pt x="3779" y="1554782"/>
                  <a:pt x="1328" y="1524133"/>
                  <a:pt x="1370" y="1493044"/>
                </a:cubicBezTo>
                <a:cubicBezTo>
                  <a:pt x="58" y="1487460"/>
                  <a:pt x="0" y="1481838"/>
                  <a:pt x="0" y="1476202"/>
                </a:cubicBezTo>
                <a:lnTo>
                  <a:pt x="594" y="1464852"/>
                </a:lnTo>
                <a:lnTo>
                  <a:pt x="1092" y="1464884"/>
                </a:lnTo>
                <a:close/>
                <a:moveTo>
                  <a:pt x="7762529" y="750600"/>
                </a:moveTo>
                <a:cubicBezTo>
                  <a:pt x="7815805" y="1021506"/>
                  <a:pt x="8030648" y="1236303"/>
                  <a:pt x="8305838" y="1295446"/>
                </a:cubicBezTo>
                <a:cubicBezTo>
                  <a:pt x="8252563" y="1024540"/>
                  <a:pt x="8037719" y="809743"/>
                  <a:pt x="7762529" y="750600"/>
                </a:cubicBezTo>
                <a:close/>
                <a:moveTo>
                  <a:pt x="7455280" y="750600"/>
                </a:moveTo>
                <a:cubicBezTo>
                  <a:pt x="7180090" y="809743"/>
                  <a:pt x="6965246" y="1024540"/>
                  <a:pt x="6911971" y="1295446"/>
                </a:cubicBezTo>
                <a:cubicBezTo>
                  <a:pt x="7187161" y="1236303"/>
                  <a:pt x="7402004" y="1021506"/>
                  <a:pt x="7455280" y="750600"/>
                </a:cubicBezTo>
                <a:close/>
                <a:moveTo>
                  <a:pt x="6070378" y="750600"/>
                </a:moveTo>
                <a:cubicBezTo>
                  <a:pt x="6123654" y="1021506"/>
                  <a:pt x="6338497" y="1236303"/>
                  <a:pt x="6613687" y="1295446"/>
                </a:cubicBezTo>
                <a:cubicBezTo>
                  <a:pt x="6560412" y="1024540"/>
                  <a:pt x="6345568" y="809743"/>
                  <a:pt x="6070378" y="750600"/>
                </a:cubicBezTo>
                <a:close/>
                <a:moveTo>
                  <a:pt x="5763129" y="750600"/>
                </a:moveTo>
                <a:cubicBezTo>
                  <a:pt x="5487939" y="809743"/>
                  <a:pt x="5273095" y="1024540"/>
                  <a:pt x="5219820" y="1295446"/>
                </a:cubicBezTo>
                <a:cubicBezTo>
                  <a:pt x="5495010" y="1236303"/>
                  <a:pt x="5709853" y="1021506"/>
                  <a:pt x="5763129" y="750600"/>
                </a:cubicBezTo>
                <a:close/>
                <a:moveTo>
                  <a:pt x="4378227" y="750600"/>
                </a:moveTo>
                <a:cubicBezTo>
                  <a:pt x="4431503" y="1021506"/>
                  <a:pt x="4646346" y="1236303"/>
                  <a:pt x="4921536" y="1295446"/>
                </a:cubicBezTo>
                <a:cubicBezTo>
                  <a:pt x="4868261" y="1024540"/>
                  <a:pt x="4653417" y="809743"/>
                  <a:pt x="4378227" y="750600"/>
                </a:cubicBezTo>
                <a:close/>
                <a:moveTo>
                  <a:pt x="4070978" y="750600"/>
                </a:moveTo>
                <a:cubicBezTo>
                  <a:pt x="3795788" y="809743"/>
                  <a:pt x="3580944" y="1024540"/>
                  <a:pt x="3527669" y="1295446"/>
                </a:cubicBezTo>
                <a:cubicBezTo>
                  <a:pt x="3802859" y="1236303"/>
                  <a:pt x="4017702" y="1021506"/>
                  <a:pt x="4070978" y="750600"/>
                </a:cubicBezTo>
                <a:close/>
                <a:moveTo>
                  <a:pt x="2686076" y="750600"/>
                </a:moveTo>
                <a:cubicBezTo>
                  <a:pt x="2739352" y="1021506"/>
                  <a:pt x="2954195" y="1236303"/>
                  <a:pt x="3229385" y="1295446"/>
                </a:cubicBezTo>
                <a:cubicBezTo>
                  <a:pt x="3176110" y="1024540"/>
                  <a:pt x="2961266" y="809743"/>
                  <a:pt x="2686076" y="750600"/>
                </a:cubicBezTo>
                <a:close/>
                <a:moveTo>
                  <a:pt x="2378827" y="750600"/>
                </a:moveTo>
                <a:cubicBezTo>
                  <a:pt x="2103637" y="809743"/>
                  <a:pt x="1888793" y="1024540"/>
                  <a:pt x="1835518" y="1295446"/>
                </a:cubicBezTo>
                <a:cubicBezTo>
                  <a:pt x="2110708" y="1236303"/>
                  <a:pt x="2325551" y="1021506"/>
                  <a:pt x="2378827" y="750600"/>
                </a:cubicBezTo>
                <a:close/>
                <a:moveTo>
                  <a:pt x="993925" y="750600"/>
                </a:moveTo>
                <a:cubicBezTo>
                  <a:pt x="1047201" y="1021506"/>
                  <a:pt x="1262044" y="1236303"/>
                  <a:pt x="1537234" y="1295446"/>
                </a:cubicBezTo>
                <a:cubicBezTo>
                  <a:pt x="1483959" y="1024540"/>
                  <a:pt x="1269115" y="809743"/>
                  <a:pt x="993925" y="750600"/>
                </a:cubicBezTo>
                <a:close/>
                <a:moveTo>
                  <a:pt x="686676" y="750600"/>
                </a:moveTo>
                <a:cubicBezTo>
                  <a:pt x="411486" y="809743"/>
                  <a:pt x="196642" y="1024540"/>
                  <a:pt x="143367" y="1295446"/>
                </a:cubicBezTo>
                <a:cubicBezTo>
                  <a:pt x="418557" y="1236303"/>
                  <a:pt x="633400" y="1021506"/>
                  <a:pt x="686676" y="750600"/>
                </a:cubicBezTo>
                <a:close/>
                <a:moveTo>
                  <a:pt x="9139239" y="624486"/>
                </a:moveTo>
                <a:lnTo>
                  <a:pt x="9139239" y="752995"/>
                </a:lnTo>
                <a:lnTo>
                  <a:pt x="9047261" y="779881"/>
                </a:lnTo>
                <a:cubicBezTo>
                  <a:pt x="8821055" y="864319"/>
                  <a:pt x="8650738" y="1058403"/>
                  <a:pt x="8604122" y="1295446"/>
                </a:cubicBezTo>
                <a:cubicBezTo>
                  <a:pt x="8844913" y="1243696"/>
                  <a:pt x="9039501" y="1072773"/>
                  <a:pt x="9120077" y="849365"/>
                </a:cubicBezTo>
                <a:lnTo>
                  <a:pt x="9139239" y="780178"/>
                </a:lnTo>
                <a:lnTo>
                  <a:pt x="9139239" y="1085737"/>
                </a:lnTo>
                <a:lnTo>
                  <a:pt x="9135069" y="1092549"/>
                </a:lnTo>
                <a:cubicBezTo>
                  <a:pt x="9008919" y="1266178"/>
                  <a:pt x="8815033" y="1389778"/>
                  <a:pt x="8590751" y="1426902"/>
                </a:cubicBezTo>
                <a:lnTo>
                  <a:pt x="8590635" y="1428050"/>
                </a:lnTo>
                <a:cubicBezTo>
                  <a:pt x="8585324" y="1429061"/>
                  <a:pt x="8579995" y="1430009"/>
                  <a:pt x="8574418" y="1429590"/>
                </a:cubicBezTo>
                <a:cubicBezTo>
                  <a:pt x="8543246" y="1435144"/>
                  <a:pt x="8511366" y="1438125"/>
                  <a:pt x="8478991" y="1438652"/>
                </a:cubicBezTo>
                <a:lnTo>
                  <a:pt x="8461873" y="1440278"/>
                </a:lnTo>
                <a:lnTo>
                  <a:pt x="8461847" y="1439783"/>
                </a:lnTo>
                <a:lnTo>
                  <a:pt x="8461348" y="1439816"/>
                </a:lnTo>
                <a:cubicBezTo>
                  <a:pt x="8460782" y="1436014"/>
                  <a:pt x="8460755" y="1432198"/>
                  <a:pt x="8460755" y="1428376"/>
                </a:cubicBezTo>
                <a:cubicBezTo>
                  <a:pt x="8460755" y="1422694"/>
                  <a:pt x="8460814" y="1417025"/>
                  <a:pt x="8462126" y="1411395"/>
                </a:cubicBezTo>
                <a:cubicBezTo>
                  <a:pt x="8462083" y="1380067"/>
                  <a:pt x="8464533" y="1349182"/>
                  <a:pt x="8469590" y="1318938"/>
                </a:cubicBezTo>
                <a:lnTo>
                  <a:pt x="8470130" y="1312248"/>
                </a:lnTo>
                <a:cubicBezTo>
                  <a:pt x="8470299" y="1312243"/>
                  <a:pt x="8470468" y="1312238"/>
                  <a:pt x="8470636" y="1312185"/>
                </a:cubicBezTo>
                <a:cubicBezTo>
                  <a:pt x="8514628" y="1003427"/>
                  <a:pt x="8735297" y="749863"/>
                  <a:pt x="9030178" y="651504"/>
                </a:cubicBezTo>
                <a:close/>
                <a:moveTo>
                  <a:pt x="7620280" y="605769"/>
                </a:moveTo>
                <a:lnTo>
                  <a:pt x="7637367" y="607392"/>
                </a:lnTo>
                <a:cubicBezTo>
                  <a:pt x="7669753" y="607919"/>
                  <a:pt x="7701646" y="610900"/>
                  <a:pt x="7732829" y="616457"/>
                </a:cubicBezTo>
                <a:cubicBezTo>
                  <a:pt x="7738405" y="616038"/>
                  <a:pt x="7743733" y="616986"/>
                  <a:pt x="7749042" y="617996"/>
                </a:cubicBezTo>
                <a:lnTo>
                  <a:pt x="7749159" y="619144"/>
                </a:lnTo>
                <a:cubicBezTo>
                  <a:pt x="8108009" y="678542"/>
                  <a:pt x="8389048" y="959319"/>
                  <a:pt x="8439324" y="1312185"/>
                </a:cubicBezTo>
                <a:cubicBezTo>
                  <a:pt x="8439492" y="1312238"/>
                  <a:pt x="8439661" y="1312243"/>
                  <a:pt x="8439830" y="1312248"/>
                </a:cubicBezTo>
                <a:lnTo>
                  <a:pt x="8440370" y="1318938"/>
                </a:lnTo>
                <a:cubicBezTo>
                  <a:pt x="8445427" y="1349182"/>
                  <a:pt x="8447877" y="1380067"/>
                  <a:pt x="8447834" y="1411395"/>
                </a:cubicBezTo>
                <a:cubicBezTo>
                  <a:pt x="8449146" y="1417025"/>
                  <a:pt x="8449205" y="1422694"/>
                  <a:pt x="8449205" y="1428376"/>
                </a:cubicBezTo>
                <a:cubicBezTo>
                  <a:pt x="8449205" y="1432198"/>
                  <a:pt x="8449178" y="1436014"/>
                  <a:pt x="8448612" y="1439816"/>
                </a:cubicBezTo>
                <a:lnTo>
                  <a:pt x="8448113" y="1439783"/>
                </a:lnTo>
                <a:lnTo>
                  <a:pt x="8448087" y="1440278"/>
                </a:lnTo>
                <a:lnTo>
                  <a:pt x="8430969" y="1438652"/>
                </a:lnTo>
                <a:cubicBezTo>
                  <a:pt x="8398594" y="1438125"/>
                  <a:pt x="8366714" y="1435144"/>
                  <a:pt x="8335542" y="1429590"/>
                </a:cubicBezTo>
                <a:cubicBezTo>
                  <a:pt x="8329965" y="1430009"/>
                  <a:pt x="8324636" y="1429061"/>
                  <a:pt x="8319325" y="1428050"/>
                </a:cubicBezTo>
                <a:lnTo>
                  <a:pt x="8319209" y="1426902"/>
                </a:lnTo>
                <a:cubicBezTo>
                  <a:pt x="7960358" y="1367503"/>
                  <a:pt x="7679319" y="1086726"/>
                  <a:pt x="7629044" y="733861"/>
                </a:cubicBezTo>
                <a:cubicBezTo>
                  <a:pt x="7628876" y="733808"/>
                  <a:pt x="7628708" y="733803"/>
                  <a:pt x="7628538" y="733798"/>
                </a:cubicBezTo>
                <a:lnTo>
                  <a:pt x="7628000" y="727122"/>
                </a:lnTo>
                <a:cubicBezTo>
                  <a:pt x="7622941" y="696872"/>
                  <a:pt x="7620490" y="665981"/>
                  <a:pt x="7620533" y="634646"/>
                </a:cubicBezTo>
                <a:cubicBezTo>
                  <a:pt x="7619221" y="629018"/>
                  <a:pt x="7619162" y="623351"/>
                  <a:pt x="7619162" y="617670"/>
                </a:cubicBezTo>
                <a:lnTo>
                  <a:pt x="7619756" y="606230"/>
                </a:lnTo>
                <a:lnTo>
                  <a:pt x="7620254" y="606263"/>
                </a:lnTo>
                <a:close/>
                <a:moveTo>
                  <a:pt x="7597529" y="605769"/>
                </a:moveTo>
                <a:lnTo>
                  <a:pt x="7597555" y="606263"/>
                </a:lnTo>
                <a:lnTo>
                  <a:pt x="7598053" y="606230"/>
                </a:lnTo>
                <a:lnTo>
                  <a:pt x="7598647" y="617670"/>
                </a:lnTo>
                <a:cubicBezTo>
                  <a:pt x="7598647" y="623351"/>
                  <a:pt x="7598588" y="629018"/>
                  <a:pt x="7597276" y="634646"/>
                </a:cubicBezTo>
                <a:cubicBezTo>
                  <a:pt x="7597319" y="665981"/>
                  <a:pt x="7594868" y="696872"/>
                  <a:pt x="7589809" y="727122"/>
                </a:cubicBezTo>
                <a:lnTo>
                  <a:pt x="7589271" y="733798"/>
                </a:lnTo>
                <a:cubicBezTo>
                  <a:pt x="7589101" y="733803"/>
                  <a:pt x="7588933" y="733808"/>
                  <a:pt x="7588765" y="733861"/>
                </a:cubicBezTo>
                <a:cubicBezTo>
                  <a:pt x="7538490" y="1086726"/>
                  <a:pt x="7257451" y="1367503"/>
                  <a:pt x="6898600" y="1426902"/>
                </a:cubicBezTo>
                <a:lnTo>
                  <a:pt x="6898484" y="1428050"/>
                </a:lnTo>
                <a:cubicBezTo>
                  <a:pt x="6893173" y="1429061"/>
                  <a:pt x="6887844" y="1430009"/>
                  <a:pt x="6882267" y="1429590"/>
                </a:cubicBezTo>
                <a:cubicBezTo>
                  <a:pt x="6851095" y="1435144"/>
                  <a:pt x="6819215" y="1438125"/>
                  <a:pt x="6786841" y="1438652"/>
                </a:cubicBezTo>
                <a:lnTo>
                  <a:pt x="6769722" y="1440278"/>
                </a:lnTo>
                <a:lnTo>
                  <a:pt x="6769696" y="1439783"/>
                </a:lnTo>
                <a:lnTo>
                  <a:pt x="6769197" y="1439816"/>
                </a:lnTo>
                <a:cubicBezTo>
                  <a:pt x="6768631" y="1436014"/>
                  <a:pt x="6768604" y="1432198"/>
                  <a:pt x="6768604" y="1428376"/>
                </a:cubicBezTo>
                <a:cubicBezTo>
                  <a:pt x="6768604" y="1422694"/>
                  <a:pt x="6768663" y="1417025"/>
                  <a:pt x="6769975" y="1411395"/>
                </a:cubicBezTo>
                <a:cubicBezTo>
                  <a:pt x="6769933" y="1380067"/>
                  <a:pt x="6772382" y="1349182"/>
                  <a:pt x="6777439" y="1318938"/>
                </a:cubicBezTo>
                <a:lnTo>
                  <a:pt x="6777979" y="1312248"/>
                </a:lnTo>
                <a:cubicBezTo>
                  <a:pt x="6778148" y="1312243"/>
                  <a:pt x="6778317" y="1312238"/>
                  <a:pt x="6778485" y="1312185"/>
                </a:cubicBezTo>
                <a:cubicBezTo>
                  <a:pt x="6828761" y="959319"/>
                  <a:pt x="7109800" y="678542"/>
                  <a:pt x="7468650" y="619144"/>
                </a:cubicBezTo>
                <a:lnTo>
                  <a:pt x="7468767" y="617996"/>
                </a:lnTo>
                <a:cubicBezTo>
                  <a:pt x="7474076" y="616986"/>
                  <a:pt x="7479404" y="616038"/>
                  <a:pt x="7484980" y="616457"/>
                </a:cubicBezTo>
                <a:cubicBezTo>
                  <a:pt x="7516163" y="610900"/>
                  <a:pt x="7548056" y="607919"/>
                  <a:pt x="7580442" y="607392"/>
                </a:cubicBezTo>
                <a:close/>
                <a:moveTo>
                  <a:pt x="5928129" y="605769"/>
                </a:moveTo>
                <a:lnTo>
                  <a:pt x="5945217" y="607392"/>
                </a:lnTo>
                <a:cubicBezTo>
                  <a:pt x="5977602" y="607919"/>
                  <a:pt x="6009495" y="610900"/>
                  <a:pt x="6040678" y="616457"/>
                </a:cubicBezTo>
                <a:cubicBezTo>
                  <a:pt x="6046254" y="616038"/>
                  <a:pt x="6051582" y="616986"/>
                  <a:pt x="6056891" y="617996"/>
                </a:cubicBezTo>
                <a:lnTo>
                  <a:pt x="6057008" y="619144"/>
                </a:lnTo>
                <a:cubicBezTo>
                  <a:pt x="6415858" y="678542"/>
                  <a:pt x="6696897" y="959319"/>
                  <a:pt x="6747174" y="1312185"/>
                </a:cubicBezTo>
                <a:cubicBezTo>
                  <a:pt x="6747341" y="1312238"/>
                  <a:pt x="6747511" y="1312243"/>
                  <a:pt x="6747679" y="1312248"/>
                </a:cubicBezTo>
                <a:lnTo>
                  <a:pt x="6748220" y="1318938"/>
                </a:lnTo>
                <a:cubicBezTo>
                  <a:pt x="6753276" y="1349182"/>
                  <a:pt x="6755726" y="1380067"/>
                  <a:pt x="6755684" y="1411395"/>
                </a:cubicBezTo>
                <a:cubicBezTo>
                  <a:pt x="6756996" y="1417025"/>
                  <a:pt x="6757054" y="1422694"/>
                  <a:pt x="6757054" y="1428376"/>
                </a:cubicBezTo>
                <a:cubicBezTo>
                  <a:pt x="6757054" y="1432198"/>
                  <a:pt x="6757027" y="1436014"/>
                  <a:pt x="6756461" y="1439816"/>
                </a:cubicBezTo>
                <a:lnTo>
                  <a:pt x="6755962" y="1439783"/>
                </a:lnTo>
                <a:lnTo>
                  <a:pt x="6755936" y="1440278"/>
                </a:lnTo>
                <a:lnTo>
                  <a:pt x="6738818" y="1438652"/>
                </a:lnTo>
                <a:cubicBezTo>
                  <a:pt x="6706444" y="1438125"/>
                  <a:pt x="6674563" y="1435144"/>
                  <a:pt x="6643391" y="1429590"/>
                </a:cubicBezTo>
                <a:cubicBezTo>
                  <a:pt x="6637814" y="1430009"/>
                  <a:pt x="6632485" y="1429061"/>
                  <a:pt x="6627175" y="1428050"/>
                </a:cubicBezTo>
                <a:lnTo>
                  <a:pt x="6627059" y="1426902"/>
                </a:lnTo>
                <a:cubicBezTo>
                  <a:pt x="6268207" y="1367503"/>
                  <a:pt x="5987168" y="1086726"/>
                  <a:pt x="5936893" y="733861"/>
                </a:cubicBezTo>
                <a:cubicBezTo>
                  <a:pt x="5936725" y="733808"/>
                  <a:pt x="5936557" y="733803"/>
                  <a:pt x="5936387" y="733798"/>
                </a:cubicBezTo>
                <a:lnTo>
                  <a:pt x="5935849" y="727122"/>
                </a:lnTo>
                <a:cubicBezTo>
                  <a:pt x="5930790" y="696872"/>
                  <a:pt x="5928340" y="665981"/>
                  <a:pt x="5928382" y="634646"/>
                </a:cubicBezTo>
                <a:cubicBezTo>
                  <a:pt x="5927070" y="629018"/>
                  <a:pt x="5927011" y="623351"/>
                  <a:pt x="5927011" y="617670"/>
                </a:cubicBezTo>
                <a:lnTo>
                  <a:pt x="5927605" y="606230"/>
                </a:lnTo>
                <a:lnTo>
                  <a:pt x="5928103" y="606263"/>
                </a:lnTo>
                <a:close/>
                <a:moveTo>
                  <a:pt x="5905378" y="605769"/>
                </a:moveTo>
                <a:lnTo>
                  <a:pt x="5905404" y="606263"/>
                </a:lnTo>
                <a:lnTo>
                  <a:pt x="5905902" y="606230"/>
                </a:lnTo>
                <a:lnTo>
                  <a:pt x="5906496" y="617670"/>
                </a:lnTo>
                <a:cubicBezTo>
                  <a:pt x="5906496" y="623351"/>
                  <a:pt x="5906438" y="629018"/>
                  <a:pt x="5905126" y="634646"/>
                </a:cubicBezTo>
                <a:cubicBezTo>
                  <a:pt x="5905168" y="665981"/>
                  <a:pt x="5902717" y="696872"/>
                  <a:pt x="5897659" y="727122"/>
                </a:cubicBezTo>
                <a:lnTo>
                  <a:pt x="5897120" y="733798"/>
                </a:lnTo>
                <a:cubicBezTo>
                  <a:pt x="5896951" y="733803"/>
                  <a:pt x="5896782" y="733808"/>
                  <a:pt x="5896615" y="733861"/>
                </a:cubicBezTo>
                <a:cubicBezTo>
                  <a:pt x="5846339" y="1086726"/>
                  <a:pt x="5565300" y="1367503"/>
                  <a:pt x="5206449" y="1426902"/>
                </a:cubicBezTo>
                <a:lnTo>
                  <a:pt x="5206334" y="1428050"/>
                </a:lnTo>
                <a:cubicBezTo>
                  <a:pt x="5201022" y="1429061"/>
                  <a:pt x="5195693" y="1430009"/>
                  <a:pt x="5190116" y="1429590"/>
                </a:cubicBezTo>
                <a:cubicBezTo>
                  <a:pt x="5158944" y="1435144"/>
                  <a:pt x="5127065" y="1438125"/>
                  <a:pt x="5094690" y="1438652"/>
                </a:cubicBezTo>
                <a:lnTo>
                  <a:pt x="5077571" y="1440278"/>
                </a:lnTo>
                <a:lnTo>
                  <a:pt x="5077545" y="1439783"/>
                </a:lnTo>
                <a:lnTo>
                  <a:pt x="5077046" y="1439816"/>
                </a:lnTo>
                <a:cubicBezTo>
                  <a:pt x="5076480" y="1436014"/>
                  <a:pt x="5076453" y="1432198"/>
                  <a:pt x="5076453" y="1428376"/>
                </a:cubicBezTo>
                <a:cubicBezTo>
                  <a:pt x="5076453" y="1422694"/>
                  <a:pt x="5076512" y="1417025"/>
                  <a:pt x="5077824" y="1411395"/>
                </a:cubicBezTo>
                <a:cubicBezTo>
                  <a:pt x="5077782" y="1380067"/>
                  <a:pt x="5080231" y="1349182"/>
                  <a:pt x="5085288" y="1318938"/>
                </a:cubicBezTo>
                <a:lnTo>
                  <a:pt x="5085828" y="1312248"/>
                </a:lnTo>
                <a:cubicBezTo>
                  <a:pt x="5085997" y="1312243"/>
                  <a:pt x="5086166" y="1312238"/>
                  <a:pt x="5086334" y="1312185"/>
                </a:cubicBezTo>
                <a:cubicBezTo>
                  <a:pt x="5136610" y="959319"/>
                  <a:pt x="5417649" y="678542"/>
                  <a:pt x="5776501" y="619144"/>
                </a:cubicBezTo>
                <a:lnTo>
                  <a:pt x="5776617" y="617996"/>
                </a:lnTo>
                <a:cubicBezTo>
                  <a:pt x="5781926" y="616986"/>
                  <a:pt x="5787253" y="616038"/>
                  <a:pt x="5792829" y="616457"/>
                </a:cubicBezTo>
                <a:cubicBezTo>
                  <a:pt x="5824013" y="610900"/>
                  <a:pt x="5855905" y="607919"/>
                  <a:pt x="5888291" y="607392"/>
                </a:cubicBezTo>
                <a:close/>
                <a:moveTo>
                  <a:pt x="4235979" y="605769"/>
                </a:moveTo>
                <a:lnTo>
                  <a:pt x="4253065" y="607392"/>
                </a:lnTo>
                <a:cubicBezTo>
                  <a:pt x="4285451" y="607919"/>
                  <a:pt x="4317343" y="610900"/>
                  <a:pt x="4348528" y="616457"/>
                </a:cubicBezTo>
                <a:cubicBezTo>
                  <a:pt x="4354104" y="616038"/>
                  <a:pt x="4359431" y="616986"/>
                  <a:pt x="4364739" y="617996"/>
                </a:cubicBezTo>
                <a:lnTo>
                  <a:pt x="4364856" y="619144"/>
                </a:lnTo>
                <a:cubicBezTo>
                  <a:pt x="4723707" y="678542"/>
                  <a:pt x="5004746" y="959319"/>
                  <a:pt x="5055022" y="1312185"/>
                </a:cubicBezTo>
                <a:cubicBezTo>
                  <a:pt x="5055190" y="1312238"/>
                  <a:pt x="5055359" y="1312243"/>
                  <a:pt x="5055528" y="1312248"/>
                </a:cubicBezTo>
                <a:lnTo>
                  <a:pt x="5056068" y="1318938"/>
                </a:lnTo>
                <a:cubicBezTo>
                  <a:pt x="5061125" y="1349182"/>
                  <a:pt x="5063574" y="1380067"/>
                  <a:pt x="5063532" y="1411395"/>
                </a:cubicBezTo>
                <a:cubicBezTo>
                  <a:pt x="5064844" y="1417025"/>
                  <a:pt x="5064903" y="1422694"/>
                  <a:pt x="5064903" y="1428376"/>
                </a:cubicBezTo>
                <a:cubicBezTo>
                  <a:pt x="5064903" y="1432198"/>
                  <a:pt x="5064876" y="1436014"/>
                  <a:pt x="5064310" y="1439816"/>
                </a:cubicBezTo>
                <a:lnTo>
                  <a:pt x="5063811" y="1439783"/>
                </a:lnTo>
                <a:lnTo>
                  <a:pt x="5063785" y="1440278"/>
                </a:lnTo>
                <a:lnTo>
                  <a:pt x="5046666" y="1438652"/>
                </a:lnTo>
                <a:cubicBezTo>
                  <a:pt x="5014292" y="1438125"/>
                  <a:pt x="4982412" y="1435144"/>
                  <a:pt x="4951241" y="1429590"/>
                </a:cubicBezTo>
                <a:cubicBezTo>
                  <a:pt x="4945663" y="1430009"/>
                  <a:pt x="4940334" y="1429061"/>
                  <a:pt x="4935023" y="1428050"/>
                </a:cubicBezTo>
                <a:lnTo>
                  <a:pt x="4934907" y="1426902"/>
                </a:lnTo>
                <a:cubicBezTo>
                  <a:pt x="4576056" y="1367503"/>
                  <a:pt x="4295017" y="1086726"/>
                  <a:pt x="4244741" y="733861"/>
                </a:cubicBezTo>
                <a:cubicBezTo>
                  <a:pt x="4244574" y="733808"/>
                  <a:pt x="4244405" y="733803"/>
                  <a:pt x="4244236" y="733798"/>
                </a:cubicBezTo>
                <a:lnTo>
                  <a:pt x="4243697" y="727122"/>
                </a:lnTo>
                <a:cubicBezTo>
                  <a:pt x="4238639" y="696872"/>
                  <a:pt x="4236188" y="665981"/>
                  <a:pt x="4236230" y="634646"/>
                </a:cubicBezTo>
                <a:cubicBezTo>
                  <a:pt x="4234918" y="629018"/>
                  <a:pt x="4234860" y="623351"/>
                  <a:pt x="4234860" y="617670"/>
                </a:cubicBezTo>
                <a:lnTo>
                  <a:pt x="4235454" y="606230"/>
                </a:lnTo>
                <a:lnTo>
                  <a:pt x="4235952" y="606263"/>
                </a:lnTo>
                <a:close/>
                <a:moveTo>
                  <a:pt x="4213227" y="605769"/>
                </a:moveTo>
                <a:lnTo>
                  <a:pt x="4213253" y="606263"/>
                </a:lnTo>
                <a:lnTo>
                  <a:pt x="4213751" y="606230"/>
                </a:lnTo>
                <a:lnTo>
                  <a:pt x="4214345" y="617670"/>
                </a:lnTo>
                <a:cubicBezTo>
                  <a:pt x="4214345" y="623351"/>
                  <a:pt x="4214286" y="629018"/>
                  <a:pt x="4212974" y="634646"/>
                </a:cubicBezTo>
                <a:cubicBezTo>
                  <a:pt x="4213016" y="665981"/>
                  <a:pt x="4210566" y="696872"/>
                  <a:pt x="4205507" y="727122"/>
                </a:cubicBezTo>
                <a:lnTo>
                  <a:pt x="4204969" y="733798"/>
                </a:lnTo>
                <a:cubicBezTo>
                  <a:pt x="4204799" y="733803"/>
                  <a:pt x="4204631" y="733808"/>
                  <a:pt x="4204463" y="733861"/>
                </a:cubicBezTo>
                <a:cubicBezTo>
                  <a:pt x="4154188" y="1086726"/>
                  <a:pt x="3873149" y="1367503"/>
                  <a:pt x="3514297" y="1426902"/>
                </a:cubicBezTo>
                <a:lnTo>
                  <a:pt x="3514181" y="1428050"/>
                </a:lnTo>
                <a:cubicBezTo>
                  <a:pt x="3508871" y="1429061"/>
                  <a:pt x="3503542" y="1430009"/>
                  <a:pt x="3497965" y="1429590"/>
                </a:cubicBezTo>
                <a:cubicBezTo>
                  <a:pt x="3466793" y="1435144"/>
                  <a:pt x="3434912" y="1438125"/>
                  <a:pt x="3402538" y="1438652"/>
                </a:cubicBezTo>
                <a:lnTo>
                  <a:pt x="3385420" y="1440278"/>
                </a:lnTo>
                <a:lnTo>
                  <a:pt x="3385394" y="1439783"/>
                </a:lnTo>
                <a:lnTo>
                  <a:pt x="3384895" y="1439816"/>
                </a:lnTo>
                <a:cubicBezTo>
                  <a:pt x="3384329" y="1436014"/>
                  <a:pt x="3384302" y="1432198"/>
                  <a:pt x="3384302" y="1428376"/>
                </a:cubicBezTo>
                <a:cubicBezTo>
                  <a:pt x="3384302" y="1422694"/>
                  <a:pt x="3384360" y="1417025"/>
                  <a:pt x="3385672" y="1411395"/>
                </a:cubicBezTo>
                <a:cubicBezTo>
                  <a:pt x="3385630" y="1380067"/>
                  <a:pt x="3388080" y="1349182"/>
                  <a:pt x="3393136" y="1318938"/>
                </a:cubicBezTo>
                <a:lnTo>
                  <a:pt x="3393677" y="1312248"/>
                </a:lnTo>
                <a:cubicBezTo>
                  <a:pt x="3393845" y="1312243"/>
                  <a:pt x="3394015" y="1312238"/>
                  <a:pt x="3394182" y="1312185"/>
                </a:cubicBezTo>
                <a:cubicBezTo>
                  <a:pt x="3444459" y="959319"/>
                  <a:pt x="3725498" y="678542"/>
                  <a:pt x="4084348" y="619144"/>
                </a:cubicBezTo>
                <a:lnTo>
                  <a:pt x="4084465" y="617996"/>
                </a:lnTo>
                <a:cubicBezTo>
                  <a:pt x="4089774" y="616986"/>
                  <a:pt x="4095102" y="616038"/>
                  <a:pt x="4100678" y="616457"/>
                </a:cubicBezTo>
                <a:cubicBezTo>
                  <a:pt x="4131861" y="610900"/>
                  <a:pt x="4163754" y="607919"/>
                  <a:pt x="4196139" y="607392"/>
                </a:cubicBezTo>
                <a:close/>
                <a:moveTo>
                  <a:pt x="2543827" y="605769"/>
                </a:moveTo>
                <a:lnTo>
                  <a:pt x="2560914" y="607392"/>
                </a:lnTo>
                <a:cubicBezTo>
                  <a:pt x="2593300" y="607919"/>
                  <a:pt x="2625192" y="610900"/>
                  <a:pt x="2656376" y="616457"/>
                </a:cubicBezTo>
                <a:cubicBezTo>
                  <a:pt x="2661952" y="616038"/>
                  <a:pt x="2667280" y="616986"/>
                  <a:pt x="2672588" y="617996"/>
                </a:cubicBezTo>
                <a:lnTo>
                  <a:pt x="2672706" y="619144"/>
                </a:lnTo>
                <a:cubicBezTo>
                  <a:pt x="3031556" y="678542"/>
                  <a:pt x="3312595" y="959319"/>
                  <a:pt x="3362871" y="1312185"/>
                </a:cubicBezTo>
                <a:cubicBezTo>
                  <a:pt x="3363039" y="1312238"/>
                  <a:pt x="3363208" y="1312243"/>
                  <a:pt x="3363377" y="1312248"/>
                </a:cubicBezTo>
                <a:lnTo>
                  <a:pt x="3363917" y="1318938"/>
                </a:lnTo>
                <a:cubicBezTo>
                  <a:pt x="3368974" y="1349182"/>
                  <a:pt x="3371423" y="1380067"/>
                  <a:pt x="3371381" y="1411395"/>
                </a:cubicBezTo>
                <a:cubicBezTo>
                  <a:pt x="3372693" y="1417025"/>
                  <a:pt x="3372752" y="1422694"/>
                  <a:pt x="3372752" y="1428376"/>
                </a:cubicBezTo>
                <a:cubicBezTo>
                  <a:pt x="3372752" y="1432198"/>
                  <a:pt x="3372725" y="1436014"/>
                  <a:pt x="3372159" y="1439816"/>
                </a:cubicBezTo>
                <a:lnTo>
                  <a:pt x="3371660" y="1439783"/>
                </a:lnTo>
                <a:lnTo>
                  <a:pt x="3371634" y="1440278"/>
                </a:lnTo>
                <a:lnTo>
                  <a:pt x="3354515" y="1438652"/>
                </a:lnTo>
                <a:cubicBezTo>
                  <a:pt x="3322141" y="1438125"/>
                  <a:pt x="3290261" y="1435144"/>
                  <a:pt x="3259089" y="1429590"/>
                </a:cubicBezTo>
                <a:cubicBezTo>
                  <a:pt x="3253512" y="1430009"/>
                  <a:pt x="3248183" y="1429061"/>
                  <a:pt x="3242872" y="1428050"/>
                </a:cubicBezTo>
                <a:lnTo>
                  <a:pt x="3242756" y="1426902"/>
                </a:lnTo>
                <a:cubicBezTo>
                  <a:pt x="2883905" y="1367503"/>
                  <a:pt x="2602866" y="1086726"/>
                  <a:pt x="2552590" y="733861"/>
                </a:cubicBezTo>
                <a:cubicBezTo>
                  <a:pt x="2552423" y="733808"/>
                  <a:pt x="2552254" y="733803"/>
                  <a:pt x="2552085" y="733798"/>
                </a:cubicBezTo>
                <a:lnTo>
                  <a:pt x="2551547" y="727122"/>
                </a:lnTo>
                <a:cubicBezTo>
                  <a:pt x="2546488" y="696872"/>
                  <a:pt x="2544037" y="665981"/>
                  <a:pt x="2544079" y="634646"/>
                </a:cubicBezTo>
                <a:cubicBezTo>
                  <a:pt x="2542767" y="629018"/>
                  <a:pt x="2542709" y="623351"/>
                  <a:pt x="2542709" y="617670"/>
                </a:cubicBezTo>
                <a:lnTo>
                  <a:pt x="2543303" y="606230"/>
                </a:lnTo>
                <a:lnTo>
                  <a:pt x="2543801" y="606263"/>
                </a:lnTo>
                <a:close/>
                <a:moveTo>
                  <a:pt x="2521076" y="605769"/>
                </a:moveTo>
                <a:lnTo>
                  <a:pt x="2521102" y="606263"/>
                </a:lnTo>
                <a:lnTo>
                  <a:pt x="2521600" y="606230"/>
                </a:lnTo>
                <a:lnTo>
                  <a:pt x="2522194" y="617670"/>
                </a:lnTo>
                <a:cubicBezTo>
                  <a:pt x="2522194" y="623351"/>
                  <a:pt x="2522135" y="629018"/>
                  <a:pt x="2520823" y="634646"/>
                </a:cubicBezTo>
                <a:cubicBezTo>
                  <a:pt x="2520865" y="665981"/>
                  <a:pt x="2518415" y="696872"/>
                  <a:pt x="2513356" y="727122"/>
                </a:cubicBezTo>
                <a:lnTo>
                  <a:pt x="2512818" y="733798"/>
                </a:lnTo>
                <a:cubicBezTo>
                  <a:pt x="2512648" y="733803"/>
                  <a:pt x="2512480" y="733808"/>
                  <a:pt x="2512312" y="733861"/>
                </a:cubicBezTo>
                <a:cubicBezTo>
                  <a:pt x="2462037" y="1086726"/>
                  <a:pt x="2180998" y="1367503"/>
                  <a:pt x="1822147" y="1426902"/>
                </a:cubicBezTo>
                <a:lnTo>
                  <a:pt x="1822030" y="1428050"/>
                </a:lnTo>
                <a:cubicBezTo>
                  <a:pt x="1816720" y="1429061"/>
                  <a:pt x="1811391" y="1430009"/>
                  <a:pt x="1805814" y="1429590"/>
                </a:cubicBezTo>
                <a:cubicBezTo>
                  <a:pt x="1774642" y="1435144"/>
                  <a:pt x="1742762" y="1438125"/>
                  <a:pt x="1710387" y="1438652"/>
                </a:cubicBezTo>
                <a:lnTo>
                  <a:pt x="1693269" y="1440278"/>
                </a:lnTo>
                <a:lnTo>
                  <a:pt x="1693243" y="1439783"/>
                </a:lnTo>
                <a:lnTo>
                  <a:pt x="1692744" y="1439816"/>
                </a:lnTo>
                <a:cubicBezTo>
                  <a:pt x="1692178" y="1436014"/>
                  <a:pt x="1692151" y="1432198"/>
                  <a:pt x="1692151" y="1428376"/>
                </a:cubicBezTo>
                <a:cubicBezTo>
                  <a:pt x="1692151" y="1422694"/>
                  <a:pt x="1692209" y="1417025"/>
                  <a:pt x="1693521" y="1411395"/>
                </a:cubicBezTo>
                <a:cubicBezTo>
                  <a:pt x="1693479" y="1380067"/>
                  <a:pt x="1695929" y="1349182"/>
                  <a:pt x="1700985" y="1318938"/>
                </a:cubicBezTo>
                <a:lnTo>
                  <a:pt x="1701526" y="1312248"/>
                </a:lnTo>
                <a:cubicBezTo>
                  <a:pt x="1701694" y="1312243"/>
                  <a:pt x="1701864" y="1312238"/>
                  <a:pt x="1702031" y="1312185"/>
                </a:cubicBezTo>
                <a:cubicBezTo>
                  <a:pt x="1752308" y="959319"/>
                  <a:pt x="2033347" y="678542"/>
                  <a:pt x="2392197" y="619144"/>
                </a:cubicBezTo>
                <a:lnTo>
                  <a:pt x="2392314" y="617996"/>
                </a:lnTo>
                <a:cubicBezTo>
                  <a:pt x="2397623" y="616986"/>
                  <a:pt x="2402951" y="616038"/>
                  <a:pt x="2408527" y="616457"/>
                </a:cubicBezTo>
                <a:cubicBezTo>
                  <a:pt x="2439710" y="610900"/>
                  <a:pt x="2471603" y="607919"/>
                  <a:pt x="2503988" y="607392"/>
                </a:cubicBezTo>
                <a:close/>
                <a:moveTo>
                  <a:pt x="851676" y="605769"/>
                </a:moveTo>
                <a:lnTo>
                  <a:pt x="868763" y="607392"/>
                </a:lnTo>
                <a:cubicBezTo>
                  <a:pt x="901149" y="607919"/>
                  <a:pt x="933041" y="610900"/>
                  <a:pt x="964225" y="616457"/>
                </a:cubicBezTo>
                <a:cubicBezTo>
                  <a:pt x="969801" y="616038"/>
                  <a:pt x="975129" y="616986"/>
                  <a:pt x="980437" y="617996"/>
                </a:cubicBezTo>
                <a:lnTo>
                  <a:pt x="980555" y="619144"/>
                </a:lnTo>
                <a:cubicBezTo>
                  <a:pt x="1339405" y="678542"/>
                  <a:pt x="1620444" y="959319"/>
                  <a:pt x="1670720" y="1312185"/>
                </a:cubicBezTo>
                <a:cubicBezTo>
                  <a:pt x="1670888" y="1312238"/>
                  <a:pt x="1671057" y="1312243"/>
                  <a:pt x="1671226" y="1312248"/>
                </a:cubicBezTo>
                <a:lnTo>
                  <a:pt x="1671766" y="1318938"/>
                </a:lnTo>
                <a:cubicBezTo>
                  <a:pt x="1676823" y="1349182"/>
                  <a:pt x="1679272" y="1380067"/>
                  <a:pt x="1679230" y="1411395"/>
                </a:cubicBezTo>
                <a:cubicBezTo>
                  <a:pt x="1680542" y="1417025"/>
                  <a:pt x="1680601" y="1422694"/>
                  <a:pt x="1680601" y="1428376"/>
                </a:cubicBezTo>
                <a:cubicBezTo>
                  <a:pt x="1680601" y="1432198"/>
                  <a:pt x="1680574" y="1436014"/>
                  <a:pt x="1680008" y="1439816"/>
                </a:cubicBezTo>
                <a:lnTo>
                  <a:pt x="1679509" y="1439783"/>
                </a:lnTo>
                <a:lnTo>
                  <a:pt x="1679483" y="1440278"/>
                </a:lnTo>
                <a:lnTo>
                  <a:pt x="1662364" y="1438652"/>
                </a:lnTo>
                <a:cubicBezTo>
                  <a:pt x="1629990" y="1438125"/>
                  <a:pt x="1598110" y="1435144"/>
                  <a:pt x="1566938" y="1429590"/>
                </a:cubicBezTo>
                <a:cubicBezTo>
                  <a:pt x="1561361" y="1430009"/>
                  <a:pt x="1556032" y="1429061"/>
                  <a:pt x="1550721" y="1428050"/>
                </a:cubicBezTo>
                <a:lnTo>
                  <a:pt x="1550605" y="1426902"/>
                </a:lnTo>
                <a:cubicBezTo>
                  <a:pt x="1191754" y="1367503"/>
                  <a:pt x="910715" y="1086726"/>
                  <a:pt x="860439" y="733861"/>
                </a:cubicBezTo>
                <a:cubicBezTo>
                  <a:pt x="860272" y="733808"/>
                  <a:pt x="860103" y="733803"/>
                  <a:pt x="859934" y="733798"/>
                </a:cubicBezTo>
                <a:lnTo>
                  <a:pt x="859396" y="727122"/>
                </a:lnTo>
                <a:cubicBezTo>
                  <a:pt x="854337" y="696872"/>
                  <a:pt x="851886" y="665981"/>
                  <a:pt x="851928" y="634646"/>
                </a:cubicBezTo>
                <a:cubicBezTo>
                  <a:pt x="850616" y="629018"/>
                  <a:pt x="850558" y="623351"/>
                  <a:pt x="850558" y="617670"/>
                </a:cubicBezTo>
                <a:lnTo>
                  <a:pt x="851152" y="606230"/>
                </a:lnTo>
                <a:lnTo>
                  <a:pt x="851650" y="606263"/>
                </a:lnTo>
                <a:close/>
                <a:moveTo>
                  <a:pt x="828925" y="605769"/>
                </a:moveTo>
                <a:lnTo>
                  <a:pt x="828951" y="606263"/>
                </a:lnTo>
                <a:lnTo>
                  <a:pt x="829449" y="606230"/>
                </a:lnTo>
                <a:lnTo>
                  <a:pt x="830043" y="617670"/>
                </a:lnTo>
                <a:cubicBezTo>
                  <a:pt x="830043" y="623351"/>
                  <a:pt x="829984" y="629018"/>
                  <a:pt x="828672" y="634646"/>
                </a:cubicBezTo>
                <a:cubicBezTo>
                  <a:pt x="828714" y="665981"/>
                  <a:pt x="826264" y="696872"/>
                  <a:pt x="821205" y="727122"/>
                </a:cubicBezTo>
                <a:lnTo>
                  <a:pt x="820667" y="733798"/>
                </a:lnTo>
                <a:cubicBezTo>
                  <a:pt x="820497" y="733803"/>
                  <a:pt x="820329" y="733808"/>
                  <a:pt x="820161" y="733861"/>
                </a:cubicBezTo>
                <a:cubicBezTo>
                  <a:pt x="769886" y="1086726"/>
                  <a:pt x="488847" y="1367503"/>
                  <a:pt x="129995" y="1426902"/>
                </a:cubicBezTo>
                <a:lnTo>
                  <a:pt x="129879" y="1428050"/>
                </a:lnTo>
                <a:cubicBezTo>
                  <a:pt x="124569" y="1429061"/>
                  <a:pt x="119240" y="1430009"/>
                  <a:pt x="113663" y="1429590"/>
                </a:cubicBezTo>
                <a:cubicBezTo>
                  <a:pt x="82491" y="1435144"/>
                  <a:pt x="50611" y="1438125"/>
                  <a:pt x="18236" y="1438652"/>
                </a:cubicBezTo>
                <a:lnTo>
                  <a:pt x="1118" y="1440278"/>
                </a:lnTo>
                <a:lnTo>
                  <a:pt x="1092" y="1439783"/>
                </a:lnTo>
                <a:lnTo>
                  <a:pt x="593" y="1439816"/>
                </a:lnTo>
                <a:cubicBezTo>
                  <a:pt x="27" y="1436014"/>
                  <a:pt x="0" y="1432198"/>
                  <a:pt x="0" y="1428376"/>
                </a:cubicBezTo>
                <a:cubicBezTo>
                  <a:pt x="0" y="1422694"/>
                  <a:pt x="58" y="1417025"/>
                  <a:pt x="1370" y="1411395"/>
                </a:cubicBezTo>
                <a:cubicBezTo>
                  <a:pt x="1328" y="1380067"/>
                  <a:pt x="3778" y="1349182"/>
                  <a:pt x="8835" y="1318938"/>
                </a:cubicBezTo>
                <a:lnTo>
                  <a:pt x="9375" y="1312248"/>
                </a:lnTo>
                <a:cubicBezTo>
                  <a:pt x="9543" y="1312243"/>
                  <a:pt x="9713" y="1312238"/>
                  <a:pt x="9880" y="1312185"/>
                </a:cubicBezTo>
                <a:cubicBezTo>
                  <a:pt x="60157" y="959319"/>
                  <a:pt x="341196" y="678542"/>
                  <a:pt x="700046" y="619144"/>
                </a:cubicBezTo>
                <a:lnTo>
                  <a:pt x="700163" y="617996"/>
                </a:lnTo>
                <a:cubicBezTo>
                  <a:pt x="705472" y="616986"/>
                  <a:pt x="710800" y="616038"/>
                  <a:pt x="716376" y="616457"/>
                </a:cubicBezTo>
                <a:cubicBezTo>
                  <a:pt x="747559" y="610900"/>
                  <a:pt x="779452" y="607919"/>
                  <a:pt x="811837" y="607392"/>
                </a:cubicBezTo>
                <a:close/>
                <a:moveTo>
                  <a:pt x="8824701" y="0"/>
                </a:moveTo>
                <a:lnTo>
                  <a:pt x="9033411" y="0"/>
                </a:lnTo>
                <a:cubicBezTo>
                  <a:pt x="9066347" y="30426"/>
                  <a:pt x="9096640" y="63469"/>
                  <a:pt x="9123965" y="98781"/>
                </a:cubicBezTo>
                <a:lnTo>
                  <a:pt x="9139239" y="122382"/>
                </a:lnTo>
                <a:lnTo>
                  <a:pt x="9139239" y="425734"/>
                </a:lnTo>
                <a:lnTo>
                  <a:pt x="9104305" y="314451"/>
                </a:lnTo>
                <a:cubicBezTo>
                  <a:pt x="9046997" y="183490"/>
                  <a:pt x="8948803" y="73504"/>
                  <a:pt x="8824701" y="0"/>
                </a:cubicBezTo>
                <a:close/>
                <a:moveTo>
                  <a:pt x="8494877" y="0"/>
                </a:moveTo>
                <a:lnTo>
                  <a:pt x="8628893" y="0"/>
                </a:lnTo>
                <a:cubicBezTo>
                  <a:pt x="8697052" y="198004"/>
                  <a:pt x="8856086" y="355591"/>
                  <a:pt x="9058275" y="426756"/>
                </a:cubicBezTo>
                <a:lnTo>
                  <a:pt x="9139239" y="449526"/>
                </a:lnTo>
                <a:lnTo>
                  <a:pt x="9139239" y="577136"/>
                </a:lnTo>
                <a:lnTo>
                  <a:pt x="9043252" y="554355"/>
                </a:lnTo>
                <a:cubicBezTo>
                  <a:pt x="8776836" y="470904"/>
                  <a:pt x="8569058" y="262348"/>
                  <a:pt x="8494877" y="0"/>
                </a:cubicBezTo>
                <a:close/>
                <a:moveTo>
                  <a:pt x="7876547" y="0"/>
                </a:moveTo>
                <a:lnTo>
                  <a:pt x="8085257" y="0"/>
                </a:lnTo>
                <a:cubicBezTo>
                  <a:pt x="7919787" y="98005"/>
                  <a:pt x="7800378" y="260867"/>
                  <a:pt x="7762527" y="451830"/>
                </a:cubicBezTo>
                <a:cubicBezTo>
                  <a:pt x="8006579" y="399791"/>
                  <a:pt x="8203169" y="226290"/>
                  <a:pt x="8281065" y="0"/>
                </a:cubicBezTo>
                <a:lnTo>
                  <a:pt x="8415081" y="0"/>
                </a:lnTo>
                <a:cubicBezTo>
                  <a:pt x="8330303" y="299826"/>
                  <a:pt x="8071031" y="529393"/>
                  <a:pt x="7749156" y="582253"/>
                </a:cubicBezTo>
                <a:lnTo>
                  <a:pt x="7749040" y="583392"/>
                </a:lnTo>
                <a:cubicBezTo>
                  <a:pt x="7743729" y="584395"/>
                  <a:pt x="7738400" y="585336"/>
                  <a:pt x="7732823" y="584920"/>
                </a:cubicBezTo>
                <a:cubicBezTo>
                  <a:pt x="7701651" y="590430"/>
                  <a:pt x="7669771" y="593388"/>
                  <a:pt x="7637396" y="593911"/>
                </a:cubicBezTo>
                <a:lnTo>
                  <a:pt x="7620278" y="595524"/>
                </a:lnTo>
                <a:lnTo>
                  <a:pt x="7620252" y="595033"/>
                </a:lnTo>
                <a:lnTo>
                  <a:pt x="7619753" y="595066"/>
                </a:lnTo>
                <a:cubicBezTo>
                  <a:pt x="7619187" y="591293"/>
                  <a:pt x="7619160" y="587507"/>
                  <a:pt x="7619160" y="583715"/>
                </a:cubicBezTo>
                <a:cubicBezTo>
                  <a:pt x="7619160" y="578078"/>
                  <a:pt x="7619219" y="572454"/>
                  <a:pt x="7620531" y="566868"/>
                </a:cubicBezTo>
                <a:cubicBezTo>
                  <a:pt x="7620488" y="535786"/>
                  <a:pt x="7622938" y="505143"/>
                  <a:pt x="7627995" y="475137"/>
                </a:cubicBezTo>
                <a:lnTo>
                  <a:pt x="7628535" y="468500"/>
                </a:lnTo>
                <a:cubicBezTo>
                  <a:pt x="7628704" y="468495"/>
                  <a:pt x="7628873" y="468490"/>
                  <a:pt x="7629040" y="468437"/>
                </a:cubicBezTo>
                <a:cubicBezTo>
                  <a:pt x="7655343" y="285283"/>
                  <a:pt x="7744803" y="121704"/>
                  <a:pt x="7876547" y="0"/>
                </a:cubicBezTo>
                <a:close/>
                <a:moveTo>
                  <a:pt x="6802727" y="0"/>
                </a:moveTo>
                <a:lnTo>
                  <a:pt x="6936742" y="0"/>
                </a:lnTo>
                <a:cubicBezTo>
                  <a:pt x="7014638" y="226290"/>
                  <a:pt x="7211228" y="399791"/>
                  <a:pt x="7455280" y="451830"/>
                </a:cubicBezTo>
                <a:cubicBezTo>
                  <a:pt x="7417429" y="260867"/>
                  <a:pt x="7298020" y="98005"/>
                  <a:pt x="7132550" y="0"/>
                </a:cubicBezTo>
                <a:lnTo>
                  <a:pt x="7341259" y="0"/>
                </a:lnTo>
                <a:cubicBezTo>
                  <a:pt x="7473003" y="121704"/>
                  <a:pt x="7562464" y="285283"/>
                  <a:pt x="7588766" y="468437"/>
                </a:cubicBezTo>
                <a:cubicBezTo>
                  <a:pt x="7588934" y="468490"/>
                  <a:pt x="7589103" y="468495"/>
                  <a:pt x="7589272" y="468500"/>
                </a:cubicBezTo>
                <a:lnTo>
                  <a:pt x="7589812" y="475137"/>
                </a:lnTo>
                <a:cubicBezTo>
                  <a:pt x="7594869" y="505143"/>
                  <a:pt x="7597319" y="535786"/>
                  <a:pt x="7597276" y="566868"/>
                </a:cubicBezTo>
                <a:cubicBezTo>
                  <a:pt x="7598588" y="572454"/>
                  <a:pt x="7598647" y="578078"/>
                  <a:pt x="7598647" y="583715"/>
                </a:cubicBezTo>
                <a:cubicBezTo>
                  <a:pt x="7598647" y="587507"/>
                  <a:pt x="7598620" y="591293"/>
                  <a:pt x="7598054" y="595066"/>
                </a:cubicBezTo>
                <a:lnTo>
                  <a:pt x="7597555" y="595033"/>
                </a:lnTo>
                <a:lnTo>
                  <a:pt x="7597529" y="595524"/>
                </a:lnTo>
                <a:lnTo>
                  <a:pt x="7580411" y="593911"/>
                </a:lnTo>
                <a:cubicBezTo>
                  <a:pt x="7548036" y="593388"/>
                  <a:pt x="7516156" y="590430"/>
                  <a:pt x="7484984" y="584920"/>
                </a:cubicBezTo>
                <a:cubicBezTo>
                  <a:pt x="7479407" y="585336"/>
                  <a:pt x="7474078" y="584395"/>
                  <a:pt x="7468767" y="583392"/>
                </a:cubicBezTo>
                <a:lnTo>
                  <a:pt x="7468651" y="582253"/>
                </a:lnTo>
                <a:cubicBezTo>
                  <a:pt x="7146776" y="529393"/>
                  <a:pt x="6887504" y="299826"/>
                  <a:pt x="6802727" y="0"/>
                </a:cubicBezTo>
                <a:close/>
                <a:moveTo>
                  <a:pt x="6184397" y="0"/>
                </a:moveTo>
                <a:lnTo>
                  <a:pt x="6393106" y="0"/>
                </a:lnTo>
                <a:cubicBezTo>
                  <a:pt x="6227636" y="98005"/>
                  <a:pt x="6108227" y="260867"/>
                  <a:pt x="6070376" y="451830"/>
                </a:cubicBezTo>
                <a:cubicBezTo>
                  <a:pt x="6314429" y="399791"/>
                  <a:pt x="6511018" y="226290"/>
                  <a:pt x="6588914" y="0"/>
                </a:cubicBezTo>
                <a:lnTo>
                  <a:pt x="6722931" y="0"/>
                </a:lnTo>
                <a:cubicBezTo>
                  <a:pt x="6638152" y="299826"/>
                  <a:pt x="6378880" y="529393"/>
                  <a:pt x="6057005" y="582253"/>
                </a:cubicBezTo>
                <a:lnTo>
                  <a:pt x="6056889" y="583392"/>
                </a:lnTo>
                <a:cubicBezTo>
                  <a:pt x="6051578" y="584395"/>
                  <a:pt x="6046249" y="585336"/>
                  <a:pt x="6040672" y="584920"/>
                </a:cubicBezTo>
                <a:cubicBezTo>
                  <a:pt x="6009500" y="590430"/>
                  <a:pt x="5977620" y="593388"/>
                  <a:pt x="5945246" y="593911"/>
                </a:cubicBezTo>
                <a:lnTo>
                  <a:pt x="5928127" y="595524"/>
                </a:lnTo>
                <a:lnTo>
                  <a:pt x="5928101" y="595033"/>
                </a:lnTo>
                <a:lnTo>
                  <a:pt x="5927602" y="595066"/>
                </a:lnTo>
                <a:cubicBezTo>
                  <a:pt x="5927036" y="591293"/>
                  <a:pt x="5927009" y="587507"/>
                  <a:pt x="5927009" y="583715"/>
                </a:cubicBezTo>
                <a:cubicBezTo>
                  <a:pt x="5927009" y="578078"/>
                  <a:pt x="5927068" y="572454"/>
                  <a:pt x="5928380" y="566868"/>
                </a:cubicBezTo>
                <a:cubicBezTo>
                  <a:pt x="5928338" y="535786"/>
                  <a:pt x="5930787" y="505143"/>
                  <a:pt x="5935844" y="475137"/>
                </a:cubicBezTo>
                <a:lnTo>
                  <a:pt x="5936384" y="468500"/>
                </a:lnTo>
                <a:cubicBezTo>
                  <a:pt x="5936553" y="468495"/>
                  <a:pt x="5936722" y="468490"/>
                  <a:pt x="5936890" y="468437"/>
                </a:cubicBezTo>
                <a:cubicBezTo>
                  <a:pt x="5963192" y="285283"/>
                  <a:pt x="6052653" y="121703"/>
                  <a:pt x="6184397" y="0"/>
                </a:cubicBezTo>
                <a:close/>
                <a:moveTo>
                  <a:pt x="5110576" y="0"/>
                </a:moveTo>
                <a:lnTo>
                  <a:pt x="5244592" y="0"/>
                </a:lnTo>
                <a:cubicBezTo>
                  <a:pt x="5322488" y="226290"/>
                  <a:pt x="5519077" y="399791"/>
                  <a:pt x="5763129" y="451830"/>
                </a:cubicBezTo>
                <a:cubicBezTo>
                  <a:pt x="5725278" y="260867"/>
                  <a:pt x="5605869" y="98005"/>
                  <a:pt x="5440399" y="0"/>
                </a:cubicBezTo>
                <a:lnTo>
                  <a:pt x="5649109" y="0"/>
                </a:lnTo>
                <a:cubicBezTo>
                  <a:pt x="5780853" y="121704"/>
                  <a:pt x="5870314" y="285283"/>
                  <a:pt x="5896616" y="468437"/>
                </a:cubicBezTo>
                <a:cubicBezTo>
                  <a:pt x="5896783" y="468490"/>
                  <a:pt x="5896953" y="468495"/>
                  <a:pt x="5897121" y="468500"/>
                </a:cubicBezTo>
                <a:lnTo>
                  <a:pt x="5897662" y="475137"/>
                </a:lnTo>
                <a:cubicBezTo>
                  <a:pt x="5902718" y="505143"/>
                  <a:pt x="5905168" y="535786"/>
                  <a:pt x="5905126" y="566868"/>
                </a:cubicBezTo>
                <a:cubicBezTo>
                  <a:pt x="5906438" y="572454"/>
                  <a:pt x="5906496" y="578078"/>
                  <a:pt x="5906496" y="583715"/>
                </a:cubicBezTo>
                <a:cubicBezTo>
                  <a:pt x="5906496" y="587507"/>
                  <a:pt x="5906469" y="591293"/>
                  <a:pt x="5905903" y="595066"/>
                </a:cubicBezTo>
                <a:lnTo>
                  <a:pt x="5905404" y="595033"/>
                </a:lnTo>
                <a:lnTo>
                  <a:pt x="5905378" y="595524"/>
                </a:lnTo>
                <a:lnTo>
                  <a:pt x="5888260" y="593911"/>
                </a:lnTo>
                <a:cubicBezTo>
                  <a:pt x="5855886" y="593388"/>
                  <a:pt x="5824005" y="590430"/>
                  <a:pt x="5792833" y="584920"/>
                </a:cubicBezTo>
                <a:cubicBezTo>
                  <a:pt x="5787256" y="585336"/>
                  <a:pt x="5781927" y="584395"/>
                  <a:pt x="5776617" y="583392"/>
                </a:cubicBezTo>
                <a:lnTo>
                  <a:pt x="5776501" y="582253"/>
                </a:lnTo>
                <a:cubicBezTo>
                  <a:pt x="5454626" y="529393"/>
                  <a:pt x="5195354" y="299826"/>
                  <a:pt x="5110576" y="0"/>
                </a:cubicBezTo>
                <a:close/>
                <a:moveTo>
                  <a:pt x="4492246" y="0"/>
                </a:moveTo>
                <a:lnTo>
                  <a:pt x="4700955" y="0"/>
                </a:lnTo>
                <a:cubicBezTo>
                  <a:pt x="4535485" y="98005"/>
                  <a:pt x="4416076" y="260867"/>
                  <a:pt x="4378225" y="451830"/>
                </a:cubicBezTo>
                <a:cubicBezTo>
                  <a:pt x="4622279" y="399791"/>
                  <a:pt x="4818867" y="226290"/>
                  <a:pt x="4896763" y="0"/>
                </a:cubicBezTo>
                <a:lnTo>
                  <a:pt x="5030779" y="0"/>
                </a:lnTo>
                <a:cubicBezTo>
                  <a:pt x="4946001" y="299826"/>
                  <a:pt x="4686729" y="529393"/>
                  <a:pt x="4364853" y="582253"/>
                </a:cubicBezTo>
                <a:lnTo>
                  <a:pt x="4364737" y="583392"/>
                </a:lnTo>
                <a:cubicBezTo>
                  <a:pt x="4359427" y="584395"/>
                  <a:pt x="4354098" y="585336"/>
                  <a:pt x="4348521" y="584920"/>
                </a:cubicBezTo>
                <a:cubicBezTo>
                  <a:pt x="4317350" y="590430"/>
                  <a:pt x="4285468" y="593388"/>
                  <a:pt x="4253094" y="593911"/>
                </a:cubicBezTo>
                <a:lnTo>
                  <a:pt x="4235976" y="595524"/>
                </a:lnTo>
                <a:lnTo>
                  <a:pt x="4235950" y="595033"/>
                </a:lnTo>
                <a:lnTo>
                  <a:pt x="4235451" y="595066"/>
                </a:lnTo>
                <a:cubicBezTo>
                  <a:pt x="4234885" y="591293"/>
                  <a:pt x="4234858" y="587507"/>
                  <a:pt x="4234858" y="583715"/>
                </a:cubicBezTo>
                <a:cubicBezTo>
                  <a:pt x="4234858" y="578078"/>
                  <a:pt x="4234916" y="572454"/>
                  <a:pt x="4236228" y="566868"/>
                </a:cubicBezTo>
                <a:cubicBezTo>
                  <a:pt x="4236186" y="535786"/>
                  <a:pt x="4238636" y="505143"/>
                  <a:pt x="4243692" y="475137"/>
                </a:cubicBezTo>
                <a:lnTo>
                  <a:pt x="4244233" y="468500"/>
                </a:lnTo>
                <a:cubicBezTo>
                  <a:pt x="4244401" y="468495"/>
                  <a:pt x="4244571" y="468490"/>
                  <a:pt x="4244738" y="468437"/>
                </a:cubicBezTo>
                <a:cubicBezTo>
                  <a:pt x="4271041" y="285283"/>
                  <a:pt x="4360502" y="121704"/>
                  <a:pt x="4492246" y="0"/>
                </a:cubicBezTo>
                <a:close/>
                <a:moveTo>
                  <a:pt x="3418424" y="0"/>
                </a:moveTo>
                <a:lnTo>
                  <a:pt x="3552441" y="0"/>
                </a:lnTo>
                <a:cubicBezTo>
                  <a:pt x="3630337" y="226291"/>
                  <a:pt x="3826926" y="399791"/>
                  <a:pt x="4070978" y="451830"/>
                </a:cubicBezTo>
                <a:cubicBezTo>
                  <a:pt x="4033127" y="260867"/>
                  <a:pt x="3913719" y="98005"/>
                  <a:pt x="3748249" y="0"/>
                </a:cubicBezTo>
                <a:lnTo>
                  <a:pt x="3956957" y="0"/>
                </a:lnTo>
                <a:cubicBezTo>
                  <a:pt x="4088702" y="121703"/>
                  <a:pt x="4178162" y="285283"/>
                  <a:pt x="4204464" y="468437"/>
                </a:cubicBezTo>
                <a:cubicBezTo>
                  <a:pt x="4204632" y="468490"/>
                  <a:pt x="4204801" y="468495"/>
                  <a:pt x="4204970" y="468499"/>
                </a:cubicBezTo>
                <a:lnTo>
                  <a:pt x="4205510" y="475137"/>
                </a:lnTo>
                <a:cubicBezTo>
                  <a:pt x="4210567" y="505143"/>
                  <a:pt x="4213016" y="535786"/>
                  <a:pt x="4212974" y="566868"/>
                </a:cubicBezTo>
                <a:cubicBezTo>
                  <a:pt x="4214286" y="572454"/>
                  <a:pt x="4214345" y="578078"/>
                  <a:pt x="4214345" y="583715"/>
                </a:cubicBezTo>
                <a:cubicBezTo>
                  <a:pt x="4214345" y="587508"/>
                  <a:pt x="4214318" y="591293"/>
                  <a:pt x="4213752" y="595066"/>
                </a:cubicBezTo>
                <a:lnTo>
                  <a:pt x="4213253" y="595033"/>
                </a:lnTo>
                <a:lnTo>
                  <a:pt x="4213227" y="595524"/>
                </a:lnTo>
                <a:lnTo>
                  <a:pt x="4196108" y="593911"/>
                </a:lnTo>
                <a:cubicBezTo>
                  <a:pt x="4163734" y="593388"/>
                  <a:pt x="4131854" y="590430"/>
                  <a:pt x="4100682" y="584920"/>
                </a:cubicBezTo>
                <a:cubicBezTo>
                  <a:pt x="4095105" y="585336"/>
                  <a:pt x="4089776" y="584395"/>
                  <a:pt x="4084465" y="583392"/>
                </a:cubicBezTo>
                <a:lnTo>
                  <a:pt x="4084349" y="582253"/>
                </a:lnTo>
                <a:cubicBezTo>
                  <a:pt x="3762475" y="529393"/>
                  <a:pt x="3503203" y="299826"/>
                  <a:pt x="3418424" y="0"/>
                </a:cubicBezTo>
                <a:close/>
                <a:moveTo>
                  <a:pt x="2800095" y="0"/>
                </a:moveTo>
                <a:lnTo>
                  <a:pt x="3008804" y="0"/>
                </a:lnTo>
                <a:cubicBezTo>
                  <a:pt x="2843334" y="98005"/>
                  <a:pt x="2723925" y="260867"/>
                  <a:pt x="2686074" y="451830"/>
                </a:cubicBezTo>
                <a:cubicBezTo>
                  <a:pt x="2930126" y="399791"/>
                  <a:pt x="3126716" y="226291"/>
                  <a:pt x="3204612" y="0"/>
                </a:cubicBezTo>
                <a:lnTo>
                  <a:pt x="3338628" y="0"/>
                </a:lnTo>
                <a:cubicBezTo>
                  <a:pt x="3253850" y="299826"/>
                  <a:pt x="2994578" y="529393"/>
                  <a:pt x="2672703" y="582253"/>
                </a:cubicBezTo>
                <a:lnTo>
                  <a:pt x="2672586" y="583392"/>
                </a:lnTo>
                <a:cubicBezTo>
                  <a:pt x="2667276" y="584395"/>
                  <a:pt x="2661947" y="585336"/>
                  <a:pt x="2656370" y="584920"/>
                </a:cubicBezTo>
                <a:cubicBezTo>
                  <a:pt x="2625198" y="590430"/>
                  <a:pt x="2593318" y="593388"/>
                  <a:pt x="2560943" y="593911"/>
                </a:cubicBezTo>
                <a:lnTo>
                  <a:pt x="2543825" y="595524"/>
                </a:lnTo>
                <a:lnTo>
                  <a:pt x="2543799" y="595033"/>
                </a:lnTo>
                <a:lnTo>
                  <a:pt x="2543300" y="595066"/>
                </a:lnTo>
                <a:cubicBezTo>
                  <a:pt x="2542734" y="591293"/>
                  <a:pt x="2542707" y="587507"/>
                  <a:pt x="2542707" y="583715"/>
                </a:cubicBezTo>
                <a:cubicBezTo>
                  <a:pt x="2542707" y="578078"/>
                  <a:pt x="2542765" y="572454"/>
                  <a:pt x="2544077" y="566868"/>
                </a:cubicBezTo>
                <a:cubicBezTo>
                  <a:pt x="2544035" y="535786"/>
                  <a:pt x="2546485" y="505143"/>
                  <a:pt x="2551541" y="475137"/>
                </a:cubicBezTo>
                <a:lnTo>
                  <a:pt x="2552082" y="468499"/>
                </a:lnTo>
                <a:cubicBezTo>
                  <a:pt x="2552250" y="468495"/>
                  <a:pt x="2552420" y="468490"/>
                  <a:pt x="2552587" y="468437"/>
                </a:cubicBezTo>
                <a:cubicBezTo>
                  <a:pt x="2578890" y="285283"/>
                  <a:pt x="2668350" y="121703"/>
                  <a:pt x="2800095" y="0"/>
                </a:cubicBezTo>
                <a:close/>
                <a:moveTo>
                  <a:pt x="1726273" y="0"/>
                </a:moveTo>
                <a:lnTo>
                  <a:pt x="1860290" y="0"/>
                </a:lnTo>
                <a:cubicBezTo>
                  <a:pt x="1938186" y="226291"/>
                  <a:pt x="2134775" y="399791"/>
                  <a:pt x="2378827" y="451830"/>
                </a:cubicBezTo>
                <a:cubicBezTo>
                  <a:pt x="2340976" y="260867"/>
                  <a:pt x="2221567" y="98005"/>
                  <a:pt x="2056098" y="0"/>
                </a:cubicBezTo>
                <a:lnTo>
                  <a:pt x="2264806" y="0"/>
                </a:lnTo>
                <a:cubicBezTo>
                  <a:pt x="2396551" y="121703"/>
                  <a:pt x="2486011" y="285283"/>
                  <a:pt x="2512313" y="468437"/>
                </a:cubicBezTo>
                <a:cubicBezTo>
                  <a:pt x="2512481" y="468490"/>
                  <a:pt x="2512650" y="468495"/>
                  <a:pt x="2512819" y="468499"/>
                </a:cubicBezTo>
                <a:lnTo>
                  <a:pt x="2513359" y="475137"/>
                </a:lnTo>
                <a:cubicBezTo>
                  <a:pt x="2518416" y="505143"/>
                  <a:pt x="2520865" y="535786"/>
                  <a:pt x="2520823" y="566868"/>
                </a:cubicBezTo>
                <a:cubicBezTo>
                  <a:pt x="2522135" y="572454"/>
                  <a:pt x="2522194" y="578078"/>
                  <a:pt x="2522194" y="583715"/>
                </a:cubicBezTo>
                <a:cubicBezTo>
                  <a:pt x="2522194" y="587508"/>
                  <a:pt x="2522167" y="591293"/>
                  <a:pt x="2521601" y="595066"/>
                </a:cubicBezTo>
                <a:lnTo>
                  <a:pt x="2521102" y="595033"/>
                </a:lnTo>
                <a:lnTo>
                  <a:pt x="2521076" y="595524"/>
                </a:lnTo>
                <a:lnTo>
                  <a:pt x="2503957" y="593911"/>
                </a:lnTo>
                <a:cubicBezTo>
                  <a:pt x="2471583" y="593388"/>
                  <a:pt x="2439703" y="590430"/>
                  <a:pt x="2408531" y="584920"/>
                </a:cubicBezTo>
                <a:cubicBezTo>
                  <a:pt x="2402954" y="585336"/>
                  <a:pt x="2397625" y="584395"/>
                  <a:pt x="2392314" y="583392"/>
                </a:cubicBezTo>
                <a:lnTo>
                  <a:pt x="2392198" y="582253"/>
                </a:lnTo>
                <a:cubicBezTo>
                  <a:pt x="2070324" y="529393"/>
                  <a:pt x="1811051" y="299826"/>
                  <a:pt x="1726273" y="0"/>
                </a:cubicBezTo>
                <a:close/>
                <a:moveTo>
                  <a:pt x="1107944" y="0"/>
                </a:moveTo>
                <a:lnTo>
                  <a:pt x="1316652" y="0"/>
                </a:lnTo>
                <a:cubicBezTo>
                  <a:pt x="1151183" y="98005"/>
                  <a:pt x="1031774" y="260867"/>
                  <a:pt x="993923" y="451830"/>
                </a:cubicBezTo>
                <a:cubicBezTo>
                  <a:pt x="1237975" y="399791"/>
                  <a:pt x="1434564" y="226291"/>
                  <a:pt x="1512461" y="0"/>
                </a:cubicBezTo>
                <a:lnTo>
                  <a:pt x="1646477" y="0"/>
                </a:lnTo>
                <a:cubicBezTo>
                  <a:pt x="1561699" y="299826"/>
                  <a:pt x="1302427" y="529393"/>
                  <a:pt x="980552" y="582253"/>
                </a:cubicBezTo>
                <a:lnTo>
                  <a:pt x="980435" y="583392"/>
                </a:lnTo>
                <a:cubicBezTo>
                  <a:pt x="975125" y="584395"/>
                  <a:pt x="969796" y="585336"/>
                  <a:pt x="964219" y="584920"/>
                </a:cubicBezTo>
                <a:cubicBezTo>
                  <a:pt x="933047" y="590430"/>
                  <a:pt x="901167" y="593388"/>
                  <a:pt x="868792" y="593911"/>
                </a:cubicBezTo>
                <a:lnTo>
                  <a:pt x="851674" y="595524"/>
                </a:lnTo>
                <a:lnTo>
                  <a:pt x="851648" y="595033"/>
                </a:lnTo>
                <a:lnTo>
                  <a:pt x="851149" y="595066"/>
                </a:lnTo>
                <a:cubicBezTo>
                  <a:pt x="850583" y="591293"/>
                  <a:pt x="850556" y="587507"/>
                  <a:pt x="850556" y="583715"/>
                </a:cubicBezTo>
                <a:cubicBezTo>
                  <a:pt x="850556" y="578078"/>
                  <a:pt x="850614" y="572454"/>
                  <a:pt x="851926" y="566868"/>
                </a:cubicBezTo>
                <a:cubicBezTo>
                  <a:pt x="851884" y="535786"/>
                  <a:pt x="854334" y="505143"/>
                  <a:pt x="859390" y="475137"/>
                </a:cubicBezTo>
                <a:lnTo>
                  <a:pt x="859931" y="468499"/>
                </a:lnTo>
                <a:cubicBezTo>
                  <a:pt x="860099" y="468495"/>
                  <a:pt x="860269" y="468490"/>
                  <a:pt x="860436" y="468437"/>
                </a:cubicBezTo>
                <a:cubicBezTo>
                  <a:pt x="886739" y="285283"/>
                  <a:pt x="976199" y="121704"/>
                  <a:pt x="1107944" y="0"/>
                </a:cubicBezTo>
                <a:close/>
                <a:moveTo>
                  <a:pt x="34122" y="0"/>
                </a:moveTo>
                <a:lnTo>
                  <a:pt x="168138" y="0"/>
                </a:lnTo>
                <a:cubicBezTo>
                  <a:pt x="246034" y="226290"/>
                  <a:pt x="442624" y="399791"/>
                  <a:pt x="686676" y="451830"/>
                </a:cubicBezTo>
                <a:cubicBezTo>
                  <a:pt x="648825" y="260867"/>
                  <a:pt x="529416" y="98005"/>
                  <a:pt x="363946" y="0"/>
                </a:cubicBezTo>
                <a:lnTo>
                  <a:pt x="572655" y="0"/>
                </a:lnTo>
                <a:cubicBezTo>
                  <a:pt x="704400" y="121703"/>
                  <a:pt x="793860" y="285283"/>
                  <a:pt x="820162" y="468437"/>
                </a:cubicBezTo>
                <a:cubicBezTo>
                  <a:pt x="820330" y="468490"/>
                  <a:pt x="820499" y="468495"/>
                  <a:pt x="820668" y="468500"/>
                </a:cubicBezTo>
                <a:lnTo>
                  <a:pt x="821208" y="475137"/>
                </a:lnTo>
                <a:cubicBezTo>
                  <a:pt x="826265" y="505143"/>
                  <a:pt x="828714" y="535786"/>
                  <a:pt x="828672" y="566868"/>
                </a:cubicBezTo>
                <a:cubicBezTo>
                  <a:pt x="829984" y="572454"/>
                  <a:pt x="830043" y="578078"/>
                  <a:pt x="830043" y="583715"/>
                </a:cubicBezTo>
                <a:cubicBezTo>
                  <a:pt x="830043" y="587508"/>
                  <a:pt x="830016" y="591293"/>
                  <a:pt x="829450" y="595066"/>
                </a:cubicBezTo>
                <a:lnTo>
                  <a:pt x="828951" y="595033"/>
                </a:lnTo>
                <a:lnTo>
                  <a:pt x="828925" y="595524"/>
                </a:lnTo>
                <a:lnTo>
                  <a:pt x="811806" y="593911"/>
                </a:lnTo>
                <a:cubicBezTo>
                  <a:pt x="779432" y="593388"/>
                  <a:pt x="747552" y="590430"/>
                  <a:pt x="716380" y="584920"/>
                </a:cubicBezTo>
                <a:cubicBezTo>
                  <a:pt x="710803" y="585336"/>
                  <a:pt x="705474" y="584395"/>
                  <a:pt x="700163" y="583392"/>
                </a:cubicBezTo>
                <a:lnTo>
                  <a:pt x="700047" y="582253"/>
                </a:lnTo>
                <a:cubicBezTo>
                  <a:pt x="378172" y="529393"/>
                  <a:pt x="118900" y="299826"/>
                  <a:pt x="34122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3455" y="7138234"/>
            <a:ext cx="8388727" cy="2105491"/>
          </a:xfrm>
        </p:spPr>
        <p:txBody>
          <a:bodyPr anchor="ctr">
            <a:normAutofit/>
          </a:bodyPr>
          <a:lstStyle>
            <a:lvl1pPr algn="r">
              <a:defRPr sz="6332" b="0" spc="288" baseline="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293394" y="7138234"/>
            <a:ext cx="3454182" cy="2105491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303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657957" indent="0">
              <a:buNone/>
              <a:defRPr sz="2303">
                <a:solidFill>
                  <a:schemeClr val="tx1">
                    <a:tint val="75000"/>
                  </a:schemeClr>
                </a:solidFill>
              </a:defRPr>
            </a:lvl2pPr>
            <a:lvl3pPr marL="1315913" indent="0">
              <a:buNone/>
              <a:defRPr sz="2303">
                <a:solidFill>
                  <a:schemeClr val="tx1">
                    <a:tint val="75000"/>
                  </a:schemeClr>
                </a:solidFill>
              </a:defRPr>
            </a:lvl3pPr>
            <a:lvl4pPr marL="1973870" indent="0">
              <a:buNone/>
              <a:defRPr sz="2015">
                <a:solidFill>
                  <a:schemeClr val="tx1">
                    <a:tint val="75000"/>
                  </a:schemeClr>
                </a:solidFill>
              </a:defRPr>
            </a:lvl4pPr>
            <a:lvl5pPr marL="2631826" indent="0">
              <a:buNone/>
              <a:defRPr sz="2015">
                <a:solidFill>
                  <a:schemeClr val="tx1">
                    <a:tint val="75000"/>
                  </a:schemeClr>
                </a:solidFill>
              </a:defRPr>
            </a:lvl5pPr>
            <a:lvl6pPr marL="3289783" indent="0">
              <a:buNone/>
              <a:defRPr sz="2015">
                <a:solidFill>
                  <a:schemeClr val="tx1">
                    <a:tint val="75000"/>
                  </a:schemeClr>
                </a:solidFill>
              </a:defRPr>
            </a:lvl6pPr>
            <a:lvl7pPr marL="3947739" indent="0">
              <a:buNone/>
              <a:defRPr sz="2015">
                <a:solidFill>
                  <a:schemeClr val="tx1">
                    <a:tint val="75000"/>
                  </a:schemeClr>
                </a:solidFill>
              </a:defRPr>
            </a:lvl7pPr>
            <a:lvl8pPr marL="4605696" indent="0">
              <a:buNone/>
              <a:defRPr sz="2015">
                <a:solidFill>
                  <a:schemeClr val="tx1">
                    <a:tint val="75000"/>
                  </a:schemeClr>
                </a:solidFill>
              </a:defRPr>
            </a:lvl8pPr>
            <a:lvl9pPr marL="5263652" indent="0">
              <a:buNone/>
              <a:defRPr sz="2015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9051893" y="7575682"/>
            <a:ext cx="0" cy="1315932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388116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05338" y="842196"/>
            <a:ext cx="10490844" cy="2158128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5338" y="3289829"/>
            <a:ext cx="5131927" cy="5790100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64255" y="3289829"/>
            <a:ext cx="5131927" cy="5790100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01535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105338" y="842196"/>
            <a:ext cx="10490844" cy="2158128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5338" y="3136759"/>
            <a:ext cx="5131927" cy="1184339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3166" b="0" cap="none" baseline="0">
                <a:solidFill>
                  <a:schemeClr val="accent1"/>
                </a:solidFill>
                <a:latin typeface="+mn-lt"/>
              </a:defRPr>
            </a:lvl1pPr>
            <a:lvl2pPr marL="657957" indent="0">
              <a:buNone/>
              <a:defRPr sz="2878" b="1"/>
            </a:lvl2pPr>
            <a:lvl3pPr marL="1315913" indent="0">
              <a:buNone/>
              <a:defRPr sz="2590" b="1"/>
            </a:lvl3pPr>
            <a:lvl4pPr marL="1973870" indent="0">
              <a:buNone/>
              <a:defRPr sz="2303" b="1"/>
            </a:lvl4pPr>
            <a:lvl5pPr marL="2631826" indent="0">
              <a:buNone/>
              <a:defRPr sz="2303" b="1"/>
            </a:lvl5pPr>
            <a:lvl6pPr marL="3289783" indent="0">
              <a:buNone/>
              <a:defRPr sz="2303" b="1"/>
            </a:lvl6pPr>
            <a:lvl7pPr marL="3947739" indent="0">
              <a:buNone/>
              <a:defRPr sz="2303" b="1"/>
            </a:lvl7pPr>
            <a:lvl8pPr marL="4605696" indent="0">
              <a:buNone/>
              <a:defRPr sz="2303" b="1"/>
            </a:lvl8pPr>
            <a:lvl9pPr marL="5263652" indent="0">
              <a:buNone/>
              <a:defRPr sz="2303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5338" y="4271004"/>
            <a:ext cx="5131927" cy="4808925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64255" y="3136759"/>
            <a:ext cx="5131927" cy="1184339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3166" b="0" kern="1200" cap="none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657957" indent="0">
              <a:buNone/>
              <a:defRPr sz="2878" b="1"/>
            </a:lvl2pPr>
            <a:lvl3pPr marL="1315913" indent="0">
              <a:buNone/>
              <a:defRPr sz="2590" b="1"/>
            </a:lvl3pPr>
            <a:lvl4pPr marL="1973870" indent="0">
              <a:buNone/>
              <a:defRPr sz="2303" b="1"/>
            </a:lvl4pPr>
            <a:lvl5pPr marL="2631826" indent="0">
              <a:buNone/>
              <a:defRPr sz="2303" b="1"/>
            </a:lvl5pPr>
            <a:lvl6pPr marL="3289783" indent="0">
              <a:buNone/>
              <a:defRPr sz="2303" b="1"/>
            </a:lvl6pPr>
            <a:lvl7pPr marL="3947739" indent="0">
              <a:buNone/>
              <a:defRPr sz="2303" b="1"/>
            </a:lvl7pPr>
            <a:lvl8pPr marL="4605696" indent="0">
              <a:buNone/>
              <a:defRPr sz="2303" b="1"/>
            </a:lvl8pPr>
            <a:lvl9pPr marL="5263652" indent="0">
              <a:buNone/>
              <a:defRPr sz="2303" b="1"/>
            </a:lvl9pPr>
          </a:lstStyle>
          <a:p>
            <a:pPr marL="0" lvl="0" indent="0" algn="l" defTabSz="1315913" rtl="0" eaLnBrk="1" latinLnBrk="0" hangingPunct="1">
              <a:lnSpc>
                <a:spcPct val="90000"/>
              </a:lnSpc>
              <a:spcBef>
                <a:spcPts val="2590"/>
              </a:spcBef>
              <a:buNone/>
            </a:pPr>
            <a:r>
              <a:rPr lang="de-DE"/>
              <a:t>Mastertextformat bearbeiten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64255" y="4271004"/>
            <a:ext cx="5131927" cy="4808925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75578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16219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89867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105338" y="678558"/>
            <a:ext cx="4737164" cy="2500270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5181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68182" y="1184339"/>
            <a:ext cx="6128706" cy="7461333"/>
          </a:xfrm>
        </p:spPr>
        <p:txBody>
          <a:bodyPr>
            <a:normAutofit/>
          </a:bodyPr>
          <a:lstStyle>
            <a:lvl1pPr>
              <a:defRPr sz="2878"/>
            </a:lvl1pPr>
            <a:lvl2pPr>
              <a:defRPr sz="2303"/>
            </a:lvl2pPr>
            <a:lvl3pPr>
              <a:defRPr sz="1727"/>
            </a:lvl3pPr>
            <a:lvl4pPr>
              <a:defRPr sz="1727"/>
            </a:lvl4pPr>
            <a:lvl5pPr>
              <a:defRPr sz="1727"/>
            </a:lvl5pPr>
            <a:lvl6pPr>
              <a:defRPr sz="1727"/>
            </a:lvl6pPr>
            <a:lvl7pPr>
              <a:defRPr sz="1727"/>
            </a:lvl7pPr>
            <a:lvl8pPr>
              <a:defRPr sz="1727"/>
            </a:lvl8pPr>
            <a:lvl9pPr>
              <a:defRPr sz="1727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05338" y="3248823"/>
            <a:ext cx="4737164" cy="5414394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8000"/>
              </a:lnSpc>
              <a:spcBef>
                <a:spcPts val="863"/>
              </a:spcBef>
              <a:buNone/>
              <a:defRPr sz="2303"/>
            </a:lvl1pPr>
            <a:lvl2pPr marL="657957" indent="0">
              <a:buNone/>
              <a:defRPr sz="1727"/>
            </a:lvl2pPr>
            <a:lvl3pPr marL="1315913" indent="0">
              <a:buNone/>
              <a:defRPr sz="1439"/>
            </a:lvl3pPr>
            <a:lvl4pPr marL="1973870" indent="0">
              <a:buNone/>
              <a:defRPr sz="1295"/>
            </a:lvl4pPr>
            <a:lvl5pPr marL="2631826" indent="0">
              <a:buNone/>
              <a:defRPr sz="1295"/>
            </a:lvl5pPr>
            <a:lvl6pPr marL="3289783" indent="0">
              <a:buNone/>
              <a:defRPr sz="1295"/>
            </a:lvl6pPr>
            <a:lvl7pPr marL="3947739" indent="0">
              <a:buNone/>
              <a:defRPr sz="1295"/>
            </a:lvl7pPr>
            <a:lvl8pPr marL="4605696" indent="0">
              <a:buNone/>
              <a:defRPr sz="1295"/>
            </a:lvl8pPr>
            <a:lvl9pPr marL="5263652" indent="0">
              <a:buNone/>
              <a:defRPr sz="1295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10144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3455" y="7138236"/>
            <a:ext cx="8388727" cy="2105491"/>
          </a:xfrm>
        </p:spPr>
        <p:txBody>
          <a:bodyPr anchor="ctr">
            <a:normAutofit/>
          </a:bodyPr>
          <a:lstStyle>
            <a:lvl1pPr algn="r">
              <a:defRPr sz="6332" spc="288" baseline="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-2"/>
            <a:ext cx="13155498" cy="6579659"/>
          </a:xfrm>
          <a:solidFill>
            <a:schemeClr val="accent1">
              <a:lumMod val="60000"/>
              <a:lumOff val="40000"/>
            </a:schemeClr>
          </a:solidFill>
        </p:spPr>
        <p:txBody>
          <a:bodyPr lIns="457200" tIns="365760" anchor="t"/>
          <a:lstStyle>
            <a:lvl1pPr marL="0" indent="0">
              <a:buNone/>
              <a:defRPr sz="3454"/>
            </a:lvl1pPr>
            <a:lvl2pPr marL="493467" indent="0">
              <a:buNone/>
              <a:defRPr sz="3022"/>
            </a:lvl2pPr>
            <a:lvl3pPr marL="986935" indent="0">
              <a:buNone/>
              <a:defRPr sz="2590"/>
            </a:lvl3pPr>
            <a:lvl4pPr marL="1480402" indent="0">
              <a:buNone/>
              <a:defRPr sz="2159"/>
            </a:lvl4pPr>
            <a:lvl5pPr marL="1973870" indent="0">
              <a:buNone/>
              <a:defRPr sz="2159"/>
            </a:lvl5pPr>
            <a:lvl6pPr marL="2467337" indent="0">
              <a:buNone/>
              <a:defRPr sz="2159"/>
            </a:lvl6pPr>
            <a:lvl7pPr marL="2960804" indent="0">
              <a:buNone/>
              <a:defRPr sz="2159"/>
            </a:lvl7pPr>
            <a:lvl8pPr marL="3454272" indent="0">
              <a:buNone/>
              <a:defRPr sz="2159"/>
            </a:lvl8pPr>
            <a:lvl9pPr marL="3947739" indent="0">
              <a:buNone/>
              <a:defRPr sz="2159"/>
            </a:lvl9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293394" y="7138236"/>
            <a:ext cx="3454182" cy="2105491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303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93467" indent="0">
              <a:buNone/>
              <a:defRPr sz="1511"/>
            </a:lvl2pPr>
            <a:lvl3pPr marL="986935" indent="0">
              <a:buNone/>
              <a:defRPr sz="1295"/>
            </a:lvl3pPr>
            <a:lvl4pPr marL="1480402" indent="0">
              <a:buNone/>
              <a:defRPr sz="1079"/>
            </a:lvl4pPr>
            <a:lvl5pPr marL="1973870" indent="0">
              <a:buNone/>
              <a:defRPr sz="1079"/>
            </a:lvl5pPr>
            <a:lvl6pPr marL="2467337" indent="0">
              <a:buNone/>
              <a:defRPr sz="1079"/>
            </a:lvl6pPr>
            <a:lvl7pPr marL="2960804" indent="0">
              <a:buNone/>
              <a:defRPr sz="1079"/>
            </a:lvl7pPr>
            <a:lvl8pPr marL="3454272" indent="0">
              <a:buNone/>
              <a:defRPr sz="1079"/>
            </a:lvl8pPr>
            <a:lvl9pPr marL="3947739" indent="0">
              <a:buNone/>
              <a:defRPr sz="1079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9051893" y="7575682"/>
            <a:ext cx="0" cy="1315932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823297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42724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16760" y="1096610"/>
            <a:ext cx="2837364" cy="7785929"/>
          </a:xfrm>
        </p:spPr>
        <p:txBody>
          <a:bodyPr vert="eaVert" lIns="45720" tIns="91440" rIns="45720" bIns="91440"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69154" y="1096610"/>
            <a:ext cx="8183121" cy="7785929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 rot="5400000" flipV="1">
            <a:off x="10856000" y="249798"/>
            <a:ext cx="0" cy="986909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982527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05338" y="842196"/>
            <a:ext cx="10490844" cy="21581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5339" y="3289829"/>
            <a:ext cx="10490845" cy="579010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105340" y="9312122"/>
            <a:ext cx="2324960" cy="39478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39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5BCAD085-E8A6-8845-BD4E-CB4CCA059FC4}" type="datetimeFigureOut">
              <a:rPr lang="en-US" smtClean="0"/>
              <a:t>8/5/2026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226963" y="9312122"/>
            <a:ext cx="6369426" cy="39478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39" cap="all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696701" y="9312122"/>
            <a:ext cx="1050875" cy="39478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39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 flipV="1">
            <a:off x="822424" y="1189180"/>
            <a:ext cx="0" cy="1315932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754343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1315913" rtl="0" eaLnBrk="1" latinLnBrk="0" hangingPunct="1">
        <a:lnSpc>
          <a:spcPct val="80000"/>
        </a:lnSpc>
        <a:spcBef>
          <a:spcPct val="0"/>
        </a:spcBef>
        <a:buNone/>
        <a:defRPr sz="6332" kern="1200" cap="all" spc="144" baseline="0">
          <a:solidFill>
            <a:schemeClr val="tx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131591" indent="-131591" algn="l" defTabSz="1315913" rtl="0" eaLnBrk="1" latinLnBrk="0" hangingPunct="1">
        <a:lnSpc>
          <a:spcPct val="90000"/>
        </a:lnSpc>
        <a:spcBef>
          <a:spcPts val="1727"/>
        </a:spcBef>
        <a:spcAft>
          <a:spcPts val="288"/>
        </a:spcAft>
        <a:buClr>
          <a:schemeClr val="accent1"/>
        </a:buClr>
        <a:buSzPct val="100000"/>
        <a:buFont typeface="Tw Cen MT" panose="020B0602020104020603" pitchFamily="34" charset="0"/>
        <a:buChar char=" "/>
        <a:defRPr sz="2878" kern="1200">
          <a:solidFill>
            <a:schemeClr val="tx1"/>
          </a:solidFill>
          <a:latin typeface="+mn-lt"/>
          <a:ea typeface="+mn-ea"/>
          <a:cs typeface="+mn-cs"/>
        </a:defRPr>
      </a:lvl1pPr>
      <a:lvl2pPr marL="381615" indent="-197387" algn="l" defTabSz="1315913" rtl="0" eaLnBrk="1" latinLnBrk="0" hangingPunct="1">
        <a:lnSpc>
          <a:spcPct val="90000"/>
        </a:lnSpc>
        <a:spcBef>
          <a:spcPts val="288"/>
        </a:spcBef>
        <a:spcAft>
          <a:spcPts val="576"/>
        </a:spcAft>
        <a:buClr>
          <a:schemeClr val="accent1"/>
        </a:buClr>
        <a:buFont typeface="Wingdings 3" pitchFamily="18" charset="2"/>
        <a:buChar char=""/>
        <a:defRPr sz="2303" kern="1200">
          <a:solidFill>
            <a:schemeClr val="tx1"/>
          </a:solidFill>
          <a:latin typeface="+mn-lt"/>
          <a:ea typeface="+mn-ea"/>
          <a:cs typeface="+mn-cs"/>
        </a:defRPr>
      </a:lvl2pPr>
      <a:lvl3pPr marL="644797" indent="-197387" algn="l" defTabSz="1315913" rtl="0" eaLnBrk="1" latinLnBrk="0" hangingPunct="1">
        <a:lnSpc>
          <a:spcPct val="90000"/>
        </a:lnSpc>
        <a:spcBef>
          <a:spcPts val="288"/>
        </a:spcBef>
        <a:spcAft>
          <a:spcPts val="576"/>
        </a:spcAft>
        <a:buClr>
          <a:schemeClr val="accent1"/>
        </a:buClr>
        <a:buFont typeface="Wingdings 3" pitchFamily="18" charset="2"/>
        <a:buChar char=""/>
        <a:defRPr sz="1727" kern="1200">
          <a:solidFill>
            <a:schemeClr val="tx1"/>
          </a:solidFill>
          <a:latin typeface="+mn-lt"/>
          <a:ea typeface="+mn-ea"/>
          <a:cs typeface="+mn-cs"/>
        </a:defRPr>
      </a:lvl3pPr>
      <a:lvl4pPr marL="855343" indent="-197387" algn="l" defTabSz="1315913" rtl="0" eaLnBrk="1" latinLnBrk="0" hangingPunct="1">
        <a:lnSpc>
          <a:spcPct val="90000"/>
        </a:lnSpc>
        <a:spcBef>
          <a:spcPts val="288"/>
        </a:spcBef>
        <a:spcAft>
          <a:spcPts val="576"/>
        </a:spcAft>
        <a:buClr>
          <a:schemeClr val="accent1"/>
        </a:buClr>
        <a:buFont typeface="Wingdings 3" pitchFamily="18" charset="2"/>
        <a:buChar char=""/>
        <a:defRPr sz="1727" kern="1200">
          <a:solidFill>
            <a:schemeClr val="tx1"/>
          </a:solidFill>
          <a:latin typeface="+mn-lt"/>
          <a:ea typeface="+mn-ea"/>
          <a:cs typeface="+mn-cs"/>
        </a:defRPr>
      </a:lvl4pPr>
      <a:lvl5pPr marL="1118526" indent="-197387" algn="l" defTabSz="1315913" rtl="0" eaLnBrk="1" latinLnBrk="0" hangingPunct="1">
        <a:lnSpc>
          <a:spcPct val="90000"/>
        </a:lnSpc>
        <a:spcBef>
          <a:spcPts val="288"/>
        </a:spcBef>
        <a:spcAft>
          <a:spcPts val="576"/>
        </a:spcAft>
        <a:buClr>
          <a:schemeClr val="accent1"/>
        </a:buClr>
        <a:buFont typeface="Wingdings 3" pitchFamily="18" charset="2"/>
        <a:buChar char=""/>
        <a:defRPr sz="1727" kern="1200">
          <a:solidFill>
            <a:schemeClr val="tx1"/>
          </a:solidFill>
          <a:latin typeface="+mn-lt"/>
          <a:ea typeface="+mn-ea"/>
          <a:cs typeface="+mn-cs"/>
        </a:defRPr>
      </a:lvl5pPr>
      <a:lvl6pPr marL="1315913" indent="-197387" algn="l" defTabSz="1315913" rtl="0" eaLnBrk="1" latinLnBrk="0" hangingPunct="1">
        <a:lnSpc>
          <a:spcPct val="90000"/>
        </a:lnSpc>
        <a:spcBef>
          <a:spcPts val="288"/>
        </a:spcBef>
        <a:spcAft>
          <a:spcPts val="576"/>
        </a:spcAft>
        <a:buClr>
          <a:schemeClr val="accent1"/>
        </a:buClr>
        <a:buFont typeface="Wingdings 3" pitchFamily="18" charset="2"/>
        <a:buChar char=""/>
        <a:defRPr sz="1727" kern="1200">
          <a:solidFill>
            <a:schemeClr val="tx1"/>
          </a:solidFill>
          <a:latin typeface="+mn-lt"/>
          <a:ea typeface="+mn-ea"/>
          <a:cs typeface="+mn-cs"/>
        </a:defRPr>
      </a:lvl6pPr>
      <a:lvl7pPr marL="1526459" indent="-197387" algn="l" defTabSz="1315913" rtl="0" eaLnBrk="1" latinLnBrk="0" hangingPunct="1">
        <a:lnSpc>
          <a:spcPct val="90000"/>
        </a:lnSpc>
        <a:spcBef>
          <a:spcPts val="288"/>
        </a:spcBef>
        <a:spcAft>
          <a:spcPts val="576"/>
        </a:spcAft>
        <a:buClr>
          <a:schemeClr val="accent1"/>
        </a:buClr>
        <a:buFont typeface="Wingdings 3" pitchFamily="18" charset="2"/>
        <a:buChar char=""/>
        <a:defRPr sz="1727" kern="1200">
          <a:solidFill>
            <a:schemeClr val="tx1"/>
          </a:solidFill>
          <a:latin typeface="+mn-lt"/>
          <a:ea typeface="+mn-ea"/>
          <a:cs typeface="+mn-cs"/>
        </a:defRPr>
      </a:lvl7pPr>
      <a:lvl8pPr marL="1750164" indent="-197387" algn="l" defTabSz="1315913" rtl="0" eaLnBrk="1" latinLnBrk="0" hangingPunct="1">
        <a:lnSpc>
          <a:spcPct val="90000"/>
        </a:lnSpc>
        <a:spcBef>
          <a:spcPts val="288"/>
        </a:spcBef>
        <a:spcAft>
          <a:spcPts val="576"/>
        </a:spcAft>
        <a:buClr>
          <a:schemeClr val="accent1"/>
        </a:buClr>
        <a:buFont typeface="Wingdings 3" pitchFamily="18" charset="2"/>
        <a:buChar char=""/>
        <a:defRPr sz="1727" kern="1200">
          <a:solidFill>
            <a:schemeClr val="tx1"/>
          </a:solidFill>
          <a:latin typeface="+mn-lt"/>
          <a:ea typeface="+mn-ea"/>
          <a:cs typeface="+mn-cs"/>
        </a:defRPr>
      </a:lvl8pPr>
      <a:lvl9pPr marL="1960710" indent="-197387" algn="l" defTabSz="1315913" rtl="0" eaLnBrk="1" latinLnBrk="0" hangingPunct="1">
        <a:lnSpc>
          <a:spcPct val="90000"/>
        </a:lnSpc>
        <a:spcBef>
          <a:spcPts val="288"/>
        </a:spcBef>
        <a:spcAft>
          <a:spcPts val="576"/>
        </a:spcAft>
        <a:buClr>
          <a:schemeClr val="accent1"/>
        </a:buClr>
        <a:buFont typeface="Wingdings 3" pitchFamily="18" charset="2"/>
        <a:buChar char=""/>
        <a:defRPr sz="172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315913" rtl="0" eaLnBrk="1" latinLnBrk="0" hangingPunct="1">
        <a:defRPr sz="2590" kern="1200">
          <a:solidFill>
            <a:schemeClr val="tx1"/>
          </a:solidFill>
          <a:latin typeface="+mn-lt"/>
          <a:ea typeface="+mn-ea"/>
          <a:cs typeface="+mn-cs"/>
        </a:defRPr>
      </a:lvl1pPr>
      <a:lvl2pPr marL="657957" algn="l" defTabSz="1315913" rtl="0" eaLnBrk="1" latinLnBrk="0" hangingPunct="1">
        <a:defRPr sz="2590" kern="1200">
          <a:solidFill>
            <a:schemeClr val="tx1"/>
          </a:solidFill>
          <a:latin typeface="+mn-lt"/>
          <a:ea typeface="+mn-ea"/>
          <a:cs typeface="+mn-cs"/>
        </a:defRPr>
      </a:lvl2pPr>
      <a:lvl3pPr marL="1315913" algn="l" defTabSz="1315913" rtl="0" eaLnBrk="1" latinLnBrk="0" hangingPunct="1">
        <a:defRPr sz="2590" kern="1200">
          <a:solidFill>
            <a:schemeClr val="tx1"/>
          </a:solidFill>
          <a:latin typeface="+mn-lt"/>
          <a:ea typeface="+mn-ea"/>
          <a:cs typeface="+mn-cs"/>
        </a:defRPr>
      </a:lvl3pPr>
      <a:lvl4pPr marL="1973870" algn="l" defTabSz="1315913" rtl="0" eaLnBrk="1" latinLnBrk="0" hangingPunct="1">
        <a:defRPr sz="2590" kern="1200">
          <a:solidFill>
            <a:schemeClr val="tx1"/>
          </a:solidFill>
          <a:latin typeface="+mn-lt"/>
          <a:ea typeface="+mn-ea"/>
          <a:cs typeface="+mn-cs"/>
        </a:defRPr>
      </a:lvl4pPr>
      <a:lvl5pPr marL="2631826" algn="l" defTabSz="1315913" rtl="0" eaLnBrk="1" latinLnBrk="0" hangingPunct="1">
        <a:defRPr sz="2590" kern="1200">
          <a:solidFill>
            <a:schemeClr val="tx1"/>
          </a:solidFill>
          <a:latin typeface="+mn-lt"/>
          <a:ea typeface="+mn-ea"/>
          <a:cs typeface="+mn-cs"/>
        </a:defRPr>
      </a:lvl5pPr>
      <a:lvl6pPr marL="3289783" algn="l" defTabSz="1315913" rtl="0" eaLnBrk="1" latinLnBrk="0" hangingPunct="1">
        <a:defRPr sz="2590" kern="1200">
          <a:solidFill>
            <a:schemeClr val="tx1"/>
          </a:solidFill>
          <a:latin typeface="+mn-lt"/>
          <a:ea typeface="+mn-ea"/>
          <a:cs typeface="+mn-cs"/>
        </a:defRPr>
      </a:lvl6pPr>
      <a:lvl7pPr marL="3947739" algn="l" defTabSz="1315913" rtl="0" eaLnBrk="1" latinLnBrk="0" hangingPunct="1">
        <a:defRPr sz="2590" kern="1200">
          <a:solidFill>
            <a:schemeClr val="tx1"/>
          </a:solidFill>
          <a:latin typeface="+mn-lt"/>
          <a:ea typeface="+mn-ea"/>
          <a:cs typeface="+mn-cs"/>
        </a:defRPr>
      </a:lvl7pPr>
      <a:lvl8pPr marL="4605696" algn="l" defTabSz="1315913" rtl="0" eaLnBrk="1" latinLnBrk="0" hangingPunct="1">
        <a:defRPr sz="2590" kern="1200">
          <a:solidFill>
            <a:schemeClr val="tx1"/>
          </a:solidFill>
          <a:latin typeface="+mn-lt"/>
          <a:ea typeface="+mn-ea"/>
          <a:cs typeface="+mn-cs"/>
        </a:defRPr>
      </a:lvl8pPr>
      <a:lvl9pPr marL="5263652" algn="l" defTabSz="1315913" rtl="0" eaLnBrk="1" latinLnBrk="0" hangingPunct="1">
        <a:defRPr sz="259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>
            <a:extLst>
              <a:ext uri="{FF2B5EF4-FFF2-40B4-BE49-F238E27FC236}">
                <a16:creationId xmlns:a16="http://schemas.microsoft.com/office/drawing/2014/main" id="{22DFBC3D-BFED-B0B1-ECF4-B023ABCF1C0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e-AT" dirty="0" err="1"/>
              <a:t>Mosaic</a:t>
            </a:r>
            <a:r>
              <a:rPr lang="de-AT" dirty="0"/>
              <a:t>-AI</a:t>
            </a:r>
          </a:p>
        </p:txBody>
      </p:sp>
      <p:sp>
        <p:nvSpPr>
          <p:cNvPr id="5" name="Untertitel 4">
            <a:extLst>
              <a:ext uri="{FF2B5EF4-FFF2-40B4-BE49-F238E27FC236}">
                <a16:creationId xmlns:a16="http://schemas.microsoft.com/office/drawing/2014/main" id="{D71B1A87-535B-CAB2-F49D-6C1F36EFFFD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de-AT" dirty="0"/>
              <a:t>Spieleranleitung zur Server-Game-Oberfläche</a:t>
            </a:r>
          </a:p>
          <a:p>
            <a:endParaRPr lang="de-AT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" name="Gruppieren 23">
            <a:extLst>
              <a:ext uri="{FF2B5EF4-FFF2-40B4-BE49-F238E27FC236}">
                <a16:creationId xmlns:a16="http://schemas.microsoft.com/office/drawing/2014/main" id="{CD93B16B-7382-4D53-7F1E-7B216079DB88}"/>
              </a:ext>
            </a:extLst>
          </p:cNvPr>
          <p:cNvGrpSpPr/>
          <p:nvPr/>
        </p:nvGrpSpPr>
        <p:grpSpPr>
          <a:xfrm>
            <a:off x="1817054" y="938449"/>
            <a:ext cx="4900513" cy="7992590"/>
            <a:chOff x="3596122" y="938449"/>
            <a:chExt cx="4900513" cy="7992590"/>
          </a:xfrm>
        </p:grpSpPr>
        <p:pic>
          <p:nvPicPr>
            <p:cNvPr id="3" name="Grafik 2">
              <a:extLst>
                <a:ext uri="{FF2B5EF4-FFF2-40B4-BE49-F238E27FC236}">
                  <a16:creationId xmlns:a16="http://schemas.microsoft.com/office/drawing/2014/main" id="{9A33064D-C44C-8E92-913A-7E59BA130D3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695365" y="938449"/>
              <a:ext cx="4801270" cy="7992590"/>
            </a:xfrm>
            <a:prstGeom prst="rect">
              <a:avLst/>
            </a:prstGeom>
          </p:spPr>
        </p:pic>
        <p:sp>
          <p:nvSpPr>
            <p:cNvPr id="5" name="Marker 7">
              <a:extLst>
                <a:ext uri="{FF2B5EF4-FFF2-40B4-BE49-F238E27FC236}">
                  <a16:creationId xmlns:a16="http://schemas.microsoft.com/office/drawing/2014/main" id="{6C382ECF-BBBE-797F-53D8-305162CBC921}"/>
                </a:ext>
              </a:extLst>
            </p:cNvPr>
            <p:cNvSpPr/>
            <p:nvPr/>
          </p:nvSpPr>
          <p:spPr>
            <a:xfrm>
              <a:off x="4912983" y="1998590"/>
              <a:ext cx="276345" cy="276345"/>
            </a:xfrm>
            <a:prstGeom prst="ellipse">
              <a:avLst/>
            </a:prstGeom>
            <a:solidFill>
              <a:srgbClr val="E81C2E"/>
            </a:solidFill>
            <a:ln w="22225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de-AT" sz="1400" b="1" dirty="0">
                  <a:solidFill>
                    <a:srgbClr val="FFFFFF"/>
                  </a:solidFill>
                </a:rPr>
                <a:t>1</a:t>
              </a:r>
              <a:endParaRPr sz="1400" b="1" dirty="0">
                <a:solidFill>
                  <a:srgbClr val="FFFFFF"/>
                </a:solidFill>
              </a:endParaRPr>
            </a:p>
          </p:txBody>
        </p:sp>
        <p:sp>
          <p:nvSpPr>
            <p:cNvPr id="7" name="Marker 7">
              <a:extLst>
                <a:ext uri="{FF2B5EF4-FFF2-40B4-BE49-F238E27FC236}">
                  <a16:creationId xmlns:a16="http://schemas.microsoft.com/office/drawing/2014/main" id="{1E166A5A-A76C-105F-3CDD-504CE712F716}"/>
                </a:ext>
              </a:extLst>
            </p:cNvPr>
            <p:cNvSpPr/>
            <p:nvPr/>
          </p:nvSpPr>
          <p:spPr>
            <a:xfrm>
              <a:off x="7508137" y="2621253"/>
              <a:ext cx="276345" cy="276345"/>
            </a:xfrm>
            <a:prstGeom prst="ellipse">
              <a:avLst/>
            </a:prstGeom>
            <a:solidFill>
              <a:srgbClr val="E81C2E"/>
            </a:solidFill>
            <a:ln w="22225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de-AT" sz="1400" b="1" dirty="0">
                  <a:solidFill>
                    <a:srgbClr val="FFFFFF"/>
                  </a:solidFill>
                </a:rPr>
                <a:t>2</a:t>
              </a:r>
              <a:endParaRPr sz="1400" b="1" dirty="0">
                <a:solidFill>
                  <a:srgbClr val="FFFFFF"/>
                </a:solidFill>
              </a:endParaRPr>
            </a:p>
          </p:txBody>
        </p:sp>
        <p:sp>
          <p:nvSpPr>
            <p:cNvPr id="9" name="Marker 7">
              <a:extLst>
                <a:ext uri="{FF2B5EF4-FFF2-40B4-BE49-F238E27FC236}">
                  <a16:creationId xmlns:a16="http://schemas.microsoft.com/office/drawing/2014/main" id="{93895B6E-CD48-5C73-8E6D-A0D0DE83B78C}"/>
                </a:ext>
              </a:extLst>
            </p:cNvPr>
            <p:cNvSpPr/>
            <p:nvPr/>
          </p:nvSpPr>
          <p:spPr>
            <a:xfrm>
              <a:off x="3695365" y="4223630"/>
              <a:ext cx="276345" cy="276345"/>
            </a:xfrm>
            <a:prstGeom prst="ellipse">
              <a:avLst/>
            </a:prstGeom>
            <a:solidFill>
              <a:srgbClr val="E81C2E"/>
            </a:solidFill>
            <a:ln w="22225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de-AT" sz="1400" b="1" dirty="0">
                  <a:solidFill>
                    <a:srgbClr val="FFFFFF"/>
                  </a:solidFill>
                </a:rPr>
                <a:t>5</a:t>
              </a:r>
              <a:endParaRPr sz="1400" b="1" dirty="0">
                <a:solidFill>
                  <a:srgbClr val="FFFFFF"/>
                </a:solidFill>
              </a:endParaRPr>
            </a:p>
          </p:txBody>
        </p:sp>
        <p:sp>
          <p:nvSpPr>
            <p:cNvPr id="11" name="Marker 7">
              <a:extLst>
                <a:ext uri="{FF2B5EF4-FFF2-40B4-BE49-F238E27FC236}">
                  <a16:creationId xmlns:a16="http://schemas.microsoft.com/office/drawing/2014/main" id="{141CD69B-5CE5-A57F-1043-88F8ED7243CE}"/>
                </a:ext>
              </a:extLst>
            </p:cNvPr>
            <p:cNvSpPr/>
            <p:nvPr/>
          </p:nvSpPr>
          <p:spPr>
            <a:xfrm>
              <a:off x="5051155" y="3631447"/>
              <a:ext cx="276345" cy="276345"/>
            </a:xfrm>
            <a:prstGeom prst="ellipse">
              <a:avLst/>
            </a:prstGeom>
            <a:solidFill>
              <a:srgbClr val="E81C2E"/>
            </a:solidFill>
            <a:ln w="22225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de-AT" sz="1400" b="1" dirty="0">
                  <a:solidFill>
                    <a:srgbClr val="FFFFFF"/>
                  </a:solidFill>
                </a:rPr>
                <a:t>3</a:t>
              </a:r>
              <a:endParaRPr sz="1400" b="1" dirty="0">
                <a:solidFill>
                  <a:srgbClr val="FFFFFF"/>
                </a:solidFill>
              </a:endParaRPr>
            </a:p>
          </p:txBody>
        </p:sp>
        <p:sp>
          <p:nvSpPr>
            <p:cNvPr id="13" name="Marker 7">
              <a:extLst>
                <a:ext uri="{FF2B5EF4-FFF2-40B4-BE49-F238E27FC236}">
                  <a16:creationId xmlns:a16="http://schemas.microsoft.com/office/drawing/2014/main" id="{3CBEB894-9E66-5678-4EAD-D7C4E134C362}"/>
                </a:ext>
              </a:extLst>
            </p:cNvPr>
            <p:cNvSpPr/>
            <p:nvPr/>
          </p:nvSpPr>
          <p:spPr>
            <a:xfrm>
              <a:off x="6635722" y="3679316"/>
              <a:ext cx="276345" cy="276345"/>
            </a:xfrm>
            <a:prstGeom prst="ellipse">
              <a:avLst/>
            </a:prstGeom>
            <a:solidFill>
              <a:srgbClr val="E81C2E"/>
            </a:solidFill>
            <a:ln w="22225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de-AT" sz="1400" b="1" dirty="0">
                  <a:solidFill>
                    <a:srgbClr val="FFFFFF"/>
                  </a:solidFill>
                </a:rPr>
                <a:t>4</a:t>
              </a:r>
              <a:endParaRPr sz="1400" b="1" dirty="0">
                <a:solidFill>
                  <a:srgbClr val="FFFFFF"/>
                </a:solidFill>
              </a:endParaRPr>
            </a:p>
          </p:txBody>
        </p:sp>
        <p:sp>
          <p:nvSpPr>
            <p:cNvPr id="15" name="Marker 7">
              <a:extLst>
                <a:ext uri="{FF2B5EF4-FFF2-40B4-BE49-F238E27FC236}">
                  <a16:creationId xmlns:a16="http://schemas.microsoft.com/office/drawing/2014/main" id="{6DDB1E3B-D15F-15EB-F7E4-6ACEA19D654A}"/>
                </a:ext>
              </a:extLst>
            </p:cNvPr>
            <p:cNvSpPr/>
            <p:nvPr/>
          </p:nvSpPr>
          <p:spPr>
            <a:xfrm>
              <a:off x="6635721" y="5164128"/>
              <a:ext cx="276345" cy="276345"/>
            </a:xfrm>
            <a:prstGeom prst="ellipse">
              <a:avLst/>
            </a:prstGeom>
            <a:solidFill>
              <a:srgbClr val="E81C2E"/>
            </a:solidFill>
            <a:ln w="22225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de-AT" sz="1400" b="1" dirty="0">
                  <a:solidFill>
                    <a:srgbClr val="FFFFFF"/>
                  </a:solidFill>
                </a:rPr>
                <a:t>7</a:t>
              </a:r>
              <a:endParaRPr sz="1400" b="1" dirty="0">
                <a:solidFill>
                  <a:srgbClr val="FFFFFF"/>
                </a:solidFill>
              </a:endParaRPr>
            </a:p>
          </p:txBody>
        </p:sp>
        <p:sp>
          <p:nvSpPr>
            <p:cNvPr id="17" name="Marker 7">
              <a:extLst>
                <a:ext uri="{FF2B5EF4-FFF2-40B4-BE49-F238E27FC236}">
                  <a16:creationId xmlns:a16="http://schemas.microsoft.com/office/drawing/2014/main" id="{727D0CF3-67DF-8D2D-A350-0E9ACD54E219}"/>
                </a:ext>
              </a:extLst>
            </p:cNvPr>
            <p:cNvSpPr/>
            <p:nvPr/>
          </p:nvSpPr>
          <p:spPr>
            <a:xfrm>
              <a:off x="4474782" y="5164127"/>
              <a:ext cx="276345" cy="276345"/>
            </a:xfrm>
            <a:prstGeom prst="ellipse">
              <a:avLst/>
            </a:prstGeom>
            <a:solidFill>
              <a:srgbClr val="E81C2E"/>
            </a:solidFill>
            <a:ln w="22225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de-AT" sz="1400" b="1" dirty="0">
                  <a:solidFill>
                    <a:srgbClr val="FFFFFF"/>
                  </a:solidFill>
                </a:rPr>
                <a:t>6</a:t>
              </a:r>
              <a:endParaRPr sz="1400" b="1" dirty="0">
                <a:solidFill>
                  <a:srgbClr val="FFFFFF"/>
                </a:solidFill>
              </a:endParaRPr>
            </a:p>
          </p:txBody>
        </p:sp>
        <p:sp>
          <p:nvSpPr>
            <p:cNvPr id="19" name="Marker 7">
              <a:extLst>
                <a:ext uri="{FF2B5EF4-FFF2-40B4-BE49-F238E27FC236}">
                  <a16:creationId xmlns:a16="http://schemas.microsoft.com/office/drawing/2014/main" id="{7ECC481A-C8A1-5A70-A7B6-9B3DE836031A}"/>
                </a:ext>
              </a:extLst>
            </p:cNvPr>
            <p:cNvSpPr/>
            <p:nvPr/>
          </p:nvSpPr>
          <p:spPr>
            <a:xfrm>
              <a:off x="3600593" y="6396960"/>
              <a:ext cx="276345" cy="276345"/>
            </a:xfrm>
            <a:prstGeom prst="ellipse">
              <a:avLst/>
            </a:prstGeom>
            <a:solidFill>
              <a:srgbClr val="E81C2E"/>
            </a:solidFill>
            <a:ln w="22225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de-AT" sz="1400" b="1" dirty="0">
                  <a:solidFill>
                    <a:srgbClr val="FFFFFF"/>
                  </a:solidFill>
                </a:rPr>
                <a:t>8</a:t>
              </a:r>
              <a:endParaRPr sz="1400" b="1" dirty="0">
                <a:solidFill>
                  <a:srgbClr val="FFFFFF"/>
                </a:solidFill>
              </a:endParaRPr>
            </a:p>
          </p:txBody>
        </p:sp>
        <p:sp>
          <p:nvSpPr>
            <p:cNvPr id="21" name="Marker 7">
              <a:extLst>
                <a:ext uri="{FF2B5EF4-FFF2-40B4-BE49-F238E27FC236}">
                  <a16:creationId xmlns:a16="http://schemas.microsoft.com/office/drawing/2014/main" id="{4D4EC10A-A918-39BB-1E22-71641209C133}"/>
                </a:ext>
              </a:extLst>
            </p:cNvPr>
            <p:cNvSpPr/>
            <p:nvPr/>
          </p:nvSpPr>
          <p:spPr>
            <a:xfrm>
              <a:off x="3596122" y="7296955"/>
              <a:ext cx="276345" cy="276345"/>
            </a:xfrm>
            <a:prstGeom prst="ellipse">
              <a:avLst/>
            </a:prstGeom>
            <a:solidFill>
              <a:srgbClr val="E81C2E"/>
            </a:solidFill>
            <a:ln w="22225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de-AT" sz="1400" b="1" dirty="0">
                  <a:solidFill>
                    <a:srgbClr val="FFFFFF"/>
                  </a:solidFill>
                </a:rPr>
                <a:t>9</a:t>
              </a:r>
              <a:endParaRPr sz="1400" b="1" dirty="0">
                <a:solidFill>
                  <a:srgbClr val="FFFFFF"/>
                </a:solidFill>
              </a:endParaRPr>
            </a:p>
          </p:txBody>
        </p:sp>
      </p:grpSp>
      <p:sp>
        <p:nvSpPr>
          <p:cNvPr id="28" name="Bereich 5">
            <a:extLst>
              <a:ext uri="{FF2B5EF4-FFF2-40B4-BE49-F238E27FC236}">
                <a16:creationId xmlns:a16="http://schemas.microsoft.com/office/drawing/2014/main" id="{51F6670A-C78B-39E6-D56B-EE89874B158A}"/>
              </a:ext>
            </a:extLst>
          </p:cNvPr>
          <p:cNvSpPr/>
          <p:nvPr/>
        </p:nvSpPr>
        <p:spPr>
          <a:xfrm>
            <a:off x="2097870" y="8026173"/>
            <a:ext cx="4481525" cy="751733"/>
          </a:xfrm>
          <a:prstGeom prst="roundRect">
            <a:avLst>
              <a:gd name="adj" fmla="val 6000"/>
            </a:avLst>
          </a:prstGeom>
          <a:noFill/>
          <a:ln w="28575">
            <a:solidFill>
              <a:srgbClr val="E81C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feld 22">
            <a:extLst>
              <a:ext uri="{FF2B5EF4-FFF2-40B4-BE49-F238E27FC236}">
                <a16:creationId xmlns:a16="http://schemas.microsoft.com/office/drawing/2014/main" id="{1675073B-9309-0A2B-B3FA-13BFA778D617}"/>
              </a:ext>
            </a:extLst>
          </p:cNvPr>
          <p:cNvSpPr txBox="1"/>
          <p:nvPr/>
        </p:nvSpPr>
        <p:spPr>
          <a:xfrm>
            <a:off x="6993912" y="2414540"/>
            <a:ext cx="5143499" cy="4791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>
              <a:spcAft>
                <a:spcPts val="400"/>
              </a:spcAft>
              <a:buFont typeface="+mj-lt"/>
              <a:buAutoNum type="arabicPeriod"/>
            </a:pPr>
            <a:r>
              <a:rPr lang="de-DE" sz="1600" dirty="0">
                <a:solidFill>
                  <a:srgbClr val="1A1A1A"/>
                </a:solidFill>
              </a:rPr>
              <a:t>Eingabe von Spielername möglich</a:t>
            </a:r>
          </a:p>
          <a:p>
            <a:pPr marL="228600" indent="-228600">
              <a:spcAft>
                <a:spcPts val="400"/>
              </a:spcAft>
              <a:buFont typeface="+mj-lt"/>
              <a:buAutoNum type="arabicPeriod"/>
            </a:pPr>
            <a:r>
              <a:rPr lang="de-DE" sz="1600" dirty="0">
                <a:solidFill>
                  <a:srgbClr val="1A1A1A"/>
                </a:solidFill>
              </a:rPr>
              <a:t>Auswahl ob gegen die KI gespielt werden möchte. Wenn nein dann ist es Spieler vs. Spieler</a:t>
            </a:r>
          </a:p>
          <a:p>
            <a:pPr marL="228600" indent="-228600">
              <a:spcAft>
                <a:spcPts val="400"/>
              </a:spcAft>
              <a:buFont typeface="+mj-lt"/>
              <a:buAutoNum type="arabicPeriod"/>
            </a:pPr>
            <a:r>
              <a:rPr lang="de-DE" sz="1600" dirty="0">
                <a:solidFill>
                  <a:srgbClr val="1A1A1A"/>
                </a:solidFill>
              </a:rPr>
              <a:t>Welches KI Modell soll verwendet werden, </a:t>
            </a:r>
            <a:r>
              <a:rPr lang="de-DE" sz="1600" dirty="0" err="1">
                <a:solidFill>
                  <a:srgbClr val="1A1A1A"/>
                </a:solidFill>
              </a:rPr>
              <a:t>no</a:t>
            </a:r>
            <a:r>
              <a:rPr lang="de-DE" sz="1600" dirty="0">
                <a:solidFill>
                  <a:srgbClr val="1A1A1A"/>
                </a:solidFill>
              </a:rPr>
              <a:t> </a:t>
            </a:r>
            <a:r>
              <a:rPr lang="de-DE" sz="1600" dirty="0" err="1">
                <a:solidFill>
                  <a:srgbClr val="1A1A1A"/>
                </a:solidFill>
              </a:rPr>
              <a:t>touchy</a:t>
            </a:r>
            <a:r>
              <a:rPr lang="de-DE" sz="1600" dirty="0">
                <a:solidFill>
                  <a:srgbClr val="1A1A1A"/>
                </a:solidFill>
              </a:rPr>
              <a:t> </a:t>
            </a:r>
            <a:r>
              <a:rPr lang="de-DE" sz="1600" dirty="0" err="1">
                <a:solidFill>
                  <a:srgbClr val="1A1A1A"/>
                </a:solidFill>
              </a:rPr>
              <a:t>touchy</a:t>
            </a:r>
            <a:r>
              <a:rPr lang="de-DE" sz="1600" dirty="0">
                <a:solidFill>
                  <a:srgbClr val="1A1A1A"/>
                </a:solidFill>
              </a:rPr>
              <a:t>, kommt später mal weg</a:t>
            </a:r>
          </a:p>
          <a:p>
            <a:pPr marL="228600" indent="-228600">
              <a:spcAft>
                <a:spcPts val="400"/>
              </a:spcAft>
              <a:buFont typeface="+mj-lt"/>
              <a:buAutoNum type="arabicPeriod"/>
            </a:pPr>
            <a:r>
              <a:rPr lang="de-DE" sz="1600" dirty="0">
                <a:solidFill>
                  <a:srgbClr val="1A1A1A"/>
                </a:solidFill>
              </a:rPr>
              <a:t>Mehr Simulationen = stärkere KI, aber braucht länger für die Züge</a:t>
            </a:r>
          </a:p>
          <a:p>
            <a:pPr marL="228600" indent="-228600">
              <a:spcAft>
                <a:spcPts val="400"/>
              </a:spcAft>
              <a:buFont typeface="+mj-lt"/>
              <a:buAutoNum type="arabicPeriod"/>
            </a:pPr>
            <a:r>
              <a:rPr lang="de-DE" sz="1600" dirty="0">
                <a:solidFill>
                  <a:srgbClr val="1A1A1A"/>
                </a:solidFill>
              </a:rPr>
              <a:t>Damit lässt sich anzeigen wie die KI die Züge und das Spiel an sich bewertet.</a:t>
            </a:r>
          </a:p>
          <a:p>
            <a:pPr marL="228600" indent="-228600">
              <a:spcAft>
                <a:spcPts val="400"/>
              </a:spcAft>
              <a:buFont typeface="+mj-lt"/>
              <a:buAutoNum type="arabicPeriod"/>
            </a:pPr>
            <a:r>
              <a:rPr lang="de-DE" sz="1600" dirty="0">
                <a:solidFill>
                  <a:srgbClr val="1A1A1A"/>
                </a:solidFill>
              </a:rPr>
              <a:t>Auswahl ob und in welcher Form die KI Tipps geben soll</a:t>
            </a:r>
          </a:p>
          <a:p>
            <a:pPr marL="228600" indent="-228600">
              <a:spcAft>
                <a:spcPts val="400"/>
              </a:spcAft>
              <a:buFont typeface="+mj-lt"/>
              <a:buAutoNum type="arabicPeriod"/>
            </a:pPr>
            <a:r>
              <a:rPr lang="de-DE" sz="1600" dirty="0">
                <a:solidFill>
                  <a:srgbClr val="1A1A1A"/>
                </a:solidFill>
              </a:rPr>
              <a:t>Lehrer Sims würd ich das doppelte der Gegner KI Simulationen wählen</a:t>
            </a:r>
          </a:p>
          <a:p>
            <a:pPr marL="228600" indent="-228600">
              <a:spcAft>
                <a:spcPts val="400"/>
              </a:spcAft>
              <a:buFont typeface="+mj-lt"/>
              <a:buAutoNum type="arabicPeriod"/>
            </a:pPr>
            <a:r>
              <a:rPr lang="de-DE" sz="1600" dirty="0">
                <a:solidFill>
                  <a:srgbClr val="1A1A1A"/>
                </a:solidFill>
              </a:rPr>
              <a:t>Auswahl wer beginnt</a:t>
            </a:r>
          </a:p>
          <a:p>
            <a:pPr marL="228600" indent="-228600">
              <a:spcAft>
                <a:spcPts val="400"/>
              </a:spcAft>
              <a:buFont typeface="+mj-lt"/>
              <a:buAutoNum type="arabicPeriod"/>
            </a:pPr>
            <a:r>
              <a:rPr lang="de-DE" sz="1600" dirty="0">
                <a:solidFill>
                  <a:srgbClr val="1A1A1A"/>
                </a:solidFill>
              </a:rPr>
              <a:t>Muss normal nicht eingegeben werden, hauptsächlich zum debuggen</a:t>
            </a:r>
          </a:p>
          <a:p>
            <a:pPr marL="228600" indent="-228600">
              <a:spcAft>
                <a:spcPts val="400"/>
              </a:spcAft>
              <a:buFont typeface="+mj-lt"/>
              <a:buAutoNum type="arabicPeriod"/>
            </a:pPr>
            <a:r>
              <a:rPr lang="de-DE" sz="1600" dirty="0">
                <a:solidFill>
                  <a:srgbClr val="1A1A1A"/>
                </a:solidFill>
              </a:rPr>
              <a:t>Mit der Auswahl starten</a:t>
            </a:r>
          </a:p>
          <a:p>
            <a:pPr marL="228600" indent="-228600">
              <a:spcAft>
                <a:spcPts val="400"/>
              </a:spcAft>
              <a:buAutoNum type="arabicPlain" startAt="3"/>
            </a:pPr>
            <a:endParaRPr lang="de-DE" sz="1600" dirty="0">
              <a:solidFill>
                <a:srgbClr val="1A1A1A"/>
              </a:solidFill>
            </a:endParaRPr>
          </a:p>
        </p:txBody>
      </p:sp>
      <p:sp>
        <p:nvSpPr>
          <p:cNvPr id="26" name="Marker 7">
            <a:extLst>
              <a:ext uri="{FF2B5EF4-FFF2-40B4-BE49-F238E27FC236}">
                <a16:creationId xmlns:a16="http://schemas.microsoft.com/office/drawing/2014/main" id="{4DE7C8A7-9F3F-CBA6-84B2-F070C729A90E}"/>
              </a:ext>
            </a:extLst>
          </p:cNvPr>
          <p:cNvSpPr/>
          <p:nvPr/>
        </p:nvSpPr>
        <p:spPr>
          <a:xfrm>
            <a:off x="1906765" y="8272316"/>
            <a:ext cx="276345" cy="276345"/>
          </a:xfrm>
          <a:prstGeom prst="ellipse">
            <a:avLst/>
          </a:prstGeom>
          <a:solidFill>
            <a:srgbClr val="E81C2E"/>
          </a:solidFill>
          <a:ln w="222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de-AT" sz="1400" b="1" dirty="0">
                <a:solidFill>
                  <a:srgbClr val="FFFFFF"/>
                </a:solidFill>
              </a:rPr>
              <a:t>10</a:t>
            </a:r>
            <a:endParaRPr sz="1400" b="1" dirty="0">
              <a:solidFill>
                <a:srgbClr val="FFFFFF"/>
              </a:solidFill>
            </a:endParaRPr>
          </a:p>
        </p:txBody>
      </p:sp>
      <p:sp>
        <p:nvSpPr>
          <p:cNvPr id="30" name="Bereich 5">
            <a:extLst>
              <a:ext uri="{FF2B5EF4-FFF2-40B4-BE49-F238E27FC236}">
                <a16:creationId xmlns:a16="http://schemas.microsoft.com/office/drawing/2014/main" id="{D0C0AD29-A3BE-9E53-9C58-155FD49FD64B}"/>
              </a:ext>
            </a:extLst>
          </p:cNvPr>
          <p:cNvSpPr/>
          <p:nvPr/>
        </p:nvSpPr>
        <p:spPr>
          <a:xfrm>
            <a:off x="2041724" y="6139488"/>
            <a:ext cx="4537670" cy="751733"/>
          </a:xfrm>
          <a:prstGeom prst="roundRect">
            <a:avLst>
              <a:gd name="adj" fmla="val 6000"/>
            </a:avLst>
          </a:prstGeom>
          <a:noFill/>
          <a:ln w="28575">
            <a:solidFill>
              <a:srgbClr val="E81C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42592382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fik 2">
            <a:extLst>
              <a:ext uri="{FF2B5EF4-FFF2-40B4-BE49-F238E27FC236}">
                <a16:creationId xmlns:a16="http://schemas.microsoft.com/office/drawing/2014/main" id="{C2F70767-A060-1C34-8BBD-4DEC331EC5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1821" y="1492647"/>
            <a:ext cx="5515745" cy="6582694"/>
          </a:xfrm>
          <a:prstGeom prst="rect">
            <a:avLst/>
          </a:prstGeom>
        </p:spPr>
      </p:pic>
      <p:sp>
        <p:nvSpPr>
          <p:cNvPr id="5" name="Marker 7">
            <a:extLst>
              <a:ext uri="{FF2B5EF4-FFF2-40B4-BE49-F238E27FC236}">
                <a16:creationId xmlns:a16="http://schemas.microsoft.com/office/drawing/2014/main" id="{31BFF457-000F-10E1-9F61-8771550759B9}"/>
              </a:ext>
            </a:extLst>
          </p:cNvPr>
          <p:cNvSpPr/>
          <p:nvPr/>
        </p:nvSpPr>
        <p:spPr>
          <a:xfrm>
            <a:off x="1063648" y="2683865"/>
            <a:ext cx="276345" cy="276345"/>
          </a:xfrm>
          <a:prstGeom prst="ellipse">
            <a:avLst/>
          </a:prstGeom>
          <a:solidFill>
            <a:srgbClr val="E81C2E"/>
          </a:solidFill>
          <a:ln w="222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de-AT" sz="1400" b="1" dirty="0">
                <a:solidFill>
                  <a:srgbClr val="FFFFFF"/>
                </a:solidFill>
              </a:rPr>
              <a:t>1</a:t>
            </a:r>
            <a:endParaRPr sz="1400" b="1" dirty="0">
              <a:solidFill>
                <a:srgbClr val="FFFFFF"/>
              </a:solidFill>
            </a:endParaRPr>
          </a:p>
        </p:txBody>
      </p:sp>
      <p:sp>
        <p:nvSpPr>
          <p:cNvPr id="7" name="Marker 7">
            <a:extLst>
              <a:ext uri="{FF2B5EF4-FFF2-40B4-BE49-F238E27FC236}">
                <a16:creationId xmlns:a16="http://schemas.microsoft.com/office/drawing/2014/main" id="{DC51DC7A-5F69-E1F1-AAC8-F300B9EF59B0}"/>
              </a:ext>
            </a:extLst>
          </p:cNvPr>
          <p:cNvSpPr/>
          <p:nvPr/>
        </p:nvSpPr>
        <p:spPr>
          <a:xfrm>
            <a:off x="1022267" y="7094757"/>
            <a:ext cx="276345" cy="276345"/>
          </a:xfrm>
          <a:prstGeom prst="ellipse">
            <a:avLst/>
          </a:prstGeom>
          <a:solidFill>
            <a:srgbClr val="E81C2E"/>
          </a:solidFill>
          <a:ln w="222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de-AT" sz="1400" b="1" dirty="0">
                <a:solidFill>
                  <a:srgbClr val="FFFFFF"/>
                </a:solidFill>
              </a:rPr>
              <a:t>2</a:t>
            </a:r>
            <a:endParaRPr sz="1400" b="1" dirty="0">
              <a:solidFill>
                <a:srgbClr val="FFFFFF"/>
              </a:solidFill>
            </a:endParaRPr>
          </a:p>
        </p:txBody>
      </p:sp>
      <p:sp>
        <p:nvSpPr>
          <p:cNvPr id="9" name="Bereich 5">
            <a:extLst>
              <a:ext uri="{FF2B5EF4-FFF2-40B4-BE49-F238E27FC236}">
                <a16:creationId xmlns:a16="http://schemas.microsoft.com/office/drawing/2014/main" id="{08C4786D-FDAC-92B8-D7D3-602A3062C7DA}"/>
              </a:ext>
            </a:extLst>
          </p:cNvPr>
          <p:cNvSpPr/>
          <p:nvPr/>
        </p:nvSpPr>
        <p:spPr>
          <a:xfrm>
            <a:off x="1339993" y="2507039"/>
            <a:ext cx="5239404" cy="4265525"/>
          </a:xfrm>
          <a:prstGeom prst="roundRect">
            <a:avLst>
              <a:gd name="adj" fmla="val 6000"/>
            </a:avLst>
          </a:prstGeom>
          <a:noFill/>
          <a:ln w="28575">
            <a:solidFill>
              <a:srgbClr val="E81C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Bereich 5">
            <a:extLst>
              <a:ext uri="{FF2B5EF4-FFF2-40B4-BE49-F238E27FC236}">
                <a16:creationId xmlns:a16="http://schemas.microsoft.com/office/drawing/2014/main" id="{F3ABE274-34EC-B202-168B-119E98350FA0}"/>
              </a:ext>
            </a:extLst>
          </p:cNvPr>
          <p:cNvSpPr/>
          <p:nvPr/>
        </p:nvSpPr>
        <p:spPr>
          <a:xfrm>
            <a:off x="1298611" y="7016197"/>
            <a:ext cx="5239404" cy="908394"/>
          </a:xfrm>
          <a:prstGeom prst="roundRect">
            <a:avLst>
              <a:gd name="adj" fmla="val 6000"/>
            </a:avLst>
          </a:prstGeom>
          <a:noFill/>
          <a:ln w="28575">
            <a:solidFill>
              <a:srgbClr val="E81C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feld 14">
            <a:extLst>
              <a:ext uri="{FF2B5EF4-FFF2-40B4-BE49-F238E27FC236}">
                <a16:creationId xmlns:a16="http://schemas.microsoft.com/office/drawing/2014/main" id="{FE9AE574-55E3-063B-020F-CB135101A0A0}"/>
              </a:ext>
            </a:extLst>
          </p:cNvPr>
          <p:cNvSpPr txBox="1"/>
          <p:nvPr/>
        </p:nvSpPr>
        <p:spPr>
          <a:xfrm>
            <a:off x="6993912" y="2414540"/>
            <a:ext cx="5143499" cy="8822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>
              <a:spcAft>
                <a:spcPts val="400"/>
              </a:spcAft>
              <a:buFont typeface="+mj-lt"/>
              <a:buAutoNum type="arabicPeriod"/>
            </a:pPr>
            <a:r>
              <a:rPr lang="de-DE" sz="1600" dirty="0">
                <a:solidFill>
                  <a:srgbClr val="1A1A1A"/>
                </a:solidFill>
              </a:rPr>
              <a:t>Auswahl von genau 3 Wertungsplatten, manche Platten schließen sich aus.</a:t>
            </a:r>
          </a:p>
          <a:p>
            <a:pPr marL="228600" indent="-228600">
              <a:spcAft>
                <a:spcPts val="400"/>
              </a:spcAft>
              <a:buFont typeface="+mj-lt"/>
              <a:buAutoNum type="arabicPeriod"/>
            </a:pPr>
            <a:r>
              <a:rPr lang="de-DE" sz="1600" dirty="0">
                <a:solidFill>
                  <a:srgbClr val="1A1A1A"/>
                </a:solidFill>
              </a:rPr>
              <a:t>Bestätigung</a:t>
            </a:r>
          </a:p>
        </p:txBody>
      </p:sp>
    </p:spTree>
    <p:extLst>
      <p:ext uri="{BB962C8B-B14F-4D97-AF65-F5344CB8AC3E}">
        <p14:creationId xmlns:p14="http://schemas.microsoft.com/office/powerpoint/2010/main" val="3744775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fik 2">
            <a:extLst>
              <a:ext uri="{FF2B5EF4-FFF2-40B4-BE49-F238E27FC236}">
                <a16:creationId xmlns:a16="http://schemas.microsoft.com/office/drawing/2014/main" id="{8265A1A3-73C7-F1CB-B560-DB153859E2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0707" y="2810778"/>
            <a:ext cx="12009257" cy="4697586"/>
          </a:xfrm>
          <a:prstGeom prst="rect">
            <a:avLst/>
          </a:prstGeom>
        </p:spPr>
      </p:pic>
      <p:sp>
        <p:nvSpPr>
          <p:cNvPr id="5" name="TextBox 19">
            <a:extLst>
              <a:ext uri="{FF2B5EF4-FFF2-40B4-BE49-F238E27FC236}">
                <a16:creationId xmlns:a16="http://schemas.microsoft.com/office/drawing/2014/main" id="{13273709-C3A0-BA50-F6F6-B1AB46894CDA}"/>
              </a:ext>
            </a:extLst>
          </p:cNvPr>
          <p:cNvSpPr txBox="1"/>
          <p:nvPr/>
        </p:nvSpPr>
        <p:spPr>
          <a:xfrm>
            <a:off x="512894" y="907594"/>
            <a:ext cx="82296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AT" sz="2000" b="1" dirty="0">
                <a:solidFill>
                  <a:srgbClr val="1A1A1A"/>
                </a:solidFill>
              </a:rPr>
              <a:t>Spielstart</a:t>
            </a:r>
            <a:endParaRPr sz="2000" b="1" dirty="0">
              <a:solidFill>
                <a:srgbClr val="1A1A1A"/>
              </a:solidFill>
            </a:endParaRPr>
          </a:p>
        </p:txBody>
      </p:sp>
      <p:sp>
        <p:nvSpPr>
          <p:cNvPr id="7" name="Marker 7">
            <a:extLst>
              <a:ext uri="{FF2B5EF4-FFF2-40B4-BE49-F238E27FC236}">
                <a16:creationId xmlns:a16="http://schemas.microsoft.com/office/drawing/2014/main" id="{8D1E6D27-6EB7-CAE1-4D33-1DE28E42C4B6}"/>
              </a:ext>
            </a:extLst>
          </p:cNvPr>
          <p:cNvSpPr/>
          <p:nvPr/>
        </p:nvSpPr>
        <p:spPr>
          <a:xfrm>
            <a:off x="10831209" y="3612354"/>
            <a:ext cx="276345" cy="276345"/>
          </a:xfrm>
          <a:prstGeom prst="ellipse">
            <a:avLst/>
          </a:prstGeom>
          <a:solidFill>
            <a:srgbClr val="E81C2E"/>
          </a:solidFill>
          <a:ln w="222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de-AT" sz="1400" b="1" dirty="0">
                <a:solidFill>
                  <a:srgbClr val="FFFFFF"/>
                </a:solidFill>
              </a:rPr>
              <a:t>1</a:t>
            </a:r>
            <a:endParaRPr sz="1400" b="1" dirty="0">
              <a:solidFill>
                <a:srgbClr val="FFFFFF"/>
              </a:solidFill>
            </a:endParaRPr>
          </a:p>
        </p:txBody>
      </p:sp>
      <p:sp>
        <p:nvSpPr>
          <p:cNvPr id="9" name="Bereich 5">
            <a:extLst>
              <a:ext uri="{FF2B5EF4-FFF2-40B4-BE49-F238E27FC236}">
                <a16:creationId xmlns:a16="http://schemas.microsoft.com/office/drawing/2014/main" id="{6FB85184-3CF7-2381-365A-31EBB1CC4DCF}"/>
              </a:ext>
            </a:extLst>
          </p:cNvPr>
          <p:cNvSpPr/>
          <p:nvPr/>
        </p:nvSpPr>
        <p:spPr>
          <a:xfrm>
            <a:off x="11028279" y="3382252"/>
            <a:ext cx="1851698" cy="771738"/>
          </a:xfrm>
          <a:prstGeom prst="roundRect">
            <a:avLst>
              <a:gd name="adj" fmla="val 6000"/>
            </a:avLst>
          </a:prstGeom>
          <a:noFill/>
          <a:ln w="28575">
            <a:solidFill>
              <a:srgbClr val="E81C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Bereich 5">
            <a:extLst>
              <a:ext uri="{FF2B5EF4-FFF2-40B4-BE49-F238E27FC236}">
                <a16:creationId xmlns:a16="http://schemas.microsoft.com/office/drawing/2014/main" id="{D883B92B-6FD8-D1CF-BA4E-7DE15157FADB}"/>
              </a:ext>
            </a:extLst>
          </p:cNvPr>
          <p:cNvSpPr/>
          <p:nvPr/>
        </p:nvSpPr>
        <p:spPr>
          <a:xfrm>
            <a:off x="11028279" y="4262848"/>
            <a:ext cx="1851698" cy="923105"/>
          </a:xfrm>
          <a:prstGeom prst="roundRect">
            <a:avLst>
              <a:gd name="adj" fmla="val 6000"/>
            </a:avLst>
          </a:prstGeom>
          <a:noFill/>
          <a:ln w="28575">
            <a:solidFill>
              <a:srgbClr val="E81C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Marker 7">
            <a:extLst>
              <a:ext uri="{FF2B5EF4-FFF2-40B4-BE49-F238E27FC236}">
                <a16:creationId xmlns:a16="http://schemas.microsoft.com/office/drawing/2014/main" id="{3E3D407B-C757-4CE4-C175-3BB01A9974AF}"/>
              </a:ext>
            </a:extLst>
          </p:cNvPr>
          <p:cNvSpPr/>
          <p:nvPr/>
        </p:nvSpPr>
        <p:spPr>
          <a:xfrm>
            <a:off x="10831209" y="4625944"/>
            <a:ext cx="276345" cy="276345"/>
          </a:xfrm>
          <a:prstGeom prst="ellipse">
            <a:avLst/>
          </a:prstGeom>
          <a:solidFill>
            <a:srgbClr val="E81C2E"/>
          </a:solidFill>
          <a:ln w="222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de-AT" sz="1400" b="1" dirty="0">
                <a:solidFill>
                  <a:srgbClr val="FFFFFF"/>
                </a:solidFill>
              </a:rPr>
              <a:t>2</a:t>
            </a:r>
            <a:endParaRPr sz="1400" b="1" dirty="0">
              <a:solidFill>
                <a:srgbClr val="FFFFFF"/>
              </a:solidFill>
            </a:endParaRPr>
          </a:p>
        </p:txBody>
      </p:sp>
      <p:sp>
        <p:nvSpPr>
          <p:cNvPr id="15" name="Textfeld 14">
            <a:extLst>
              <a:ext uri="{FF2B5EF4-FFF2-40B4-BE49-F238E27FC236}">
                <a16:creationId xmlns:a16="http://schemas.microsoft.com/office/drawing/2014/main" id="{5BA5A410-20E3-545A-C1F9-74F9053ACB1B}"/>
              </a:ext>
            </a:extLst>
          </p:cNvPr>
          <p:cNvSpPr txBox="1"/>
          <p:nvPr/>
        </p:nvSpPr>
        <p:spPr>
          <a:xfrm>
            <a:off x="5456035" y="675863"/>
            <a:ext cx="5143499" cy="2369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>
              <a:spcAft>
                <a:spcPts val="400"/>
              </a:spcAft>
              <a:buFont typeface="+mj-lt"/>
              <a:buAutoNum type="arabicPeriod"/>
            </a:pPr>
            <a:r>
              <a:rPr lang="de-DE" sz="1600" dirty="0">
                <a:solidFill>
                  <a:srgbClr val="1A1A1A"/>
                </a:solidFill>
              </a:rPr>
              <a:t>Hinweisfenster</a:t>
            </a:r>
          </a:p>
          <a:p>
            <a:pPr marL="228600" indent="-228600">
              <a:spcAft>
                <a:spcPts val="400"/>
              </a:spcAft>
              <a:buFont typeface="+mj-lt"/>
              <a:buAutoNum type="arabicPeriod"/>
            </a:pPr>
            <a:r>
              <a:rPr lang="de-DE" sz="1600" dirty="0">
                <a:solidFill>
                  <a:srgbClr val="1A1A1A"/>
                </a:solidFill>
              </a:rPr>
              <a:t>Eine der Kuppelplatten auswählen, Fenster F1 öffnet sich</a:t>
            </a:r>
          </a:p>
          <a:p>
            <a:pPr marL="228600" indent="-228600">
              <a:spcAft>
                <a:spcPts val="400"/>
              </a:spcAft>
              <a:buFont typeface="+mj-lt"/>
              <a:buAutoNum type="arabicPeriod"/>
            </a:pPr>
            <a:r>
              <a:rPr lang="de-DE" sz="1600" dirty="0">
                <a:solidFill>
                  <a:srgbClr val="1A1A1A"/>
                </a:solidFill>
              </a:rPr>
              <a:t>Auslage, zu legende Kuppelplatte kann noch geändert werden</a:t>
            </a:r>
          </a:p>
          <a:p>
            <a:pPr marL="228600" indent="-228600">
              <a:spcAft>
                <a:spcPts val="400"/>
              </a:spcAft>
              <a:buFont typeface="+mj-lt"/>
              <a:buAutoNum type="arabicPeriod"/>
            </a:pPr>
            <a:r>
              <a:rPr lang="de-DE" sz="1600" dirty="0">
                <a:solidFill>
                  <a:srgbClr val="1A1A1A"/>
                </a:solidFill>
              </a:rPr>
              <a:t>Rotation der selektierten Kuppelplatte ändern</a:t>
            </a:r>
          </a:p>
          <a:p>
            <a:pPr marL="228600" indent="-228600">
              <a:spcAft>
                <a:spcPts val="400"/>
              </a:spcAft>
              <a:buFont typeface="+mj-lt"/>
              <a:buAutoNum type="arabicPeriod"/>
            </a:pPr>
            <a:r>
              <a:rPr lang="de-DE" sz="1600" dirty="0">
                <a:solidFill>
                  <a:srgbClr val="1A1A1A"/>
                </a:solidFill>
              </a:rPr>
              <a:t>Vorschau</a:t>
            </a:r>
          </a:p>
          <a:p>
            <a:pPr marL="228600" indent="-228600">
              <a:spcAft>
                <a:spcPts val="400"/>
              </a:spcAft>
              <a:buFont typeface="+mj-lt"/>
              <a:buAutoNum type="arabicPeriod"/>
            </a:pPr>
            <a:r>
              <a:rPr lang="de-DE" sz="1600" dirty="0">
                <a:solidFill>
                  <a:srgbClr val="1A1A1A"/>
                </a:solidFill>
              </a:rPr>
              <a:t>Legen oder abbrechen</a:t>
            </a:r>
          </a:p>
          <a:p>
            <a:pPr marL="228600" indent="-228600">
              <a:spcAft>
                <a:spcPts val="400"/>
              </a:spcAft>
              <a:buFont typeface="+mj-lt"/>
              <a:buAutoNum type="arabicPeriod"/>
            </a:pPr>
            <a:endParaRPr lang="de-DE" sz="1600" dirty="0">
              <a:solidFill>
                <a:srgbClr val="1A1A1A"/>
              </a:solidFill>
            </a:endParaRPr>
          </a:p>
        </p:txBody>
      </p:sp>
      <p:pic>
        <p:nvPicPr>
          <p:cNvPr id="17" name="Grafik 16">
            <a:extLst>
              <a:ext uri="{FF2B5EF4-FFF2-40B4-BE49-F238E27FC236}">
                <a16:creationId xmlns:a16="http://schemas.microsoft.com/office/drawing/2014/main" id="{1BCD6508-82AC-2ACE-B0E7-918CEF98C2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35130" y="4105011"/>
            <a:ext cx="4734586" cy="4201111"/>
          </a:xfrm>
          <a:prstGeom prst="rect">
            <a:avLst/>
          </a:prstGeom>
          <a:ln w="28575">
            <a:solidFill>
              <a:schemeClr val="accent1"/>
            </a:solidFill>
          </a:ln>
        </p:spPr>
      </p:pic>
      <p:sp>
        <p:nvSpPr>
          <p:cNvPr id="19" name="Marker 7">
            <a:extLst>
              <a:ext uri="{FF2B5EF4-FFF2-40B4-BE49-F238E27FC236}">
                <a16:creationId xmlns:a16="http://schemas.microsoft.com/office/drawing/2014/main" id="{958E327C-38CC-EDA3-02E0-814032F7B874}"/>
              </a:ext>
            </a:extLst>
          </p:cNvPr>
          <p:cNvSpPr/>
          <p:nvPr/>
        </p:nvSpPr>
        <p:spPr>
          <a:xfrm>
            <a:off x="3196956" y="4262847"/>
            <a:ext cx="432000" cy="432000"/>
          </a:xfrm>
          <a:prstGeom prst="ellipse">
            <a:avLst/>
          </a:prstGeom>
          <a:solidFill>
            <a:schemeClr val="accent1"/>
          </a:solidFill>
          <a:ln w="222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de-AT" sz="1400" b="1" dirty="0">
                <a:solidFill>
                  <a:srgbClr val="FFFFFF"/>
                </a:solidFill>
              </a:rPr>
              <a:t>F1</a:t>
            </a:r>
            <a:endParaRPr sz="1400" b="1" dirty="0">
              <a:solidFill>
                <a:srgbClr val="FFFFFF"/>
              </a:solidFill>
            </a:endParaRPr>
          </a:p>
        </p:txBody>
      </p:sp>
      <p:sp>
        <p:nvSpPr>
          <p:cNvPr id="21" name="Marker 7">
            <a:extLst>
              <a:ext uri="{FF2B5EF4-FFF2-40B4-BE49-F238E27FC236}">
                <a16:creationId xmlns:a16="http://schemas.microsoft.com/office/drawing/2014/main" id="{9FB792BA-250F-341C-6E57-284E4A8552E6}"/>
              </a:ext>
            </a:extLst>
          </p:cNvPr>
          <p:cNvSpPr/>
          <p:nvPr/>
        </p:nvSpPr>
        <p:spPr>
          <a:xfrm>
            <a:off x="3624284" y="5538654"/>
            <a:ext cx="276345" cy="276345"/>
          </a:xfrm>
          <a:prstGeom prst="ellipse">
            <a:avLst/>
          </a:prstGeom>
          <a:solidFill>
            <a:srgbClr val="E81C2E"/>
          </a:solidFill>
          <a:ln w="222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de-AT" sz="1400" b="1" dirty="0">
                <a:solidFill>
                  <a:srgbClr val="FFFFFF"/>
                </a:solidFill>
              </a:rPr>
              <a:t>3</a:t>
            </a:r>
            <a:endParaRPr sz="1400" b="1" dirty="0">
              <a:solidFill>
                <a:srgbClr val="FFFFFF"/>
              </a:solidFill>
            </a:endParaRPr>
          </a:p>
        </p:txBody>
      </p:sp>
      <p:sp>
        <p:nvSpPr>
          <p:cNvPr id="23" name="Marker 7">
            <a:extLst>
              <a:ext uri="{FF2B5EF4-FFF2-40B4-BE49-F238E27FC236}">
                <a16:creationId xmlns:a16="http://schemas.microsoft.com/office/drawing/2014/main" id="{F8D2D499-A986-9F70-E259-2DD260985EC7}"/>
              </a:ext>
            </a:extLst>
          </p:cNvPr>
          <p:cNvSpPr/>
          <p:nvPr/>
        </p:nvSpPr>
        <p:spPr>
          <a:xfrm>
            <a:off x="3127871" y="6205566"/>
            <a:ext cx="276345" cy="276345"/>
          </a:xfrm>
          <a:prstGeom prst="ellipse">
            <a:avLst/>
          </a:prstGeom>
          <a:solidFill>
            <a:srgbClr val="E81C2E"/>
          </a:solidFill>
          <a:ln w="222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de-AT" sz="1400" b="1" dirty="0">
                <a:solidFill>
                  <a:srgbClr val="FFFFFF"/>
                </a:solidFill>
              </a:rPr>
              <a:t>4</a:t>
            </a:r>
            <a:endParaRPr sz="1400" b="1" dirty="0">
              <a:solidFill>
                <a:srgbClr val="FFFFFF"/>
              </a:solidFill>
            </a:endParaRPr>
          </a:p>
        </p:txBody>
      </p:sp>
      <p:sp>
        <p:nvSpPr>
          <p:cNvPr id="25" name="Marker 7">
            <a:extLst>
              <a:ext uri="{FF2B5EF4-FFF2-40B4-BE49-F238E27FC236}">
                <a16:creationId xmlns:a16="http://schemas.microsoft.com/office/drawing/2014/main" id="{9E40D862-576E-8C68-8DE0-A5A41B6D6EF4}"/>
              </a:ext>
            </a:extLst>
          </p:cNvPr>
          <p:cNvSpPr/>
          <p:nvPr/>
        </p:nvSpPr>
        <p:spPr>
          <a:xfrm>
            <a:off x="4489521" y="6854354"/>
            <a:ext cx="276345" cy="276345"/>
          </a:xfrm>
          <a:prstGeom prst="ellipse">
            <a:avLst/>
          </a:prstGeom>
          <a:solidFill>
            <a:srgbClr val="E81C2E"/>
          </a:solidFill>
          <a:ln w="222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de-AT" sz="1400" b="1" dirty="0">
                <a:solidFill>
                  <a:srgbClr val="FFFFFF"/>
                </a:solidFill>
              </a:rPr>
              <a:t>5</a:t>
            </a:r>
            <a:endParaRPr sz="1400" b="1" dirty="0">
              <a:solidFill>
                <a:srgbClr val="FFFFFF"/>
              </a:solidFill>
            </a:endParaRPr>
          </a:p>
        </p:txBody>
      </p:sp>
      <p:sp>
        <p:nvSpPr>
          <p:cNvPr id="27" name="Marker 7">
            <a:extLst>
              <a:ext uri="{FF2B5EF4-FFF2-40B4-BE49-F238E27FC236}">
                <a16:creationId xmlns:a16="http://schemas.microsoft.com/office/drawing/2014/main" id="{51C842F0-C98E-C6E8-96BD-DAD0F3847E32}"/>
              </a:ext>
            </a:extLst>
          </p:cNvPr>
          <p:cNvSpPr/>
          <p:nvPr/>
        </p:nvSpPr>
        <p:spPr>
          <a:xfrm>
            <a:off x="3663908" y="7630897"/>
            <a:ext cx="276345" cy="276345"/>
          </a:xfrm>
          <a:prstGeom prst="ellipse">
            <a:avLst/>
          </a:prstGeom>
          <a:solidFill>
            <a:srgbClr val="E81C2E"/>
          </a:solidFill>
          <a:ln w="222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de-AT" sz="1400" b="1" dirty="0">
                <a:solidFill>
                  <a:srgbClr val="FFFFFF"/>
                </a:solidFill>
              </a:rPr>
              <a:t>6</a:t>
            </a:r>
            <a:endParaRPr sz="1400" b="1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340310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fik 2">
            <a:extLst>
              <a:ext uri="{FF2B5EF4-FFF2-40B4-BE49-F238E27FC236}">
                <a16:creationId xmlns:a16="http://schemas.microsoft.com/office/drawing/2014/main" id="{DF630E33-BDDD-BE64-2E3B-00A2C6603C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3325" y="2573915"/>
            <a:ext cx="12192137" cy="4721658"/>
          </a:xfrm>
          <a:prstGeom prst="rect">
            <a:avLst/>
          </a:prstGeom>
        </p:spPr>
      </p:pic>
      <p:pic>
        <p:nvPicPr>
          <p:cNvPr id="5" name="Grafik 4">
            <a:extLst>
              <a:ext uri="{FF2B5EF4-FFF2-40B4-BE49-F238E27FC236}">
                <a16:creationId xmlns:a16="http://schemas.microsoft.com/office/drawing/2014/main" id="{D12FC5AE-6A67-0A0D-EA42-72F2F63BD31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1719" b="4003"/>
          <a:stretch>
            <a:fillRect/>
          </a:stretch>
        </p:blipFill>
        <p:spPr>
          <a:xfrm>
            <a:off x="4286018" y="5923782"/>
            <a:ext cx="6151205" cy="2633772"/>
          </a:xfrm>
          <a:prstGeom prst="rect">
            <a:avLst/>
          </a:prstGeom>
          <a:ln w="28575">
            <a:solidFill>
              <a:schemeClr val="accent1"/>
            </a:solidFill>
          </a:ln>
        </p:spPr>
      </p:pic>
      <p:sp>
        <p:nvSpPr>
          <p:cNvPr id="7" name="Marker 7">
            <a:extLst>
              <a:ext uri="{FF2B5EF4-FFF2-40B4-BE49-F238E27FC236}">
                <a16:creationId xmlns:a16="http://schemas.microsoft.com/office/drawing/2014/main" id="{59B27428-4C66-B279-D71E-D6F2F94209D3}"/>
              </a:ext>
            </a:extLst>
          </p:cNvPr>
          <p:cNvSpPr/>
          <p:nvPr/>
        </p:nvSpPr>
        <p:spPr>
          <a:xfrm>
            <a:off x="6759805" y="4110676"/>
            <a:ext cx="276345" cy="276345"/>
          </a:xfrm>
          <a:prstGeom prst="ellipse">
            <a:avLst/>
          </a:prstGeom>
          <a:solidFill>
            <a:srgbClr val="E81C2E"/>
          </a:solidFill>
          <a:ln w="222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de-AT" sz="1400" b="1" dirty="0">
                <a:solidFill>
                  <a:srgbClr val="FFFFFF"/>
                </a:solidFill>
              </a:rPr>
              <a:t>7</a:t>
            </a:r>
            <a:endParaRPr sz="1400" b="1" dirty="0">
              <a:solidFill>
                <a:srgbClr val="FFFFFF"/>
              </a:solidFill>
            </a:endParaRPr>
          </a:p>
        </p:txBody>
      </p:sp>
      <p:sp>
        <p:nvSpPr>
          <p:cNvPr id="9" name="Bereich 5">
            <a:extLst>
              <a:ext uri="{FF2B5EF4-FFF2-40B4-BE49-F238E27FC236}">
                <a16:creationId xmlns:a16="http://schemas.microsoft.com/office/drawing/2014/main" id="{0B0648F0-7982-FF74-F6C1-61AD3E66871E}"/>
              </a:ext>
            </a:extLst>
          </p:cNvPr>
          <p:cNvSpPr/>
          <p:nvPr/>
        </p:nvSpPr>
        <p:spPr>
          <a:xfrm>
            <a:off x="7036150" y="3430569"/>
            <a:ext cx="1572273" cy="1528749"/>
          </a:xfrm>
          <a:prstGeom prst="roundRect">
            <a:avLst>
              <a:gd name="adj" fmla="val 6000"/>
            </a:avLst>
          </a:prstGeom>
          <a:noFill/>
          <a:ln w="28575">
            <a:solidFill>
              <a:srgbClr val="E81C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Marker 7">
            <a:extLst>
              <a:ext uri="{FF2B5EF4-FFF2-40B4-BE49-F238E27FC236}">
                <a16:creationId xmlns:a16="http://schemas.microsoft.com/office/drawing/2014/main" id="{917ED253-C5BE-8FC0-DB82-630300C2CAC9}"/>
              </a:ext>
            </a:extLst>
          </p:cNvPr>
          <p:cNvSpPr/>
          <p:nvPr/>
        </p:nvSpPr>
        <p:spPr>
          <a:xfrm>
            <a:off x="10737706" y="3350033"/>
            <a:ext cx="276345" cy="276345"/>
          </a:xfrm>
          <a:prstGeom prst="ellipse">
            <a:avLst/>
          </a:prstGeom>
          <a:solidFill>
            <a:srgbClr val="E81C2E"/>
          </a:solidFill>
          <a:ln w="222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de-AT" sz="1400" b="1" dirty="0">
                <a:solidFill>
                  <a:srgbClr val="FFFFFF"/>
                </a:solidFill>
              </a:rPr>
              <a:t>1</a:t>
            </a:r>
            <a:endParaRPr sz="1400" b="1" dirty="0">
              <a:solidFill>
                <a:srgbClr val="FFFFFF"/>
              </a:solidFill>
            </a:endParaRPr>
          </a:p>
        </p:txBody>
      </p:sp>
      <p:sp>
        <p:nvSpPr>
          <p:cNvPr id="13" name="Bereich 5">
            <a:extLst>
              <a:ext uri="{FF2B5EF4-FFF2-40B4-BE49-F238E27FC236}">
                <a16:creationId xmlns:a16="http://schemas.microsoft.com/office/drawing/2014/main" id="{C5889B22-FAA2-5C62-2871-A0F6DAD87810}"/>
              </a:ext>
            </a:extLst>
          </p:cNvPr>
          <p:cNvSpPr/>
          <p:nvPr/>
        </p:nvSpPr>
        <p:spPr>
          <a:xfrm>
            <a:off x="10966450" y="3173208"/>
            <a:ext cx="1631950" cy="1098346"/>
          </a:xfrm>
          <a:prstGeom prst="roundRect">
            <a:avLst>
              <a:gd name="adj" fmla="val 6000"/>
            </a:avLst>
          </a:prstGeom>
          <a:noFill/>
          <a:ln w="28575">
            <a:solidFill>
              <a:srgbClr val="E81C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feld 14">
            <a:extLst>
              <a:ext uri="{FF2B5EF4-FFF2-40B4-BE49-F238E27FC236}">
                <a16:creationId xmlns:a16="http://schemas.microsoft.com/office/drawing/2014/main" id="{2B29DA71-9CAA-F806-2A63-A9EAC4001C30}"/>
              </a:ext>
            </a:extLst>
          </p:cNvPr>
          <p:cNvSpPr txBox="1"/>
          <p:nvPr/>
        </p:nvSpPr>
        <p:spPr>
          <a:xfrm>
            <a:off x="5456035" y="675863"/>
            <a:ext cx="5143499" cy="9335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>
              <a:spcAft>
                <a:spcPts val="400"/>
              </a:spcAft>
              <a:buFont typeface="+mj-lt"/>
              <a:buAutoNum type="arabicPeriod"/>
            </a:pPr>
            <a:r>
              <a:rPr lang="de-DE" sz="1600" dirty="0">
                <a:solidFill>
                  <a:srgbClr val="1A1A1A"/>
                </a:solidFill>
              </a:rPr>
              <a:t>Hinweisfenster</a:t>
            </a:r>
          </a:p>
          <a:p>
            <a:pPr>
              <a:spcAft>
                <a:spcPts val="400"/>
              </a:spcAft>
            </a:pPr>
            <a:r>
              <a:rPr lang="de-DE" sz="1600" dirty="0">
                <a:solidFill>
                  <a:srgbClr val="1A1A1A"/>
                </a:solidFill>
              </a:rPr>
              <a:t>7. Mögliche Platzierung der Startkuppel</a:t>
            </a:r>
          </a:p>
          <a:p>
            <a:pPr>
              <a:spcAft>
                <a:spcPts val="400"/>
              </a:spcAft>
            </a:pPr>
            <a:r>
              <a:rPr lang="de-DE" sz="1600" dirty="0">
                <a:solidFill>
                  <a:srgbClr val="1A1A1A"/>
                </a:solidFill>
              </a:rPr>
              <a:t>8. Stand nach dem platzieren</a:t>
            </a:r>
          </a:p>
        </p:txBody>
      </p:sp>
      <p:sp>
        <p:nvSpPr>
          <p:cNvPr id="17" name="Marker 7">
            <a:extLst>
              <a:ext uri="{FF2B5EF4-FFF2-40B4-BE49-F238E27FC236}">
                <a16:creationId xmlns:a16="http://schemas.microsoft.com/office/drawing/2014/main" id="{050BBA4A-6660-E6D9-390B-9CE80A3D1646}"/>
              </a:ext>
            </a:extLst>
          </p:cNvPr>
          <p:cNvSpPr/>
          <p:nvPr/>
        </p:nvSpPr>
        <p:spPr>
          <a:xfrm>
            <a:off x="4147845" y="7788391"/>
            <a:ext cx="276345" cy="276345"/>
          </a:xfrm>
          <a:prstGeom prst="ellipse">
            <a:avLst/>
          </a:prstGeom>
          <a:solidFill>
            <a:schemeClr val="accent1"/>
          </a:solidFill>
          <a:ln w="222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de-AT" sz="1400" b="1" dirty="0">
                <a:solidFill>
                  <a:srgbClr val="FFFFFF"/>
                </a:solidFill>
              </a:rPr>
              <a:t>8</a:t>
            </a:r>
            <a:endParaRPr sz="1400" b="1" dirty="0">
              <a:solidFill>
                <a:srgbClr val="FFFFFF"/>
              </a:solidFill>
            </a:endParaRPr>
          </a:p>
        </p:txBody>
      </p:sp>
      <p:sp>
        <p:nvSpPr>
          <p:cNvPr id="19" name="TextBox 19">
            <a:extLst>
              <a:ext uri="{FF2B5EF4-FFF2-40B4-BE49-F238E27FC236}">
                <a16:creationId xmlns:a16="http://schemas.microsoft.com/office/drawing/2014/main" id="{A5613CFE-59C3-C58A-40C7-6D894007FA64}"/>
              </a:ext>
            </a:extLst>
          </p:cNvPr>
          <p:cNvSpPr txBox="1"/>
          <p:nvPr/>
        </p:nvSpPr>
        <p:spPr>
          <a:xfrm>
            <a:off x="512894" y="907594"/>
            <a:ext cx="82296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AT" sz="2000" b="1" dirty="0">
                <a:solidFill>
                  <a:srgbClr val="1A1A1A"/>
                </a:solidFill>
              </a:rPr>
              <a:t>Spielstart</a:t>
            </a:r>
            <a:endParaRPr sz="2000" b="1" dirty="0">
              <a:solidFill>
                <a:srgbClr val="1A1A1A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266208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Grafik 10">
            <a:extLst>
              <a:ext uri="{FF2B5EF4-FFF2-40B4-BE49-F238E27FC236}">
                <a16:creationId xmlns:a16="http://schemas.microsoft.com/office/drawing/2014/main" id="{BC1BEA66-C6FD-2919-D940-CA44438B9F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103350"/>
            <a:ext cx="13158788" cy="5164470"/>
          </a:xfrm>
          <a:prstGeom prst="rect">
            <a:avLst/>
          </a:prstGeom>
        </p:spPr>
      </p:pic>
      <p:sp>
        <p:nvSpPr>
          <p:cNvPr id="5" name="TextBox 19">
            <a:extLst>
              <a:ext uri="{FF2B5EF4-FFF2-40B4-BE49-F238E27FC236}">
                <a16:creationId xmlns:a16="http://schemas.microsoft.com/office/drawing/2014/main" id="{F6B556D8-9F84-D36D-51ED-AC4A94B43508}"/>
              </a:ext>
            </a:extLst>
          </p:cNvPr>
          <p:cNvSpPr txBox="1"/>
          <p:nvPr/>
        </p:nvSpPr>
        <p:spPr>
          <a:xfrm>
            <a:off x="512894" y="907594"/>
            <a:ext cx="82296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AT" sz="2000" b="1" dirty="0">
                <a:solidFill>
                  <a:srgbClr val="1A1A1A"/>
                </a:solidFill>
              </a:rPr>
              <a:t>Phase 1</a:t>
            </a:r>
            <a:endParaRPr sz="2000" b="1" dirty="0">
              <a:solidFill>
                <a:srgbClr val="1A1A1A"/>
              </a:solidFill>
            </a:endParaRPr>
          </a:p>
        </p:txBody>
      </p:sp>
      <p:sp>
        <p:nvSpPr>
          <p:cNvPr id="25" name="Textfeld 24">
            <a:extLst>
              <a:ext uri="{FF2B5EF4-FFF2-40B4-BE49-F238E27FC236}">
                <a16:creationId xmlns:a16="http://schemas.microsoft.com/office/drawing/2014/main" id="{A4538DA6-2BFD-A337-4E0E-F7F7EC3C90C4}"/>
              </a:ext>
            </a:extLst>
          </p:cNvPr>
          <p:cNvSpPr txBox="1"/>
          <p:nvPr/>
        </p:nvSpPr>
        <p:spPr>
          <a:xfrm>
            <a:off x="4850845" y="1425666"/>
            <a:ext cx="7483399" cy="25135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lang="de-DE" sz="1600" b="1" dirty="0">
                <a:solidFill>
                  <a:srgbClr val="1A1A1A"/>
                </a:solidFill>
              </a:rPr>
              <a:t>Mögliche Aktionen</a:t>
            </a:r>
          </a:p>
          <a:p>
            <a:pPr marL="228600" indent="-228600">
              <a:spcAft>
                <a:spcPts val="400"/>
              </a:spcAft>
              <a:buFont typeface="+mj-lt"/>
              <a:buAutoNum type="arabicPeriod"/>
            </a:pPr>
            <a:r>
              <a:rPr lang="de-DE" sz="1600" dirty="0">
                <a:solidFill>
                  <a:srgbClr val="1A1A1A"/>
                </a:solidFill>
              </a:rPr>
              <a:t>Kuppelplatten aus der Auslage oder dem Stapel (1‘) ziehen und auf die Kuppel (6) legen. Insgesamt 2 Kuppelplatten müssen je Runde &amp; Spieler gezogen werden. Wird von 1‘ gezogen öffnet sich Fenster F2 ansonsten F3.</a:t>
            </a:r>
          </a:p>
          <a:p>
            <a:pPr>
              <a:spcAft>
                <a:spcPts val="400"/>
              </a:spcAft>
            </a:pPr>
            <a:r>
              <a:rPr lang="de-DE" sz="1600" dirty="0">
                <a:solidFill>
                  <a:srgbClr val="1A1A1A"/>
                </a:solidFill>
              </a:rPr>
              <a:t>2. Fliesen von der Sonnenseite der Fabriken auswählen und in eine Reihe (5) legen</a:t>
            </a:r>
          </a:p>
          <a:p>
            <a:pPr>
              <a:spcAft>
                <a:spcPts val="400"/>
              </a:spcAft>
            </a:pPr>
            <a:r>
              <a:rPr lang="de-DE" sz="1600" dirty="0">
                <a:solidFill>
                  <a:srgbClr val="1A1A1A"/>
                </a:solidFill>
              </a:rPr>
              <a:t>3. Fliesen von der Mondseite der Fabriken auswählen und in eine Reihe (5) legen. Fenster F3 für die Reihenfolge öffnet sich.</a:t>
            </a:r>
          </a:p>
          <a:p>
            <a:pPr>
              <a:spcAft>
                <a:spcPts val="400"/>
              </a:spcAft>
            </a:pPr>
            <a:r>
              <a:rPr lang="de-DE" sz="1600" dirty="0">
                <a:solidFill>
                  <a:srgbClr val="1A1A1A"/>
                </a:solidFill>
              </a:rPr>
              <a:t>4. Bonusplättchen nehmen wenn verfügbar (Fabrik muss vollkommen leer sein). 2 müssen je Runde &amp; Spieler gezogen werden.</a:t>
            </a:r>
          </a:p>
        </p:txBody>
      </p:sp>
      <p:sp>
        <p:nvSpPr>
          <p:cNvPr id="27" name="Marker 7">
            <a:extLst>
              <a:ext uri="{FF2B5EF4-FFF2-40B4-BE49-F238E27FC236}">
                <a16:creationId xmlns:a16="http://schemas.microsoft.com/office/drawing/2014/main" id="{5311FC6C-3A63-D8B1-DFFC-25539473EB17}"/>
              </a:ext>
            </a:extLst>
          </p:cNvPr>
          <p:cNvSpPr/>
          <p:nvPr/>
        </p:nvSpPr>
        <p:spPr>
          <a:xfrm>
            <a:off x="11271661" y="5854191"/>
            <a:ext cx="276345" cy="276345"/>
          </a:xfrm>
          <a:prstGeom prst="ellipse">
            <a:avLst/>
          </a:prstGeom>
          <a:solidFill>
            <a:srgbClr val="E81C2E"/>
          </a:solidFill>
          <a:ln w="222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de-AT" sz="1400" b="1" dirty="0">
                <a:solidFill>
                  <a:srgbClr val="FFFFFF"/>
                </a:solidFill>
              </a:rPr>
              <a:t>1‘</a:t>
            </a:r>
            <a:endParaRPr sz="1400" b="1" dirty="0">
              <a:solidFill>
                <a:srgbClr val="FFFFFF"/>
              </a:solidFill>
            </a:endParaRPr>
          </a:p>
        </p:txBody>
      </p:sp>
      <p:sp>
        <p:nvSpPr>
          <p:cNvPr id="33" name="Bereich 5">
            <a:extLst>
              <a:ext uri="{FF2B5EF4-FFF2-40B4-BE49-F238E27FC236}">
                <a16:creationId xmlns:a16="http://schemas.microsoft.com/office/drawing/2014/main" id="{9CCEF828-8991-AE29-04E5-A62BF31494D3}"/>
              </a:ext>
            </a:extLst>
          </p:cNvPr>
          <p:cNvSpPr/>
          <p:nvPr/>
        </p:nvSpPr>
        <p:spPr>
          <a:xfrm>
            <a:off x="5505933" y="5054300"/>
            <a:ext cx="1542568" cy="1613695"/>
          </a:xfrm>
          <a:prstGeom prst="roundRect">
            <a:avLst>
              <a:gd name="adj" fmla="val 6000"/>
            </a:avLst>
          </a:prstGeom>
          <a:noFill/>
          <a:ln w="28575">
            <a:solidFill>
              <a:srgbClr val="E81C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Marker 7">
            <a:extLst>
              <a:ext uri="{FF2B5EF4-FFF2-40B4-BE49-F238E27FC236}">
                <a16:creationId xmlns:a16="http://schemas.microsoft.com/office/drawing/2014/main" id="{8B74E3BF-8810-C0DB-CE6F-4164BA947EF8}"/>
              </a:ext>
            </a:extLst>
          </p:cNvPr>
          <p:cNvSpPr/>
          <p:nvPr/>
        </p:nvSpPr>
        <p:spPr>
          <a:xfrm>
            <a:off x="5370814" y="5411369"/>
            <a:ext cx="276345" cy="276345"/>
          </a:xfrm>
          <a:prstGeom prst="ellipse">
            <a:avLst/>
          </a:prstGeom>
          <a:solidFill>
            <a:srgbClr val="E81C2E"/>
          </a:solidFill>
          <a:ln w="222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de-AT" sz="1400" b="1" dirty="0">
                <a:solidFill>
                  <a:srgbClr val="FFFFFF"/>
                </a:solidFill>
              </a:rPr>
              <a:t>5</a:t>
            </a:r>
            <a:endParaRPr sz="1400" b="1" dirty="0">
              <a:solidFill>
                <a:srgbClr val="FFFFFF"/>
              </a:solidFill>
            </a:endParaRPr>
          </a:p>
        </p:txBody>
      </p:sp>
      <p:sp>
        <p:nvSpPr>
          <p:cNvPr id="37" name="Bereich 5">
            <a:extLst>
              <a:ext uri="{FF2B5EF4-FFF2-40B4-BE49-F238E27FC236}">
                <a16:creationId xmlns:a16="http://schemas.microsoft.com/office/drawing/2014/main" id="{BB93A2DE-1273-C1CF-1268-238A65A33DA5}"/>
              </a:ext>
            </a:extLst>
          </p:cNvPr>
          <p:cNvSpPr/>
          <p:nvPr/>
        </p:nvSpPr>
        <p:spPr>
          <a:xfrm>
            <a:off x="7119360" y="5071890"/>
            <a:ext cx="1623133" cy="1613695"/>
          </a:xfrm>
          <a:prstGeom prst="roundRect">
            <a:avLst>
              <a:gd name="adj" fmla="val 6000"/>
            </a:avLst>
          </a:prstGeom>
          <a:noFill/>
          <a:ln w="28575">
            <a:solidFill>
              <a:srgbClr val="E81C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Marker 7">
            <a:extLst>
              <a:ext uri="{FF2B5EF4-FFF2-40B4-BE49-F238E27FC236}">
                <a16:creationId xmlns:a16="http://schemas.microsoft.com/office/drawing/2014/main" id="{8B8EAAD5-4950-2DA0-B3E4-4E39D6BD7F53}"/>
              </a:ext>
            </a:extLst>
          </p:cNvPr>
          <p:cNvSpPr/>
          <p:nvPr/>
        </p:nvSpPr>
        <p:spPr>
          <a:xfrm>
            <a:off x="7926585" y="4867662"/>
            <a:ext cx="276345" cy="276345"/>
          </a:xfrm>
          <a:prstGeom prst="ellipse">
            <a:avLst/>
          </a:prstGeom>
          <a:solidFill>
            <a:srgbClr val="E81C2E"/>
          </a:solidFill>
          <a:ln w="222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de-AT" sz="1400" b="1" dirty="0">
                <a:solidFill>
                  <a:srgbClr val="FFFFFF"/>
                </a:solidFill>
              </a:rPr>
              <a:t>6</a:t>
            </a:r>
            <a:endParaRPr sz="1400" b="1" dirty="0">
              <a:solidFill>
                <a:srgbClr val="FFFFFF"/>
              </a:solidFill>
            </a:endParaRPr>
          </a:p>
        </p:txBody>
      </p:sp>
      <p:pic>
        <p:nvPicPr>
          <p:cNvPr id="47" name="Grafik 46">
            <a:extLst>
              <a:ext uri="{FF2B5EF4-FFF2-40B4-BE49-F238E27FC236}">
                <a16:creationId xmlns:a16="http://schemas.microsoft.com/office/drawing/2014/main" id="{C5B418AF-CDD9-6B62-F1EF-B90F14C2F9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37666" y="4398744"/>
            <a:ext cx="2366813" cy="4869076"/>
          </a:xfrm>
          <a:prstGeom prst="rect">
            <a:avLst/>
          </a:prstGeom>
        </p:spPr>
      </p:pic>
      <p:sp>
        <p:nvSpPr>
          <p:cNvPr id="15" name="Bereich 5">
            <a:extLst>
              <a:ext uri="{FF2B5EF4-FFF2-40B4-BE49-F238E27FC236}">
                <a16:creationId xmlns:a16="http://schemas.microsoft.com/office/drawing/2014/main" id="{A8A740C8-9B4B-6EA4-3CC7-3D5EFB208B11}"/>
              </a:ext>
            </a:extLst>
          </p:cNvPr>
          <p:cNvSpPr/>
          <p:nvPr/>
        </p:nvSpPr>
        <p:spPr>
          <a:xfrm>
            <a:off x="8920088" y="4583495"/>
            <a:ext cx="2118025" cy="3780079"/>
          </a:xfrm>
          <a:prstGeom prst="roundRect">
            <a:avLst>
              <a:gd name="adj" fmla="val 6000"/>
            </a:avLst>
          </a:prstGeom>
          <a:noFill/>
          <a:ln w="28575">
            <a:solidFill>
              <a:srgbClr val="E81C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Marker 7">
            <a:extLst>
              <a:ext uri="{FF2B5EF4-FFF2-40B4-BE49-F238E27FC236}">
                <a16:creationId xmlns:a16="http://schemas.microsoft.com/office/drawing/2014/main" id="{2182A48B-1C0C-35A1-CBE3-522A5DBB28A7}"/>
              </a:ext>
            </a:extLst>
          </p:cNvPr>
          <p:cNvSpPr/>
          <p:nvPr/>
        </p:nvSpPr>
        <p:spPr>
          <a:xfrm>
            <a:off x="10574703" y="8225401"/>
            <a:ext cx="276345" cy="276345"/>
          </a:xfrm>
          <a:prstGeom prst="ellipse">
            <a:avLst/>
          </a:prstGeom>
          <a:solidFill>
            <a:srgbClr val="E81C2E"/>
          </a:solidFill>
          <a:ln w="222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de-AT" sz="1400" b="1" dirty="0">
                <a:solidFill>
                  <a:srgbClr val="FFFFFF"/>
                </a:solidFill>
              </a:rPr>
              <a:t>2</a:t>
            </a:r>
            <a:endParaRPr sz="1400" b="1" dirty="0">
              <a:solidFill>
                <a:srgbClr val="FFFFFF"/>
              </a:solidFill>
            </a:endParaRPr>
          </a:p>
        </p:txBody>
      </p:sp>
      <p:sp>
        <p:nvSpPr>
          <p:cNvPr id="45" name="Marker 7">
            <a:extLst>
              <a:ext uri="{FF2B5EF4-FFF2-40B4-BE49-F238E27FC236}">
                <a16:creationId xmlns:a16="http://schemas.microsoft.com/office/drawing/2014/main" id="{1CCEB01E-CBD1-0549-6AE8-AC43AD9AB677}"/>
              </a:ext>
            </a:extLst>
          </p:cNvPr>
          <p:cNvSpPr/>
          <p:nvPr/>
        </p:nvSpPr>
        <p:spPr>
          <a:xfrm>
            <a:off x="10626186" y="4933717"/>
            <a:ext cx="276345" cy="276345"/>
          </a:xfrm>
          <a:prstGeom prst="ellipse">
            <a:avLst/>
          </a:prstGeom>
          <a:solidFill>
            <a:srgbClr val="E81C2E"/>
          </a:solidFill>
          <a:ln w="222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de-AT" sz="1400" b="1" dirty="0">
                <a:solidFill>
                  <a:srgbClr val="FFFFFF"/>
                </a:solidFill>
              </a:rPr>
              <a:t>4</a:t>
            </a:r>
            <a:endParaRPr sz="1400" b="1" dirty="0">
              <a:solidFill>
                <a:srgbClr val="FFFFFF"/>
              </a:solidFill>
            </a:endParaRPr>
          </a:p>
        </p:txBody>
      </p:sp>
      <p:sp>
        <p:nvSpPr>
          <p:cNvPr id="13" name="Bereich 5">
            <a:extLst>
              <a:ext uri="{FF2B5EF4-FFF2-40B4-BE49-F238E27FC236}">
                <a16:creationId xmlns:a16="http://schemas.microsoft.com/office/drawing/2014/main" id="{64E3C814-D26A-14CD-B20C-56E37121C835}"/>
              </a:ext>
            </a:extLst>
          </p:cNvPr>
          <p:cNvSpPr/>
          <p:nvPr/>
        </p:nvSpPr>
        <p:spPr>
          <a:xfrm>
            <a:off x="11204479" y="5022488"/>
            <a:ext cx="1819190" cy="1182977"/>
          </a:xfrm>
          <a:prstGeom prst="roundRect">
            <a:avLst>
              <a:gd name="adj" fmla="val 6000"/>
            </a:avLst>
          </a:prstGeom>
          <a:noFill/>
          <a:ln w="28575">
            <a:solidFill>
              <a:srgbClr val="E81C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Bereich 5">
            <a:extLst>
              <a:ext uri="{FF2B5EF4-FFF2-40B4-BE49-F238E27FC236}">
                <a16:creationId xmlns:a16="http://schemas.microsoft.com/office/drawing/2014/main" id="{E973ECF4-135B-7124-08D4-69A9636D5B2F}"/>
              </a:ext>
            </a:extLst>
          </p:cNvPr>
          <p:cNvSpPr/>
          <p:nvPr/>
        </p:nvSpPr>
        <p:spPr>
          <a:xfrm>
            <a:off x="11204479" y="6268708"/>
            <a:ext cx="1819190" cy="537460"/>
          </a:xfrm>
          <a:prstGeom prst="roundRect">
            <a:avLst>
              <a:gd name="adj" fmla="val 6000"/>
            </a:avLst>
          </a:prstGeom>
          <a:noFill/>
          <a:ln w="28575">
            <a:solidFill>
              <a:srgbClr val="E81C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Marker 7">
            <a:extLst>
              <a:ext uri="{FF2B5EF4-FFF2-40B4-BE49-F238E27FC236}">
                <a16:creationId xmlns:a16="http://schemas.microsoft.com/office/drawing/2014/main" id="{76561B1C-DCCB-418A-3FD0-F168B24391E5}"/>
              </a:ext>
            </a:extLst>
          </p:cNvPr>
          <p:cNvSpPr/>
          <p:nvPr/>
        </p:nvSpPr>
        <p:spPr>
          <a:xfrm>
            <a:off x="12610589" y="4884316"/>
            <a:ext cx="276345" cy="276345"/>
          </a:xfrm>
          <a:prstGeom prst="ellipse">
            <a:avLst/>
          </a:prstGeom>
          <a:solidFill>
            <a:srgbClr val="E81C2E"/>
          </a:solidFill>
          <a:ln w="222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de-AT" sz="1400" b="1" dirty="0">
                <a:solidFill>
                  <a:srgbClr val="FFFFFF"/>
                </a:solidFill>
              </a:rPr>
              <a:t>1</a:t>
            </a:r>
            <a:endParaRPr sz="1400" b="1" dirty="0">
              <a:solidFill>
                <a:srgbClr val="FFFFFF"/>
              </a:solidFill>
            </a:endParaRPr>
          </a:p>
        </p:txBody>
      </p:sp>
      <p:sp>
        <p:nvSpPr>
          <p:cNvPr id="19" name="Marker 7">
            <a:extLst>
              <a:ext uri="{FF2B5EF4-FFF2-40B4-BE49-F238E27FC236}">
                <a16:creationId xmlns:a16="http://schemas.microsoft.com/office/drawing/2014/main" id="{F3314BF4-AC4A-BF0F-EE01-959575B422EB}"/>
              </a:ext>
            </a:extLst>
          </p:cNvPr>
          <p:cNvSpPr/>
          <p:nvPr/>
        </p:nvSpPr>
        <p:spPr>
          <a:xfrm>
            <a:off x="12334244" y="6667995"/>
            <a:ext cx="276345" cy="276345"/>
          </a:xfrm>
          <a:prstGeom prst="ellipse">
            <a:avLst/>
          </a:prstGeom>
          <a:solidFill>
            <a:srgbClr val="E81C2E"/>
          </a:solidFill>
          <a:ln w="222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de-AT" sz="1400" b="1" dirty="0">
                <a:solidFill>
                  <a:srgbClr val="FFFFFF"/>
                </a:solidFill>
              </a:rPr>
              <a:t>3</a:t>
            </a:r>
            <a:endParaRPr sz="1400" b="1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222672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9">
            <a:extLst>
              <a:ext uri="{FF2B5EF4-FFF2-40B4-BE49-F238E27FC236}">
                <a16:creationId xmlns:a16="http://schemas.microsoft.com/office/drawing/2014/main" id="{9D84CB75-A334-A481-8270-55CB4232030B}"/>
              </a:ext>
            </a:extLst>
          </p:cNvPr>
          <p:cNvSpPr txBox="1"/>
          <p:nvPr/>
        </p:nvSpPr>
        <p:spPr>
          <a:xfrm>
            <a:off x="512894" y="907594"/>
            <a:ext cx="82296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AT" sz="2000" b="1" dirty="0">
                <a:solidFill>
                  <a:srgbClr val="1A1A1A"/>
                </a:solidFill>
              </a:rPr>
              <a:t>Phase 1 – Detail: Kuppelplatte vom Stapel ziehen</a:t>
            </a:r>
            <a:endParaRPr sz="2000" b="1" dirty="0">
              <a:solidFill>
                <a:srgbClr val="1A1A1A"/>
              </a:solidFill>
            </a:endParaRPr>
          </a:p>
        </p:txBody>
      </p:sp>
      <p:sp>
        <p:nvSpPr>
          <p:cNvPr id="13" name="Textfeld 12">
            <a:extLst>
              <a:ext uri="{FF2B5EF4-FFF2-40B4-BE49-F238E27FC236}">
                <a16:creationId xmlns:a16="http://schemas.microsoft.com/office/drawing/2014/main" id="{3CA01429-1381-E763-DBB8-DEA269A78BDC}"/>
              </a:ext>
            </a:extLst>
          </p:cNvPr>
          <p:cNvSpPr txBox="1"/>
          <p:nvPr/>
        </p:nvSpPr>
        <p:spPr>
          <a:xfrm>
            <a:off x="6450246" y="794957"/>
            <a:ext cx="6578600" cy="41960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lang="de-DE" sz="1600" dirty="0">
                <a:solidFill>
                  <a:srgbClr val="1A1A1A"/>
                </a:solidFill>
              </a:rPr>
              <a:t>7. Kuppelplatten vom Stapel ziehen und auf die Kuppel (6) legen. Insgesamt 2 Kuppelplatten müssen je Runde &amp; Spieler gezogen werden. Über das Symbol lässt sich erkennen ob es sich um eine Spezialplatte oder um eine </a:t>
            </a:r>
            <a:r>
              <a:rPr lang="de-DE" sz="1600" dirty="0" err="1">
                <a:solidFill>
                  <a:srgbClr val="1A1A1A"/>
                </a:solidFill>
              </a:rPr>
              <a:t>Jokerplatte</a:t>
            </a:r>
            <a:r>
              <a:rPr lang="de-DE" sz="1600" dirty="0">
                <a:solidFill>
                  <a:srgbClr val="1A1A1A"/>
                </a:solidFill>
              </a:rPr>
              <a:t> handelt.</a:t>
            </a:r>
          </a:p>
          <a:p>
            <a:pPr>
              <a:spcAft>
                <a:spcPts val="400"/>
              </a:spcAft>
            </a:pPr>
            <a:r>
              <a:rPr lang="de-DE" sz="1600" dirty="0">
                <a:solidFill>
                  <a:srgbClr val="1A1A1A"/>
                </a:solidFill>
              </a:rPr>
              <a:t>8. Es können mehrere Platten gezogen werden, Kosten jedoch jeweils -1 Punkt. Die bisherigen Rückseiten sind bekannt. Vorderseiten werden erst sichtbar sobald das Ziehen abgeschlossen ist.</a:t>
            </a:r>
          </a:p>
          <a:p>
            <a:pPr>
              <a:spcAft>
                <a:spcPts val="400"/>
              </a:spcAft>
            </a:pPr>
            <a:r>
              <a:rPr lang="de-DE" sz="1600" dirty="0">
                <a:solidFill>
                  <a:srgbClr val="1A1A1A"/>
                </a:solidFill>
              </a:rPr>
              <a:t>9. Abschluss des Ziehens, Übergang in die Auswahl</a:t>
            </a:r>
          </a:p>
          <a:p>
            <a:pPr>
              <a:spcAft>
                <a:spcPts val="400"/>
              </a:spcAft>
            </a:pPr>
            <a:r>
              <a:rPr lang="de-DE" sz="1600" dirty="0">
                <a:solidFill>
                  <a:srgbClr val="1A1A1A"/>
                </a:solidFill>
              </a:rPr>
              <a:t>10. Zuerst selektieren welche Platte gelegt werden soll</a:t>
            </a:r>
          </a:p>
          <a:p>
            <a:pPr>
              <a:spcAft>
                <a:spcPts val="400"/>
              </a:spcAft>
            </a:pPr>
            <a:r>
              <a:rPr lang="de-DE" sz="1600" dirty="0">
                <a:solidFill>
                  <a:srgbClr val="1A1A1A"/>
                </a:solidFill>
              </a:rPr>
              <a:t>11. Dann Reihenfolge der zurückgelegten Platten auswählen (erst relevant bei mehr als 2 gezogenen Kuppelplatten)</a:t>
            </a:r>
          </a:p>
          <a:p>
            <a:pPr>
              <a:spcAft>
                <a:spcPts val="400"/>
              </a:spcAft>
            </a:pPr>
            <a:r>
              <a:rPr lang="de-DE" sz="1600" dirty="0">
                <a:solidFill>
                  <a:srgbClr val="1A1A1A"/>
                </a:solidFill>
              </a:rPr>
              <a:t>12. Zurücksetzen der gewählten Reihenfolge</a:t>
            </a:r>
          </a:p>
          <a:p>
            <a:pPr>
              <a:spcAft>
                <a:spcPts val="400"/>
              </a:spcAft>
            </a:pPr>
            <a:r>
              <a:rPr lang="de-DE" sz="1600" dirty="0">
                <a:solidFill>
                  <a:srgbClr val="1A1A1A"/>
                </a:solidFill>
              </a:rPr>
              <a:t>13. Rotation der zu legenden Kuppelplatte festlegen</a:t>
            </a:r>
          </a:p>
          <a:p>
            <a:pPr>
              <a:spcAft>
                <a:spcPts val="400"/>
              </a:spcAft>
            </a:pPr>
            <a:r>
              <a:rPr lang="de-DE" sz="1600" dirty="0">
                <a:solidFill>
                  <a:srgbClr val="1A1A1A"/>
                </a:solidFill>
              </a:rPr>
              <a:t>14. Vorschau der zu legenden und rotierten Kuppelplatte</a:t>
            </a:r>
          </a:p>
          <a:p>
            <a:pPr>
              <a:spcAft>
                <a:spcPts val="400"/>
              </a:spcAft>
            </a:pPr>
            <a:r>
              <a:rPr lang="de-DE" sz="1600" dirty="0">
                <a:solidFill>
                  <a:srgbClr val="1A1A1A"/>
                </a:solidFill>
              </a:rPr>
              <a:t>15. Abschluss</a:t>
            </a:r>
          </a:p>
        </p:txBody>
      </p:sp>
      <p:grpSp>
        <p:nvGrpSpPr>
          <p:cNvPr id="68" name="Gruppieren 67">
            <a:extLst>
              <a:ext uri="{FF2B5EF4-FFF2-40B4-BE49-F238E27FC236}">
                <a16:creationId xmlns:a16="http://schemas.microsoft.com/office/drawing/2014/main" id="{FADB1803-0C07-D5E0-B727-4887CA340D39}"/>
              </a:ext>
            </a:extLst>
          </p:cNvPr>
          <p:cNvGrpSpPr/>
          <p:nvPr/>
        </p:nvGrpSpPr>
        <p:grpSpPr>
          <a:xfrm>
            <a:off x="431312" y="1839106"/>
            <a:ext cx="5619888" cy="3305636"/>
            <a:chOff x="5603975" y="6079216"/>
            <a:chExt cx="5619888" cy="3305636"/>
          </a:xfrm>
        </p:grpSpPr>
        <p:pic>
          <p:nvPicPr>
            <p:cNvPr id="3" name="Grafik 2">
              <a:extLst>
                <a:ext uri="{FF2B5EF4-FFF2-40B4-BE49-F238E27FC236}">
                  <a16:creationId xmlns:a16="http://schemas.microsoft.com/office/drawing/2014/main" id="{DEF8E68F-5111-B276-ABF4-8B6964E30B4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603975" y="6079216"/>
              <a:ext cx="4725059" cy="3305636"/>
            </a:xfrm>
            <a:prstGeom prst="rect">
              <a:avLst/>
            </a:prstGeom>
            <a:ln w="28575">
              <a:solidFill>
                <a:schemeClr val="accent1"/>
              </a:solidFill>
            </a:ln>
          </p:spPr>
        </p:pic>
        <p:sp>
          <p:nvSpPr>
            <p:cNvPr id="7" name="Marker 7">
              <a:extLst>
                <a:ext uri="{FF2B5EF4-FFF2-40B4-BE49-F238E27FC236}">
                  <a16:creationId xmlns:a16="http://schemas.microsoft.com/office/drawing/2014/main" id="{2090BC27-F475-4BDE-100E-B8C71069E552}"/>
                </a:ext>
              </a:extLst>
            </p:cNvPr>
            <p:cNvSpPr/>
            <p:nvPr/>
          </p:nvSpPr>
          <p:spPr>
            <a:xfrm>
              <a:off x="5646053" y="7519774"/>
              <a:ext cx="276345" cy="276345"/>
            </a:xfrm>
            <a:prstGeom prst="ellipse">
              <a:avLst/>
            </a:prstGeom>
            <a:solidFill>
              <a:srgbClr val="E81C2E"/>
            </a:solidFill>
            <a:ln w="22225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de-AT" sz="1400" b="1" dirty="0">
                  <a:solidFill>
                    <a:srgbClr val="FFFFFF"/>
                  </a:solidFill>
                </a:rPr>
                <a:t>8</a:t>
              </a:r>
              <a:endParaRPr sz="1400" b="1" dirty="0">
                <a:solidFill>
                  <a:srgbClr val="FFFFFF"/>
                </a:solidFill>
              </a:endParaRPr>
            </a:p>
          </p:txBody>
        </p:sp>
        <p:pic>
          <p:nvPicPr>
            <p:cNvPr id="23" name="Grafik 22">
              <a:extLst>
                <a:ext uri="{FF2B5EF4-FFF2-40B4-BE49-F238E27FC236}">
                  <a16:creationId xmlns:a16="http://schemas.microsoft.com/office/drawing/2014/main" id="{66080E9A-9A0F-FD51-09DB-70E89DBD458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2924" t="23422" r="22132" b="44525"/>
            <a:stretch>
              <a:fillRect/>
            </a:stretch>
          </p:blipFill>
          <p:spPr>
            <a:xfrm>
              <a:off x="7682714" y="8032708"/>
              <a:ext cx="3541149" cy="1059543"/>
            </a:xfrm>
            <a:prstGeom prst="rect">
              <a:avLst/>
            </a:prstGeom>
            <a:ln w="28575">
              <a:solidFill>
                <a:schemeClr val="accent1"/>
              </a:solidFill>
            </a:ln>
          </p:spPr>
        </p:pic>
        <p:sp>
          <p:nvSpPr>
            <p:cNvPr id="25" name="Marker 7">
              <a:extLst>
                <a:ext uri="{FF2B5EF4-FFF2-40B4-BE49-F238E27FC236}">
                  <a16:creationId xmlns:a16="http://schemas.microsoft.com/office/drawing/2014/main" id="{FBD95EB3-0476-3F52-587C-A94FB29EB2E5}"/>
                </a:ext>
              </a:extLst>
            </p:cNvPr>
            <p:cNvSpPr/>
            <p:nvPr/>
          </p:nvSpPr>
          <p:spPr>
            <a:xfrm>
              <a:off x="10908261" y="8286134"/>
              <a:ext cx="276345" cy="276345"/>
            </a:xfrm>
            <a:prstGeom prst="ellipse">
              <a:avLst/>
            </a:prstGeom>
            <a:solidFill>
              <a:srgbClr val="E81C2E"/>
            </a:solidFill>
            <a:ln w="22225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de-AT" sz="1400" b="1" dirty="0">
                  <a:solidFill>
                    <a:srgbClr val="FFFFFF"/>
                  </a:solidFill>
                </a:rPr>
                <a:t>8</a:t>
              </a:r>
              <a:endParaRPr sz="1400" b="1" dirty="0">
                <a:solidFill>
                  <a:srgbClr val="FFFFFF"/>
                </a:solidFill>
              </a:endParaRPr>
            </a:p>
          </p:txBody>
        </p:sp>
        <p:sp>
          <p:nvSpPr>
            <p:cNvPr id="31" name="Marker 7">
              <a:extLst>
                <a:ext uri="{FF2B5EF4-FFF2-40B4-BE49-F238E27FC236}">
                  <a16:creationId xmlns:a16="http://schemas.microsoft.com/office/drawing/2014/main" id="{6463C5F5-985F-C1A3-D73F-608FF610CF4E}"/>
                </a:ext>
              </a:extLst>
            </p:cNvPr>
            <p:cNvSpPr/>
            <p:nvPr/>
          </p:nvSpPr>
          <p:spPr>
            <a:xfrm>
              <a:off x="8325753" y="7534001"/>
              <a:ext cx="276345" cy="276345"/>
            </a:xfrm>
            <a:prstGeom prst="ellipse">
              <a:avLst/>
            </a:prstGeom>
            <a:solidFill>
              <a:srgbClr val="E81C2E"/>
            </a:solidFill>
            <a:ln w="22225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de-AT" sz="1400" b="1" dirty="0">
                  <a:solidFill>
                    <a:srgbClr val="FFFFFF"/>
                  </a:solidFill>
                </a:rPr>
                <a:t>9</a:t>
              </a:r>
              <a:endParaRPr sz="1400" b="1" dirty="0">
                <a:solidFill>
                  <a:srgbClr val="FFFFFF"/>
                </a:solidFill>
              </a:endParaRPr>
            </a:p>
          </p:txBody>
        </p:sp>
        <p:sp>
          <p:nvSpPr>
            <p:cNvPr id="33" name="Marker 7">
              <a:extLst>
                <a:ext uri="{FF2B5EF4-FFF2-40B4-BE49-F238E27FC236}">
                  <a16:creationId xmlns:a16="http://schemas.microsoft.com/office/drawing/2014/main" id="{2DBB575E-40C5-C985-3487-4ED81C34C1AD}"/>
                </a:ext>
              </a:extLst>
            </p:cNvPr>
            <p:cNvSpPr/>
            <p:nvPr/>
          </p:nvSpPr>
          <p:spPr>
            <a:xfrm>
              <a:off x="7544541" y="8716345"/>
              <a:ext cx="276345" cy="276345"/>
            </a:xfrm>
            <a:prstGeom prst="ellipse">
              <a:avLst/>
            </a:prstGeom>
            <a:solidFill>
              <a:srgbClr val="E81C2E"/>
            </a:solidFill>
            <a:ln w="22225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de-AT" sz="1400" b="1" dirty="0">
                  <a:solidFill>
                    <a:srgbClr val="FFFFFF"/>
                  </a:solidFill>
                </a:rPr>
                <a:t>9</a:t>
              </a:r>
              <a:endParaRPr sz="1400" b="1" dirty="0">
                <a:solidFill>
                  <a:srgbClr val="FFFFFF"/>
                </a:solidFill>
              </a:endParaRPr>
            </a:p>
          </p:txBody>
        </p:sp>
      </p:grpSp>
      <p:grpSp>
        <p:nvGrpSpPr>
          <p:cNvPr id="66" name="Gruppieren 65">
            <a:extLst>
              <a:ext uri="{FF2B5EF4-FFF2-40B4-BE49-F238E27FC236}">
                <a16:creationId xmlns:a16="http://schemas.microsoft.com/office/drawing/2014/main" id="{4820A72C-12BE-9DA4-A76B-D9AEBD700F06}"/>
              </a:ext>
            </a:extLst>
          </p:cNvPr>
          <p:cNvGrpSpPr/>
          <p:nvPr/>
        </p:nvGrpSpPr>
        <p:grpSpPr>
          <a:xfrm>
            <a:off x="252418" y="5681939"/>
            <a:ext cx="5082846" cy="3629532"/>
            <a:chOff x="220447" y="1459955"/>
            <a:chExt cx="5082846" cy="3629532"/>
          </a:xfrm>
        </p:grpSpPr>
        <p:grpSp>
          <p:nvGrpSpPr>
            <p:cNvPr id="56" name="Gruppieren 55">
              <a:extLst>
                <a:ext uri="{FF2B5EF4-FFF2-40B4-BE49-F238E27FC236}">
                  <a16:creationId xmlns:a16="http://schemas.microsoft.com/office/drawing/2014/main" id="{B39DEFBE-66D1-0705-C87C-369D98094C89}"/>
                </a:ext>
              </a:extLst>
            </p:cNvPr>
            <p:cNvGrpSpPr/>
            <p:nvPr/>
          </p:nvGrpSpPr>
          <p:grpSpPr>
            <a:xfrm>
              <a:off x="511549" y="1459955"/>
              <a:ext cx="4791744" cy="3629532"/>
              <a:chOff x="-4791744" y="429734"/>
              <a:chExt cx="4791744" cy="3629532"/>
            </a:xfrm>
          </p:grpSpPr>
          <p:pic>
            <p:nvPicPr>
              <p:cNvPr id="45" name="Grafik 44">
                <a:extLst>
                  <a:ext uri="{FF2B5EF4-FFF2-40B4-BE49-F238E27FC236}">
                    <a16:creationId xmlns:a16="http://schemas.microsoft.com/office/drawing/2014/main" id="{D1F5BEA9-F111-3BD1-55DF-FDFEB6C2A61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-4791744" y="429734"/>
                <a:ext cx="4791744" cy="3629532"/>
              </a:xfrm>
              <a:prstGeom prst="rect">
                <a:avLst/>
              </a:prstGeom>
              <a:ln w="28575">
                <a:solidFill>
                  <a:schemeClr val="accent1"/>
                </a:solidFill>
              </a:ln>
            </p:spPr>
          </p:pic>
          <p:sp>
            <p:nvSpPr>
              <p:cNvPr id="37" name="Marker 7">
                <a:extLst>
                  <a:ext uri="{FF2B5EF4-FFF2-40B4-BE49-F238E27FC236}">
                    <a16:creationId xmlns:a16="http://schemas.microsoft.com/office/drawing/2014/main" id="{BBEBB5BE-A3F7-7286-7C91-A747CD4B927E}"/>
                  </a:ext>
                </a:extLst>
              </p:cNvPr>
              <p:cNvSpPr/>
              <p:nvPr/>
            </p:nvSpPr>
            <p:spPr>
              <a:xfrm>
                <a:off x="-4073007" y="1968155"/>
                <a:ext cx="276345" cy="276345"/>
              </a:xfrm>
              <a:prstGeom prst="ellipse">
                <a:avLst/>
              </a:prstGeom>
              <a:solidFill>
                <a:srgbClr val="E81C2E"/>
              </a:solidFill>
              <a:ln w="22225">
                <a:solidFill>
                  <a:schemeClr val="bg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/>
              <a:lstStyle/>
              <a:p>
                <a:pPr algn="ctr"/>
                <a:r>
                  <a:rPr lang="de-AT" sz="1400" b="1" dirty="0">
                    <a:solidFill>
                      <a:srgbClr val="FFFFFF"/>
                    </a:solidFill>
                  </a:rPr>
                  <a:t>10</a:t>
                </a:r>
                <a:endParaRPr sz="1400" b="1" dirty="0">
                  <a:solidFill>
                    <a:srgbClr val="FFFFFF"/>
                  </a:solidFill>
                </a:endParaRPr>
              </a:p>
            </p:txBody>
          </p:sp>
        </p:grpSp>
        <p:sp>
          <p:nvSpPr>
            <p:cNvPr id="63" name="Marker 7">
              <a:extLst>
                <a:ext uri="{FF2B5EF4-FFF2-40B4-BE49-F238E27FC236}">
                  <a16:creationId xmlns:a16="http://schemas.microsoft.com/office/drawing/2014/main" id="{9A69BD35-139C-722D-C0DA-5857C7FA41E3}"/>
                </a:ext>
              </a:extLst>
            </p:cNvPr>
            <p:cNvSpPr/>
            <p:nvPr/>
          </p:nvSpPr>
          <p:spPr>
            <a:xfrm>
              <a:off x="220447" y="1644440"/>
              <a:ext cx="432000" cy="432000"/>
            </a:xfrm>
            <a:prstGeom prst="ellipse">
              <a:avLst/>
            </a:prstGeom>
            <a:solidFill>
              <a:schemeClr val="accent1"/>
            </a:solidFill>
            <a:ln w="22225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de-AT" sz="1400" b="1" dirty="0">
                  <a:solidFill>
                    <a:srgbClr val="FFFFFF"/>
                  </a:solidFill>
                </a:rPr>
                <a:t>F2</a:t>
              </a:r>
              <a:endParaRPr sz="1400" b="1" dirty="0">
                <a:solidFill>
                  <a:srgbClr val="FFFFFF"/>
                </a:solidFill>
              </a:endParaRPr>
            </a:p>
          </p:txBody>
        </p:sp>
      </p:grpSp>
      <p:grpSp>
        <p:nvGrpSpPr>
          <p:cNvPr id="67" name="Gruppieren 66">
            <a:extLst>
              <a:ext uri="{FF2B5EF4-FFF2-40B4-BE49-F238E27FC236}">
                <a16:creationId xmlns:a16="http://schemas.microsoft.com/office/drawing/2014/main" id="{32AA8867-6DF0-8856-8358-3FABC5A7FD8B}"/>
              </a:ext>
            </a:extLst>
          </p:cNvPr>
          <p:cNvGrpSpPr/>
          <p:nvPr/>
        </p:nvGrpSpPr>
        <p:grpSpPr>
          <a:xfrm>
            <a:off x="6579394" y="5389293"/>
            <a:ext cx="5052291" cy="4239217"/>
            <a:chOff x="156847" y="5318274"/>
            <a:chExt cx="5052291" cy="4239217"/>
          </a:xfrm>
        </p:grpSpPr>
        <p:pic>
          <p:nvPicPr>
            <p:cNvPr id="59" name="Grafik 58">
              <a:extLst>
                <a:ext uri="{FF2B5EF4-FFF2-40B4-BE49-F238E27FC236}">
                  <a16:creationId xmlns:a16="http://schemas.microsoft.com/office/drawing/2014/main" id="{822C9492-21F0-813C-BE09-45CB4E8525D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436447" y="5318274"/>
              <a:ext cx="4772691" cy="4239217"/>
            </a:xfrm>
            <a:prstGeom prst="rect">
              <a:avLst/>
            </a:prstGeom>
            <a:ln w="28575">
              <a:solidFill>
                <a:schemeClr val="accent1"/>
              </a:solidFill>
            </a:ln>
          </p:spPr>
        </p:pic>
        <p:sp>
          <p:nvSpPr>
            <p:cNvPr id="49" name="Marker 7">
              <a:extLst>
                <a:ext uri="{FF2B5EF4-FFF2-40B4-BE49-F238E27FC236}">
                  <a16:creationId xmlns:a16="http://schemas.microsoft.com/office/drawing/2014/main" id="{08F07ED9-59AA-E018-1D3B-A667E44DD4AF}"/>
                </a:ext>
              </a:extLst>
            </p:cNvPr>
            <p:cNvSpPr/>
            <p:nvPr/>
          </p:nvSpPr>
          <p:spPr>
            <a:xfrm>
              <a:off x="1256336" y="7060983"/>
              <a:ext cx="276345" cy="276345"/>
            </a:xfrm>
            <a:prstGeom prst="ellipse">
              <a:avLst/>
            </a:prstGeom>
            <a:solidFill>
              <a:srgbClr val="E81C2E"/>
            </a:solidFill>
            <a:ln w="28575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de-AT" sz="1400" b="1" dirty="0">
                  <a:solidFill>
                    <a:srgbClr val="FFFFFF"/>
                  </a:solidFill>
                </a:rPr>
                <a:t>12</a:t>
              </a:r>
              <a:endParaRPr sz="1400" b="1" dirty="0">
                <a:solidFill>
                  <a:srgbClr val="FFFFFF"/>
                </a:solidFill>
              </a:endParaRPr>
            </a:p>
          </p:txBody>
        </p:sp>
        <p:sp>
          <p:nvSpPr>
            <p:cNvPr id="41" name="Marker 7">
              <a:extLst>
                <a:ext uri="{FF2B5EF4-FFF2-40B4-BE49-F238E27FC236}">
                  <a16:creationId xmlns:a16="http://schemas.microsoft.com/office/drawing/2014/main" id="{ED05CB3A-0A2A-C07B-1054-0236FE9E52F9}"/>
                </a:ext>
              </a:extLst>
            </p:cNvPr>
            <p:cNvSpPr/>
            <p:nvPr/>
          </p:nvSpPr>
          <p:spPr>
            <a:xfrm>
              <a:off x="298275" y="7743674"/>
              <a:ext cx="276345" cy="276345"/>
            </a:xfrm>
            <a:prstGeom prst="ellipse">
              <a:avLst/>
            </a:prstGeom>
            <a:solidFill>
              <a:srgbClr val="E81C2E"/>
            </a:solidFill>
            <a:ln w="28575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de-AT" sz="1400" b="1" dirty="0">
                  <a:solidFill>
                    <a:srgbClr val="FFFFFF"/>
                  </a:solidFill>
                </a:rPr>
                <a:t>13</a:t>
              </a:r>
              <a:endParaRPr sz="1400" b="1" dirty="0">
                <a:solidFill>
                  <a:srgbClr val="FFFFFF"/>
                </a:solidFill>
              </a:endParaRPr>
            </a:p>
          </p:txBody>
        </p:sp>
        <p:sp>
          <p:nvSpPr>
            <p:cNvPr id="51" name="Marker 7">
              <a:extLst>
                <a:ext uri="{FF2B5EF4-FFF2-40B4-BE49-F238E27FC236}">
                  <a16:creationId xmlns:a16="http://schemas.microsoft.com/office/drawing/2014/main" id="{B0329732-B19D-68C8-E872-7FBF682D5E53}"/>
                </a:ext>
              </a:extLst>
            </p:cNvPr>
            <p:cNvSpPr/>
            <p:nvPr/>
          </p:nvSpPr>
          <p:spPr>
            <a:xfrm>
              <a:off x="1938238" y="8374119"/>
              <a:ext cx="276345" cy="276345"/>
            </a:xfrm>
            <a:prstGeom prst="ellipse">
              <a:avLst/>
            </a:prstGeom>
            <a:solidFill>
              <a:srgbClr val="E81C2E"/>
            </a:solidFill>
            <a:ln w="28575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de-AT" sz="1400" b="1" dirty="0">
                  <a:solidFill>
                    <a:srgbClr val="FFFFFF"/>
                  </a:solidFill>
                </a:rPr>
                <a:t>14</a:t>
              </a:r>
              <a:endParaRPr sz="1400" b="1" dirty="0">
                <a:solidFill>
                  <a:srgbClr val="FFFFFF"/>
                </a:solidFill>
              </a:endParaRPr>
            </a:p>
          </p:txBody>
        </p:sp>
        <p:sp>
          <p:nvSpPr>
            <p:cNvPr id="53" name="Marker 7">
              <a:extLst>
                <a:ext uri="{FF2B5EF4-FFF2-40B4-BE49-F238E27FC236}">
                  <a16:creationId xmlns:a16="http://schemas.microsoft.com/office/drawing/2014/main" id="{D2D66634-0C18-CFFF-5F5F-01EDE94ECE09}"/>
                </a:ext>
              </a:extLst>
            </p:cNvPr>
            <p:cNvSpPr/>
            <p:nvPr/>
          </p:nvSpPr>
          <p:spPr>
            <a:xfrm>
              <a:off x="801418" y="8929467"/>
              <a:ext cx="276345" cy="276345"/>
            </a:xfrm>
            <a:prstGeom prst="ellipse">
              <a:avLst/>
            </a:prstGeom>
            <a:solidFill>
              <a:srgbClr val="E81C2E"/>
            </a:solidFill>
            <a:ln w="28575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de-AT" sz="1400" b="1" dirty="0">
                  <a:solidFill>
                    <a:srgbClr val="FFFFFF"/>
                  </a:solidFill>
                </a:rPr>
                <a:t>15</a:t>
              </a:r>
              <a:endParaRPr sz="1400" b="1" dirty="0">
                <a:solidFill>
                  <a:srgbClr val="FFFFFF"/>
                </a:solidFill>
              </a:endParaRPr>
            </a:p>
          </p:txBody>
        </p:sp>
        <p:sp>
          <p:nvSpPr>
            <p:cNvPr id="61" name="Marker 7">
              <a:extLst>
                <a:ext uri="{FF2B5EF4-FFF2-40B4-BE49-F238E27FC236}">
                  <a16:creationId xmlns:a16="http://schemas.microsoft.com/office/drawing/2014/main" id="{52515903-AF8B-A543-3467-6807F770C4F6}"/>
                </a:ext>
              </a:extLst>
            </p:cNvPr>
            <p:cNvSpPr/>
            <p:nvPr/>
          </p:nvSpPr>
          <p:spPr>
            <a:xfrm>
              <a:off x="4639354" y="6741096"/>
              <a:ext cx="276345" cy="276345"/>
            </a:xfrm>
            <a:prstGeom prst="ellipse">
              <a:avLst/>
            </a:prstGeom>
            <a:solidFill>
              <a:srgbClr val="E81C2E"/>
            </a:solidFill>
            <a:ln w="28575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de-AT" sz="1400" b="1" dirty="0">
                  <a:solidFill>
                    <a:srgbClr val="FFFFFF"/>
                  </a:solidFill>
                </a:rPr>
                <a:t>11</a:t>
              </a:r>
              <a:endParaRPr sz="1400" b="1" dirty="0">
                <a:solidFill>
                  <a:srgbClr val="FFFFFF"/>
                </a:solidFill>
              </a:endParaRPr>
            </a:p>
          </p:txBody>
        </p:sp>
        <p:sp>
          <p:nvSpPr>
            <p:cNvPr id="65" name="Marker 7">
              <a:extLst>
                <a:ext uri="{FF2B5EF4-FFF2-40B4-BE49-F238E27FC236}">
                  <a16:creationId xmlns:a16="http://schemas.microsoft.com/office/drawing/2014/main" id="{5ABE8AEE-512C-E44A-D09B-1D71C660B34E}"/>
                </a:ext>
              </a:extLst>
            </p:cNvPr>
            <p:cNvSpPr/>
            <p:nvPr/>
          </p:nvSpPr>
          <p:spPr>
            <a:xfrm>
              <a:off x="156847" y="5690757"/>
              <a:ext cx="432000" cy="432000"/>
            </a:xfrm>
            <a:prstGeom prst="ellipse">
              <a:avLst/>
            </a:prstGeom>
            <a:solidFill>
              <a:schemeClr val="accent1"/>
            </a:solidFill>
            <a:ln w="22225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de-AT" sz="1400" b="1" dirty="0">
                  <a:solidFill>
                    <a:srgbClr val="FFFFFF"/>
                  </a:solidFill>
                </a:rPr>
                <a:t>F2</a:t>
              </a:r>
              <a:endParaRPr sz="1400" b="1" dirty="0">
                <a:solidFill>
                  <a:srgbClr val="FFFFFF"/>
                </a:solidFill>
              </a:endParaRPr>
            </a:p>
          </p:txBody>
        </p:sp>
      </p:grpSp>
      <p:sp>
        <p:nvSpPr>
          <p:cNvPr id="70" name="Marker 7">
            <a:extLst>
              <a:ext uri="{FF2B5EF4-FFF2-40B4-BE49-F238E27FC236}">
                <a16:creationId xmlns:a16="http://schemas.microsoft.com/office/drawing/2014/main" id="{701DB5C7-1E8D-4EC0-1495-F30BC1F5053A}"/>
              </a:ext>
            </a:extLst>
          </p:cNvPr>
          <p:cNvSpPr/>
          <p:nvPr/>
        </p:nvSpPr>
        <p:spPr>
          <a:xfrm>
            <a:off x="89853" y="2037206"/>
            <a:ext cx="432000" cy="432000"/>
          </a:xfrm>
          <a:prstGeom prst="ellipse">
            <a:avLst/>
          </a:prstGeom>
          <a:solidFill>
            <a:schemeClr val="accent1"/>
          </a:solidFill>
          <a:ln w="222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de-AT" sz="1400" b="1" dirty="0">
                <a:solidFill>
                  <a:srgbClr val="FFFFFF"/>
                </a:solidFill>
              </a:rPr>
              <a:t>F2</a:t>
            </a:r>
            <a:endParaRPr sz="1400" b="1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315493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fik 2">
            <a:extLst>
              <a:ext uri="{FF2B5EF4-FFF2-40B4-BE49-F238E27FC236}">
                <a16:creationId xmlns:a16="http://schemas.microsoft.com/office/drawing/2014/main" id="{95877FED-4560-EDDA-1FD7-F33138DCD9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262" y="1593236"/>
            <a:ext cx="4734586" cy="4467849"/>
          </a:xfrm>
          <a:prstGeom prst="rect">
            <a:avLst/>
          </a:prstGeom>
          <a:ln w="28575">
            <a:solidFill>
              <a:schemeClr val="accent1"/>
            </a:solidFill>
          </a:ln>
        </p:spPr>
      </p:pic>
      <p:sp>
        <p:nvSpPr>
          <p:cNvPr id="5" name="Marker 7">
            <a:extLst>
              <a:ext uri="{FF2B5EF4-FFF2-40B4-BE49-F238E27FC236}">
                <a16:creationId xmlns:a16="http://schemas.microsoft.com/office/drawing/2014/main" id="{7FB63B75-7CF3-DE6F-2459-0D8BE3D8648F}"/>
              </a:ext>
            </a:extLst>
          </p:cNvPr>
          <p:cNvSpPr/>
          <p:nvPr/>
        </p:nvSpPr>
        <p:spPr>
          <a:xfrm>
            <a:off x="789262" y="2243268"/>
            <a:ext cx="432000" cy="432000"/>
          </a:xfrm>
          <a:prstGeom prst="ellipse">
            <a:avLst/>
          </a:prstGeom>
          <a:solidFill>
            <a:schemeClr val="accent1"/>
          </a:solidFill>
          <a:ln w="222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de-AT" sz="1400" b="1" dirty="0">
                <a:solidFill>
                  <a:srgbClr val="FFFFFF"/>
                </a:solidFill>
              </a:rPr>
              <a:t>F3</a:t>
            </a:r>
            <a:endParaRPr sz="1400" b="1" dirty="0">
              <a:solidFill>
                <a:srgbClr val="FFFFFF"/>
              </a:solidFill>
            </a:endParaRPr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4AA31611-1CC2-5C70-9192-1EC32A3EFB29}"/>
              </a:ext>
            </a:extLst>
          </p:cNvPr>
          <p:cNvSpPr txBox="1"/>
          <p:nvPr/>
        </p:nvSpPr>
        <p:spPr>
          <a:xfrm>
            <a:off x="6269942" y="2121481"/>
            <a:ext cx="6578600" cy="26161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lang="de-DE" sz="1600" dirty="0">
                <a:solidFill>
                  <a:srgbClr val="1A1A1A"/>
                </a:solidFill>
              </a:rPr>
              <a:t>8. Es können mehrere Platten gezogen werden, Kosten jedoch jeweils -1 Punkt. Die bisherigen Rückseiten sind bekannt. Vorderseiten werden erst sichtbar sobald das Ziehen abgeschlossen ist.</a:t>
            </a:r>
          </a:p>
          <a:p>
            <a:pPr>
              <a:spcAft>
                <a:spcPts val="400"/>
              </a:spcAft>
            </a:pPr>
            <a:r>
              <a:rPr lang="de-DE" sz="1600" dirty="0">
                <a:solidFill>
                  <a:srgbClr val="1A1A1A"/>
                </a:solidFill>
              </a:rPr>
              <a:t>9. Abschluss des Ziehens, Übergang in die Auswahl, weiter mit Fenster F2</a:t>
            </a:r>
          </a:p>
          <a:p>
            <a:pPr>
              <a:spcAft>
                <a:spcPts val="400"/>
              </a:spcAft>
            </a:pPr>
            <a:r>
              <a:rPr lang="de-DE" sz="1600" dirty="0">
                <a:solidFill>
                  <a:srgbClr val="1A1A1A"/>
                </a:solidFill>
              </a:rPr>
              <a:t>16. Auslage, zu legende Kuppelplatte kann noch geändert werden</a:t>
            </a:r>
          </a:p>
          <a:p>
            <a:pPr>
              <a:spcAft>
                <a:spcPts val="400"/>
              </a:spcAft>
            </a:pPr>
            <a:r>
              <a:rPr lang="de-DE" sz="1600" dirty="0">
                <a:solidFill>
                  <a:srgbClr val="1A1A1A"/>
                </a:solidFill>
              </a:rPr>
              <a:t>17. Rotation der zu legenden Kuppelplatte festlegen</a:t>
            </a:r>
          </a:p>
          <a:p>
            <a:pPr>
              <a:spcAft>
                <a:spcPts val="400"/>
              </a:spcAft>
            </a:pPr>
            <a:r>
              <a:rPr lang="de-DE" sz="1600" dirty="0">
                <a:solidFill>
                  <a:srgbClr val="1A1A1A"/>
                </a:solidFill>
              </a:rPr>
              <a:t>18. Vorschau der zu legenden Kuppelplatte</a:t>
            </a:r>
          </a:p>
          <a:p>
            <a:pPr>
              <a:spcAft>
                <a:spcPts val="400"/>
              </a:spcAft>
            </a:pPr>
            <a:r>
              <a:rPr lang="de-DE" sz="1600" dirty="0">
                <a:solidFill>
                  <a:srgbClr val="1A1A1A"/>
                </a:solidFill>
              </a:rPr>
              <a:t>19. Abschluss</a:t>
            </a:r>
          </a:p>
          <a:p>
            <a:pPr>
              <a:spcAft>
                <a:spcPts val="400"/>
              </a:spcAft>
            </a:pPr>
            <a:endParaRPr lang="de-DE" sz="1600" dirty="0">
              <a:solidFill>
                <a:srgbClr val="1A1A1A"/>
              </a:solidFill>
            </a:endParaRPr>
          </a:p>
        </p:txBody>
      </p:sp>
      <p:sp>
        <p:nvSpPr>
          <p:cNvPr id="9" name="Marker 7">
            <a:extLst>
              <a:ext uri="{FF2B5EF4-FFF2-40B4-BE49-F238E27FC236}">
                <a16:creationId xmlns:a16="http://schemas.microsoft.com/office/drawing/2014/main" id="{6E1E8761-3CEE-0678-0318-DEC9C40CD06C}"/>
              </a:ext>
            </a:extLst>
          </p:cNvPr>
          <p:cNvSpPr/>
          <p:nvPr/>
        </p:nvSpPr>
        <p:spPr>
          <a:xfrm>
            <a:off x="1104454" y="3403609"/>
            <a:ext cx="276345" cy="276345"/>
          </a:xfrm>
          <a:prstGeom prst="ellipse">
            <a:avLst/>
          </a:prstGeom>
          <a:solidFill>
            <a:srgbClr val="E81C2E"/>
          </a:solidFill>
          <a:ln w="222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de-AT" sz="1400" b="1" dirty="0">
                <a:solidFill>
                  <a:srgbClr val="FFFFFF"/>
                </a:solidFill>
              </a:rPr>
              <a:t>8</a:t>
            </a:r>
            <a:endParaRPr sz="1400" b="1" dirty="0">
              <a:solidFill>
                <a:srgbClr val="FFFFFF"/>
              </a:solidFill>
            </a:endParaRPr>
          </a:p>
        </p:txBody>
      </p:sp>
      <p:sp>
        <p:nvSpPr>
          <p:cNvPr id="11" name="Marker 7">
            <a:extLst>
              <a:ext uri="{FF2B5EF4-FFF2-40B4-BE49-F238E27FC236}">
                <a16:creationId xmlns:a16="http://schemas.microsoft.com/office/drawing/2014/main" id="{13DEDC8D-F3D6-CB08-968B-7B7C8E5706C5}"/>
              </a:ext>
            </a:extLst>
          </p:cNvPr>
          <p:cNvSpPr/>
          <p:nvPr/>
        </p:nvSpPr>
        <p:spPr>
          <a:xfrm>
            <a:off x="3784154" y="3417836"/>
            <a:ext cx="276345" cy="276345"/>
          </a:xfrm>
          <a:prstGeom prst="ellipse">
            <a:avLst/>
          </a:prstGeom>
          <a:solidFill>
            <a:srgbClr val="E81C2E"/>
          </a:solidFill>
          <a:ln w="222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de-AT" sz="1400" b="1" dirty="0">
                <a:solidFill>
                  <a:srgbClr val="FFFFFF"/>
                </a:solidFill>
              </a:rPr>
              <a:t>9</a:t>
            </a:r>
            <a:endParaRPr sz="1400" b="1" dirty="0">
              <a:solidFill>
                <a:srgbClr val="FFFFFF"/>
              </a:solidFill>
            </a:endParaRPr>
          </a:p>
        </p:txBody>
      </p:sp>
      <p:sp>
        <p:nvSpPr>
          <p:cNvPr id="13" name="Marker 7">
            <a:extLst>
              <a:ext uri="{FF2B5EF4-FFF2-40B4-BE49-F238E27FC236}">
                <a16:creationId xmlns:a16="http://schemas.microsoft.com/office/drawing/2014/main" id="{453B871B-F4DA-3731-9464-EDDB91D6499A}"/>
              </a:ext>
            </a:extLst>
          </p:cNvPr>
          <p:cNvSpPr/>
          <p:nvPr/>
        </p:nvSpPr>
        <p:spPr>
          <a:xfrm>
            <a:off x="1892112" y="2398923"/>
            <a:ext cx="276345" cy="276345"/>
          </a:xfrm>
          <a:prstGeom prst="ellipse">
            <a:avLst/>
          </a:prstGeom>
          <a:solidFill>
            <a:srgbClr val="E81C2E"/>
          </a:solidFill>
          <a:ln w="285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de-AT" sz="1400" b="1" dirty="0">
                <a:solidFill>
                  <a:srgbClr val="FFFFFF"/>
                </a:solidFill>
              </a:rPr>
              <a:t>16</a:t>
            </a:r>
            <a:endParaRPr sz="1400" b="1" dirty="0">
              <a:solidFill>
                <a:srgbClr val="FFFFFF"/>
              </a:solidFill>
            </a:endParaRPr>
          </a:p>
        </p:txBody>
      </p:sp>
      <p:sp>
        <p:nvSpPr>
          <p:cNvPr id="15" name="Marker 7">
            <a:extLst>
              <a:ext uri="{FF2B5EF4-FFF2-40B4-BE49-F238E27FC236}">
                <a16:creationId xmlns:a16="http://schemas.microsoft.com/office/drawing/2014/main" id="{04906BA7-0EC5-59CD-0247-11F3762AC16C}"/>
              </a:ext>
            </a:extLst>
          </p:cNvPr>
          <p:cNvSpPr/>
          <p:nvPr/>
        </p:nvSpPr>
        <p:spPr>
          <a:xfrm>
            <a:off x="828109" y="3882262"/>
            <a:ext cx="276345" cy="276345"/>
          </a:xfrm>
          <a:prstGeom prst="ellipse">
            <a:avLst/>
          </a:prstGeom>
          <a:solidFill>
            <a:srgbClr val="E81C2E"/>
          </a:solidFill>
          <a:ln w="285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de-AT" sz="1400" b="1" dirty="0">
                <a:solidFill>
                  <a:srgbClr val="FFFFFF"/>
                </a:solidFill>
              </a:rPr>
              <a:t>17</a:t>
            </a:r>
            <a:endParaRPr sz="1400" b="1" dirty="0">
              <a:solidFill>
                <a:srgbClr val="FFFFFF"/>
              </a:solidFill>
            </a:endParaRPr>
          </a:p>
        </p:txBody>
      </p:sp>
      <p:sp>
        <p:nvSpPr>
          <p:cNvPr id="17" name="Marker 7">
            <a:extLst>
              <a:ext uri="{FF2B5EF4-FFF2-40B4-BE49-F238E27FC236}">
                <a16:creationId xmlns:a16="http://schemas.microsoft.com/office/drawing/2014/main" id="{1F010F69-680A-5C62-E1EF-1E69B95A155B}"/>
              </a:ext>
            </a:extLst>
          </p:cNvPr>
          <p:cNvSpPr/>
          <p:nvPr/>
        </p:nvSpPr>
        <p:spPr>
          <a:xfrm>
            <a:off x="2345670" y="4506594"/>
            <a:ext cx="276345" cy="276345"/>
          </a:xfrm>
          <a:prstGeom prst="ellipse">
            <a:avLst/>
          </a:prstGeom>
          <a:solidFill>
            <a:srgbClr val="E81C2E"/>
          </a:solidFill>
          <a:ln w="285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de-AT" sz="1400" b="1" dirty="0">
                <a:solidFill>
                  <a:srgbClr val="FFFFFF"/>
                </a:solidFill>
              </a:rPr>
              <a:t>18</a:t>
            </a:r>
            <a:endParaRPr sz="1400" b="1" dirty="0">
              <a:solidFill>
                <a:srgbClr val="FFFFFF"/>
              </a:solidFill>
            </a:endParaRPr>
          </a:p>
        </p:txBody>
      </p:sp>
      <p:sp>
        <p:nvSpPr>
          <p:cNvPr id="19" name="Marker 7">
            <a:extLst>
              <a:ext uri="{FF2B5EF4-FFF2-40B4-BE49-F238E27FC236}">
                <a16:creationId xmlns:a16="http://schemas.microsoft.com/office/drawing/2014/main" id="{9F7A3C52-BCE1-1899-46BA-E956F932561B}"/>
              </a:ext>
            </a:extLst>
          </p:cNvPr>
          <p:cNvSpPr/>
          <p:nvPr/>
        </p:nvSpPr>
        <p:spPr>
          <a:xfrm>
            <a:off x="1380799" y="5352154"/>
            <a:ext cx="276345" cy="276345"/>
          </a:xfrm>
          <a:prstGeom prst="ellipse">
            <a:avLst/>
          </a:prstGeom>
          <a:solidFill>
            <a:srgbClr val="E81C2E"/>
          </a:solidFill>
          <a:ln w="285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de-AT" sz="1400" b="1" dirty="0">
                <a:solidFill>
                  <a:srgbClr val="FFFFFF"/>
                </a:solidFill>
              </a:rPr>
              <a:t>19</a:t>
            </a:r>
            <a:endParaRPr sz="1400" b="1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2479964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19">
            <a:extLst>
              <a:ext uri="{FF2B5EF4-FFF2-40B4-BE49-F238E27FC236}">
                <a16:creationId xmlns:a16="http://schemas.microsoft.com/office/drawing/2014/main" id="{34E37168-A611-AB64-09C5-8D65E9D9EE7C}"/>
              </a:ext>
            </a:extLst>
          </p:cNvPr>
          <p:cNvSpPr txBox="1"/>
          <p:nvPr/>
        </p:nvSpPr>
        <p:spPr>
          <a:xfrm>
            <a:off x="512894" y="907594"/>
            <a:ext cx="82296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AT" sz="2000" b="1" dirty="0">
                <a:solidFill>
                  <a:srgbClr val="1A1A1A"/>
                </a:solidFill>
              </a:rPr>
              <a:t>Phase 1 – Detail: Mondbereich stapeln</a:t>
            </a:r>
            <a:endParaRPr sz="2000" b="1" dirty="0">
              <a:solidFill>
                <a:srgbClr val="1A1A1A"/>
              </a:solidFill>
            </a:endParaRPr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BB1FA472-6F0F-2292-6B9C-B6725368B8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53122" y="2337206"/>
            <a:ext cx="3801005" cy="4267796"/>
          </a:xfrm>
          <a:prstGeom prst="rect">
            <a:avLst/>
          </a:prstGeom>
          <a:ln w="28575">
            <a:solidFill>
              <a:schemeClr val="accent1"/>
            </a:solidFill>
          </a:ln>
        </p:spPr>
      </p:pic>
      <p:sp>
        <p:nvSpPr>
          <p:cNvPr id="7" name="Marker 7">
            <a:extLst>
              <a:ext uri="{FF2B5EF4-FFF2-40B4-BE49-F238E27FC236}">
                <a16:creationId xmlns:a16="http://schemas.microsoft.com/office/drawing/2014/main" id="{AD2976CA-ADF9-6D66-AFA3-E13727AC1C2D}"/>
              </a:ext>
            </a:extLst>
          </p:cNvPr>
          <p:cNvSpPr/>
          <p:nvPr/>
        </p:nvSpPr>
        <p:spPr>
          <a:xfrm>
            <a:off x="2559656" y="2516664"/>
            <a:ext cx="432000" cy="432000"/>
          </a:xfrm>
          <a:prstGeom prst="ellipse">
            <a:avLst/>
          </a:prstGeom>
          <a:solidFill>
            <a:schemeClr val="accent1"/>
          </a:solidFill>
          <a:ln w="222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de-AT" sz="1400" b="1" dirty="0">
                <a:solidFill>
                  <a:srgbClr val="FFFFFF"/>
                </a:solidFill>
              </a:rPr>
              <a:t>F4</a:t>
            </a:r>
            <a:endParaRPr sz="1400" b="1" dirty="0">
              <a:solidFill>
                <a:srgbClr val="FFFFFF"/>
              </a:solidFill>
            </a:endParaRPr>
          </a:p>
        </p:txBody>
      </p:sp>
      <p:sp>
        <p:nvSpPr>
          <p:cNvPr id="9" name="Marker 7">
            <a:extLst>
              <a:ext uri="{FF2B5EF4-FFF2-40B4-BE49-F238E27FC236}">
                <a16:creationId xmlns:a16="http://schemas.microsoft.com/office/drawing/2014/main" id="{B1C9B148-F9FB-7B86-5A70-4ADA2AE19C9A}"/>
              </a:ext>
            </a:extLst>
          </p:cNvPr>
          <p:cNvSpPr/>
          <p:nvPr/>
        </p:nvSpPr>
        <p:spPr>
          <a:xfrm>
            <a:off x="3967017" y="4332931"/>
            <a:ext cx="276345" cy="276345"/>
          </a:xfrm>
          <a:prstGeom prst="ellipse">
            <a:avLst/>
          </a:prstGeom>
          <a:solidFill>
            <a:srgbClr val="E81C2E"/>
          </a:solidFill>
          <a:ln w="222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de-AT" sz="1400" b="1" dirty="0">
                <a:solidFill>
                  <a:srgbClr val="FFFFFF"/>
                </a:solidFill>
              </a:rPr>
              <a:t>1</a:t>
            </a:r>
            <a:endParaRPr sz="1400" b="1" dirty="0">
              <a:solidFill>
                <a:srgbClr val="FFFFFF"/>
              </a:solidFill>
            </a:endParaRPr>
          </a:p>
        </p:txBody>
      </p:sp>
      <p:sp>
        <p:nvSpPr>
          <p:cNvPr id="11" name="Marker 7">
            <a:extLst>
              <a:ext uri="{FF2B5EF4-FFF2-40B4-BE49-F238E27FC236}">
                <a16:creationId xmlns:a16="http://schemas.microsoft.com/office/drawing/2014/main" id="{FD7D64C4-F16F-493A-E02C-C566F4403ADF}"/>
              </a:ext>
            </a:extLst>
          </p:cNvPr>
          <p:cNvSpPr/>
          <p:nvPr/>
        </p:nvSpPr>
        <p:spPr>
          <a:xfrm>
            <a:off x="6637122" y="4796571"/>
            <a:ext cx="276345" cy="276345"/>
          </a:xfrm>
          <a:prstGeom prst="ellipse">
            <a:avLst/>
          </a:prstGeom>
          <a:solidFill>
            <a:srgbClr val="E81C2E"/>
          </a:solidFill>
          <a:ln w="222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de-AT" sz="1400" b="1" dirty="0">
                <a:solidFill>
                  <a:srgbClr val="FFFFFF"/>
                </a:solidFill>
              </a:rPr>
              <a:t>3</a:t>
            </a:r>
            <a:endParaRPr sz="1400" b="1" dirty="0">
              <a:solidFill>
                <a:srgbClr val="FFFFFF"/>
              </a:solidFill>
            </a:endParaRPr>
          </a:p>
        </p:txBody>
      </p:sp>
      <p:sp>
        <p:nvSpPr>
          <p:cNvPr id="13" name="Marker 7">
            <a:extLst>
              <a:ext uri="{FF2B5EF4-FFF2-40B4-BE49-F238E27FC236}">
                <a16:creationId xmlns:a16="http://schemas.microsoft.com/office/drawing/2014/main" id="{4CA1FBEA-6140-F696-0B6C-F91B9B361984}"/>
              </a:ext>
            </a:extLst>
          </p:cNvPr>
          <p:cNvSpPr/>
          <p:nvPr/>
        </p:nvSpPr>
        <p:spPr>
          <a:xfrm>
            <a:off x="4106196" y="5144836"/>
            <a:ext cx="276345" cy="276345"/>
          </a:xfrm>
          <a:prstGeom prst="ellipse">
            <a:avLst/>
          </a:prstGeom>
          <a:solidFill>
            <a:srgbClr val="E81C2E"/>
          </a:solidFill>
          <a:ln w="222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de-AT" sz="1400" b="1" dirty="0">
                <a:solidFill>
                  <a:srgbClr val="FFFFFF"/>
                </a:solidFill>
              </a:rPr>
              <a:t>2</a:t>
            </a:r>
            <a:endParaRPr sz="1400" b="1" dirty="0">
              <a:solidFill>
                <a:srgbClr val="FFFFFF"/>
              </a:solidFill>
            </a:endParaRPr>
          </a:p>
        </p:txBody>
      </p:sp>
      <p:sp>
        <p:nvSpPr>
          <p:cNvPr id="15" name="Marker 7">
            <a:extLst>
              <a:ext uri="{FF2B5EF4-FFF2-40B4-BE49-F238E27FC236}">
                <a16:creationId xmlns:a16="http://schemas.microsoft.com/office/drawing/2014/main" id="{CC72BF3C-63E8-3CAA-A156-7D9175FE4A51}"/>
              </a:ext>
            </a:extLst>
          </p:cNvPr>
          <p:cNvSpPr/>
          <p:nvPr/>
        </p:nvSpPr>
        <p:spPr>
          <a:xfrm>
            <a:off x="6043895" y="5905750"/>
            <a:ext cx="276345" cy="276345"/>
          </a:xfrm>
          <a:prstGeom prst="ellipse">
            <a:avLst/>
          </a:prstGeom>
          <a:solidFill>
            <a:srgbClr val="E81C2E"/>
          </a:solidFill>
          <a:ln w="222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de-AT" sz="1400" b="1" dirty="0">
                <a:solidFill>
                  <a:srgbClr val="FFFFFF"/>
                </a:solidFill>
              </a:rPr>
              <a:t>4</a:t>
            </a:r>
            <a:endParaRPr sz="1400" b="1" dirty="0">
              <a:solidFill>
                <a:srgbClr val="FFFFFF"/>
              </a:solidFill>
            </a:endParaRPr>
          </a:p>
        </p:txBody>
      </p:sp>
      <p:sp>
        <p:nvSpPr>
          <p:cNvPr id="17" name="Textfeld 16">
            <a:extLst>
              <a:ext uri="{FF2B5EF4-FFF2-40B4-BE49-F238E27FC236}">
                <a16:creationId xmlns:a16="http://schemas.microsoft.com/office/drawing/2014/main" id="{F30DCF10-A3C2-C09B-04D9-030740560B60}"/>
              </a:ext>
            </a:extLst>
          </p:cNvPr>
          <p:cNvSpPr txBox="1"/>
          <p:nvPr/>
        </p:nvSpPr>
        <p:spPr>
          <a:xfrm>
            <a:off x="7148827" y="3024880"/>
            <a:ext cx="6578600" cy="12311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lang="de-DE" sz="1600" dirty="0">
                <a:solidFill>
                  <a:srgbClr val="1A1A1A"/>
                </a:solidFill>
              </a:rPr>
              <a:t>1. Noch offene Fliesen für die Reihenfolge</a:t>
            </a:r>
          </a:p>
          <a:p>
            <a:pPr>
              <a:spcAft>
                <a:spcPts val="400"/>
              </a:spcAft>
            </a:pPr>
            <a:r>
              <a:rPr lang="de-DE" sz="1600" dirty="0">
                <a:solidFill>
                  <a:srgbClr val="1A1A1A"/>
                </a:solidFill>
              </a:rPr>
              <a:t>2. Wie wird der Stapel aussehen mit der momentan aktiven Reihenfolge</a:t>
            </a:r>
          </a:p>
          <a:p>
            <a:pPr>
              <a:spcAft>
                <a:spcPts val="400"/>
              </a:spcAft>
            </a:pPr>
            <a:r>
              <a:rPr lang="de-DE" sz="1600" dirty="0">
                <a:solidFill>
                  <a:srgbClr val="1A1A1A"/>
                </a:solidFill>
              </a:rPr>
              <a:t>3. Reihenfolge zurücksetzen</a:t>
            </a:r>
          </a:p>
          <a:p>
            <a:pPr>
              <a:spcAft>
                <a:spcPts val="400"/>
              </a:spcAft>
            </a:pPr>
            <a:r>
              <a:rPr lang="de-DE" sz="1600" dirty="0">
                <a:solidFill>
                  <a:srgbClr val="1A1A1A"/>
                </a:solidFill>
              </a:rPr>
              <a:t>4. Bestätigen</a:t>
            </a:r>
          </a:p>
        </p:txBody>
      </p:sp>
    </p:spTree>
    <p:extLst>
      <p:ext uri="{BB962C8B-B14F-4D97-AF65-F5344CB8AC3E}">
        <p14:creationId xmlns:p14="http://schemas.microsoft.com/office/powerpoint/2010/main" val="150828645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2_tiling_bonuschip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3395" y="0"/>
            <a:ext cx="12191695" cy="7721406"/>
          </a:xfrm>
          <a:prstGeom prst="rect">
            <a:avLst/>
          </a:prstGeom>
        </p:spPr>
      </p:pic>
      <p:sp>
        <p:nvSpPr>
          <p:cNvPr id="3" name="Marker 1"/>
          <p:cNvSpPr/>
          <p:nvPr/>
        </p:nvSpPr>
        <p:spPr>
          <a:xfrm>
            <a:off x="6701160" y="1609305"/>
            <a:ext cx="243833" cy="243833"/>
          </a:xfrm>
          <a:prstGeom prst="ellipse">
            <a:avLst/>
          </a:prstGeom>
          <a:solidFill>
            <a:srgbClr val="E81C2E"/>
          </a:solidFill>
          <a:ln w="222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4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4" name="Marker 2"/>
          <p:cNvSpPr/>
          <p:nvPr/>
        </p:nvSpPr>
        <p:spPr>
          <a:xfrm>
            <a:off x="4441632" y="1397982"/>
            <a:ext cx="243833" cy="243833"/>
          </a:xfrm>
          <a:prstGeom prst="ellipse">
            <a:avLst/>
          </a:prstGeom>
          <a:solidFill>
            <a:srgbClr val="E81C2E"/>
          </a:solidFill>
          <a:ln w="222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4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5" name="Marker 3"/>
          <p:cNvSpPr/>
          <p:nvPr/>
        </p:nvSpPr>
        <p:spPr>
          <a:xfrm>
            <a:off x="4441632" y="1796245"/>
            <a:ext cx="243833" cy="243833"/>
          </a:xfrm>
          <a:prstGeom prst="ellipse">
            <a:avLst/>
          </a:prstGeom>
          <a:solidFill>
            <a:srgbClr val="E81C2E"/>
          </a:solidFill>
          <a:ln w="222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4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6" name="Marker 4"/>
          <p:cNvSpPr/>
          <p:nvPr/>
        </p:nvSpPr>
        <p:spPr>
          <a:xfrm>
            <a:off x="5929019" y="1601177"/>
            <a:ext cx="243833" cy="243833"/>
          </a:xfrm>
          <a:prstGeom prst="ellipse">
            <a:avLst/>
          </a:prstGeom>
          <a:solidFill>
            <a:srgbClr val="E81C2E"/>
          </a:solidFill>
          <a:ln w="222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4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7" name="Marker 6"/>
          <p:cNvSpPr/>
          <p:nvPr/>
        </p:nvSpPr>
        <p:spPr>
          <a:xfrm>
            <a:off x="12309340" y="430775"/>
            <a:ext cx="243833" cy="243833"/>
          </a:xfrm>
          <a:prstGeom prst="ellipse">
            <a:avLst/>
          </a:prstGeom>
          <a:solidFill>
            <a:srgbClr val="E81C2E"/>
          </a:solidFill>
          <a:ln w="222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400" b="1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8" name="Marker 7"/>
          <p:cNvSpPr/>
          <p:nvPr/>
        </p:nvSpPr>
        <p:spPr>
          <a:xfrm>
            <a:off x="12309340" y="1341088"/>
            <a:ext cx="243833" cy="243833"/>
          </a:xfrm>
          <a:prstGeom prst="ellipse">
            <a:avLst/>
          </a:prstGeom>
          <a:solidFill>
            <a:srgbClr val="E81C2E"/>
          </a:solidFill>
          <a:ln w="222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400" b="1">
                <a:solidFill>
                  <a:srgbClr val="FFFFFF"/>
                </a:solidFill>
              </a:rPr>
              <a:t>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7714" y="5741126"/>
            <a:ext cx="82296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 dirty="0">
                <a:solidFill>
                  <a:srgbClr val="1A1A1A"/>
                </a:solidFill>
              </a:rPr>
              <a:t>2) Tiling-Phase -- </a:t>
            </a:r>
            <a:r>
              <a:rPr sz="2000" b="1" dirty="0" err="1">
                <a:solidFill>
                  <a:srgbClr val="1A1A1A"/>
                </a:solidFill>
              </a:rPr>
              <a:t>Bonuschips</a:t>
            </a:r>
            <a:r>
              <a:rPr sz="2000" b="1" dirty="0">
                <a:solidFill>
                  <a:srgbClr val="1A1A1A"/>
                </a:solidFill>
              </a:rPr>
              <a:t> </a:t>
            </a:r>
            <a:r>
              <a:rPr sz="2000" b="1" dirty="0" err="1">
                <a:solidFill>
                  <a:srgbClr val="1A1A1A"/>
                </a:solidFill>
              </a:rPr>
              <a:t>einsetzen</a:t>
            </a:r>
            <a:r>
              <a:rPr sz="2000" b="1" dirty="0">
                <a:solidFill>
                  <a:srgbClr val="1A1A1A"/>
                </a:solidFill>
              </a:rPr>
              <a:t> </a:t>
            </a:r>
            <a:r>
              <a:rPr sz="2000" b="1" dirty="0" err="1">
                <a:solidFill>
                  <a:srgbClr val="1A1A1A"/>
                </a:solidFill>
              </a:rPr>
              <a:t>oder</a:t>
            </a:r>
            <a:r>
              <a:rPr sz="2000" b="1" dirty="0">
                <a:solidFill>
                  <a:srgbClr val="1A1A1A"/>
                </a:solidFill>
              </a:rPr>
              <a:t> Reihe </a:t>
            </a:r>
            <a:r>
              <a:rPr sz="2000" b="1" dirty="0" err="1">
                <a:solidFill>
                  <a:srgbClr val="1A1A1A"/>
                </a:solidFill>
              </a:rPr>
              <a:t>ueberspringen</a:t>
            </a:r>
            <a:endParaRPr sz="2000" b="1" dirty="0">
              <a:solidFill>
                <a:srgbClr val="1A1A1A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757715" y="7831134"/>
            <a:ext cx="5638647" cy="12105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100" b="1">
                <a:solidFill>
                  <a:srgbClr val="7A0D17"/>
                </a:solidFill>
              </a:rPr>
              <a:t>1  </a:t>
            </a:r>
            <a:r>
              <a:rPr sz="1100">
                <a:solidFill>
                  <a:srgbClr val="1A1A1A"/>
                </a:solidFill>
              </a:rPr>
              <a:t>Blauer Punkt -- markiert die als naechstes faellige Reihe (oben-nach-unten-Regel).</a:t>
            </a:r>
          </a:p>
          <a:p>
            <a:pPr>
              <a:spcAft>
                <a:spcPts val="400"/>
              </a:spcAft>
            </a:pPr>
            <a:r>
              <a:rPr sz="1100" b="1">
                <a:solidFill>
                  <a:srgbClr val="7A0D17"/>
                </a:solidFill>
              </a:rPr>
              <a:t>2  </a:t>
            </a:r>
            <a:r>
              <a:rPr sz="1100">
                <a:solidFill>
                  <a:srgbClr val="1A1A1A"/>
                </a:solidFill>
              </a:rPr>
              <a:t>Bonuschips-Kasten (jetzt farbig hervorgehoben) -- anklicken oeffnet den Dialog zum Einsetzen der Chips fuer die faellige Reihe: 2 gleichfarbige ODER 3 beliebige Chips = 1 fehlende Fliese.</a:t>
            </a:r>
          </a:p>
          <a:p>
            <a:pPr>
              <a:spcAft>
                <a:spcPts val="400"/>
              </a:spcAft>
            </a:pPr>
            <a:r>
              <a:rPr sz="1100" b="1">
                <a:solidFill>
                  <a:srgbClr val="7A0D17"/>
                </a:solidFill>
              </a:rPr>
              <a:t>3  </a:t>
            </a:r>
            <a:r>
              <a:rPr sz="1100">
                <a:solidFill>
                  <a:srgbClr val="1A1A1A"/>
                </a:solidFill>
              </a:rPr>
              <a:t>„Reihe X fuer Bonuschips ignorieren“ -- ueberspringt diese nur per Chips komplettierbare Reihe bewusst, um z.B. erst eine spaetere zu bedienen. Ueber den „↺ zuruecksetzen“-Link wieder aufhebbar.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3562" y="7831135"/>
            <a:ext cx="5638647" cy="1041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100" b="1">
                <a:solidFill>
                  <a:srgbClr val="7A0D17"/>
                </a:solidFill>
              </a:rPr>
              <a:t>4  </a:t>
            </a:r>
            <a:r>
              <a:rPr sz="1100">
                <a:solidFill>
                  <a:srgbClr val="1A1A1A"/>
                </a:solidFill>
              </a:rPr>
              <a:t>Faellige Musterreihe -- gestrichelt umrandet, solange sie auf eine Aktion wartet.</a:t>
            </a:r>
          </a:p>
          <a:p>
            <a:pPr>
              <a:spcAft>
                <a:spcPts val="400"/>
              </a:spcAft>
            </a:pPr>
            <a:r>
              <a:rPr sz="1100" b="1">
                <a:solidFill>
                  <a:srgbClr val="7A0D17"/>
                </a:solidFill>
              </a:rPr>
              <a:t>6  </a:t>
            </a:r>
            <a:r>
              <a:rPr sz="1100">
                <a:solidFill>
                  <a:srgbClr val="1A1A1A"/>
                </a:solidFill>
              </a:rPr>
              <a:t>Phasen-Anzeige „Phase 2: Reihe anklicken“ -- Hinweistext erklaert die Chip-Regel noch einmal.</a:t>
            </a:r>
          </a:p>
          <a:p>
            <a:pPr>
              <a:spcAft>
                <a:spcPts val="400"/>
              </a:spcAft>
            </a:pPr>
            <a:r>
              <a:rPr sz="1100" b="1">
                <a:solidFill>
                  <a:srgbClr val="7A0D17"/>
                </a:solidFill>
              </a:rPr>
              <a:t>7  </a:t>
            </a:r>
            <a:r>
              <a:rPr sz="1100">
                <a:solidFill>
                  <a:srgbClr val="1A1A1A"/>
                </a:solidFill>
              </a:rPr>
              <a:t>„Mein Tiling abschliessen“ -- eigene Tiling-Phase beenden; danach ist die KI/der andere Spieler dran.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fik 2">
            <a:extLst>
              <a:ext uri="{FF2B5EF4-FFF2-40B4-BE49-F238E27FC236}">
                <a16:creationId xmlns:a16="http://schemas.microsoft.com/office/drawing/2014/main" id="{9AA11E69-DEF3-A033-BC7A-E816EE8ADE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6859" y="2981846"/>
            <a:ext cx="11965070" cy="3905795"/>
          </a:xfrm>
          <a:prstGeom prst="rect">
            <a:avLst/>
          </a:prstGeom>
        </p:spPr>
      </p:pic>
      <p:sp>
        <p:nvSpPr>
          <p:cNvPr id="5" name="TextBox 19">
            <a:extLst>
              <a:ext uri="{FF2B5EF4-FFF2-40B4-BE49-F238E27FC236}">
                <a16:creationId xmlns:a16="http://schemas.microsoft.com/office/drawing/2014/main" id="{B8765937-5DA7-AE19-0BEF-9C2D921DD529}"/>
              </a:ext>
            </a:extLst>
          </p:cNvPr>
          <p:cNvSpPr txBox="1"/>
          <p:nvPr/>
        </p:nvSpPr>
        <p:spPr>
          <a:xfrm>
            <a:off x="512894" y="907594"/>
            <a:ext cx="82296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AT" sz="2000" b="1" dirty="0">
                <a:solidFill>
                  <a:srgbClr val="1A1A1A"/>
                </a:solidFill>
              </a:rPr>
              <a:t>Phase 2: Runde abrechnen</a:t>
            </a:r>
            <a:endParaRPr sz="2000" b="1" dirty="0">
              <a:solidFill>
                <a:srgbClr val="1A1A1A"/>
              </a:solidFill>
            </a:endParaRPr>
          </a:p>
        </p:txBody>
      </p:sp>
      <p:sp>
        <p:nvSpPr>
          <p:cNvPr id="7" name="Marker 1">
            <a:extLst>
              <a:ext uri="{FF2B5EF4-FFF2-40B4-BE49-F238E27FC236}">
                <a16:creationId xmlns:a16="http://schemas.microsoft.com/office/drawing/2014/main" id="{521CDA08-1F8C-1555-01F0-521634112340}"/>
              </a:ext>
            </a:extLst>
          </p:cNvPr>
          <p:cNvSpPr/>
          <p:nvPr/>
        </p:nvSpPr>
        <p:spPr>
          <a:xfrm>
            <a:off x="4383861" y="3631288"/>
            <a:ext cx="243833" cy="243833"/>
          </a:xfrm>
          <a:prstGeom prst="ellipse">
            <a:avLst/>
          </a:prstGeom>
          <a:solidFill>
            <a:srgbClr val="E81C2E"/>
          </a:solidFill>
          <a:ln w="222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400" b="1">
                <a:solidFill>
                  <a:srgbClr val="FFFFFF"/>
                </a:solidFill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239945308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1_hauptansicht.png"/>
          <p:cNvPicPr>
            <a:picLocks noChangeAspect="1"/>
          </p:cNvPicPr>
          <p:nvPr/>
        </p:nvPicPr>
        <p:blipFill>
          <a:blip r:embed="rId2"/>
          <a:srcRect b="33263"/>
          <a:stretch>
            <a:fillRect/>
          </a:stretch>
        </p:blipFill>
        <p:spPr>
          <a:xfrm>
            <a:off x="410245" y="366598"/>
            <a:ext cx="12191695" cy="5153023"/>
          </a:xfrm>
          <a:prstGeom prst="rect">
            <a:avLst/>
          </a:prstGeom>
        </p:spPr>
      </p:pic>
      <p:sp>
        <p:nvSpPr>
          <p:cNvPr id="3" name="Marker 1"/>
          <p:cNvSpPr/>
          <p:nvPr/>
        </p:nvSpPr>
        <p:spPr>
          <a:xfrm>
            <a:off x="9716573" y="447877"/>
            <a:ext cx="243833" cy="243833"/>
          </a:xfrm>
          <a:prstGeom prst="ellipse">
            <a:avLst/>
          </a:prstGeom>
          <a:solidFill>
            <a:srgbClr val="E81C2E"/>
          </a:solidFill>
          <a:ln w="222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4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4" name="Marker 2"/>
          <p:cNvSpPr/>
          <p:nvPr/>
        </p:nvSpPr>
        <p:spPr>
          <a:xfrm>
            <a:off x="10504969" y="447877"/>
            <a:ext cx="243833" cy="243833"/>
          </a:xfrm>
          <a:prstGeom prst="ellipse">
            <a:avLst/>
          </a:prstGeom>
          <a:solidFill>
            <a:srgbClr val="E81C2E"/>
          </a:solidFill>
          <a:ln w="222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4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5" name="Marker 3"/>
          <p:cNvSpPr/>
          <p:nvPr/>
        </p:nvSpPr>
        <p:spPr>
          <a:xfrm>
            <a:off x="11390899" y="447877"/>
            <a:ext cx="243833" cy="243833"/>
          </a:xfrm>
          <a:prstGeom prst="ellipse">
            <a:avLst/>
          </a:prstGeom>
          <a:solidFill>
            <a:srgbClr val="E81C2E"/>
          </a:solidFill>
          <a:ln w="222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4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6" name="Marker 4"/>
          <p:cNvSpPr/>
          <p:nvPr/>
        </p:nvSpPr>
        <p:spPr>
          <a:xfrm>
            <a:off x="12130528" y="447877"/>
            <a:ext cx="243833" cy="243833"/>
          </a:xfrm>
          <a:prstGeom prst="ellipse">
            <a:avLst/>
          </a:prstGeom>
          <a:solidFill>
            <a:srgbClr val="E81C2E"/>
          </a:solidFill>
          <a:ln w="222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4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7" name="Marker 6"/>
          <p:cNvSpPr/>
          <p:nvPr/>
        </p:nvSpPr>
        <p:spPr>
          <a:xfrm>
            <a:off x="8139780" y="781117"/>
            <a:ext cx="276345" cy="276345"/>
          </a:xfrm>
          <a:prstGeom prst="ellipse">
            <a:avLst/>
          </a:prstGeom>
          <a:solidFill>
            <a:srgbClr val="E81C2E"/>
          </a:solidFill>
          <a:ln w="222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400" b="1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8" name="Marker 7"/>
          <p:cNvSpPr/>
          <p:nvPr/>
        </p:nvSpPr>
        <p:spPr>
          <a:xfrm>
            <a:off x="4474143" y="1463852"/>
            <a:ext cx="276345" cy="276345"/>
          </a:xfrm>
          <a:prstGeom prst="ellipse">
            <a:avLst/>
          </a:prstGeom>
          <a:solidFill>
            <a:srgbClr val="E81C2E"/>
          </a:solidFill>
          <a:ln w="222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400" b="1" dirty="0">
                <a:solidFill>
                  <a:srgbClr val="FFFFFF"/>
                </a:solidFill>
              </a:rPr>
              <a:t>7</a:t>
            </a:r>
          </a:p>
        </p:txBody>
      </p:sp>
      <p:sp>
        <p:nvSpPr>
          <p:cNvPr id="9" name="Marker 8"/>
          <p:cNvSpPr/>
          <p:nvPr/>
        </p:nvSpPr>
        <p:spPr>
          <a:xfrm>
            <a:off x="4335971" y="1886497"/>
            <a:ext cx="276345" cy="276345"/>
          </a:xfrm>
          <a:prstGeom prst="ellipse">
            <a:avLst/>
          </a:prstGeom>
          <a:solidFill>
            <a:srgbClr val="E81C2E"/>
          </a:solidFill>
          <a:ln w="222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400" b="1">
                <a:solidFill>
                  <a:srgbClr val="FFFFFF"/>
                </a:solidFill>
              </a:rPr>
              <a:t>8</a:t>
            </a:r>
          </a:p>
        </p:txBody>
      </p:sp>
      <p:sp>
        <p:nvSpPr>
          <p:cNvPr id="10" name="Marker 9"/>
          <p:cNvSpPr/>
          <p:nvPr/>
        </p:nvSpPr>
        <p:spPr>
          <a:xfrm>
            <a:off x="5880252" y="1935264"/>
            <a:ext cx="276345" cy="276345"/>
          </a:xfrm>
          <a:prstGeom prst="ellipse">
            <a:avLst/>
          </a:prstGeom>
          <a:solidFill>
            <a:srgbClr val="E81C2E"/>
          </a:solidFill>
          <a:ln w="222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400" b="1">
                <a:solidFill>
                  <a:srgbClr val="FFFFFF"/>
                </a:solidFill>
              </a:rPr>
              <a:t>9</a:t>
            </a:r>
          </a:p>
        </p:txBody>
      </p:sp>
      <p:sp>
        <p:nvSpPr>
          <p:cNvPr id="11" name="Marker 10"/>
          <p:cNvSpPr/>
          <p:nvPr/>
        </p:nvSpPr>
        <p:spPr>
          <a:xfrm>
            <a:off x="7440789" y="1406957"/>
            <a:ext cx="276345" cy="276345"/>
          </a:xfrm>
          <a:prstGeom prst="ellipse">
            <a:avLst/>
          </a:prstGeom>
          <a:solidFill>
            <a:srgbClr val="E81C2E"/>
          </a:solidFill>
          <a:ln w="222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400" b="1">
                <a:solidFill>
                  <a:srgbClr val="FFFFFF"/>
                </a:solidFill>
              </a:rPr>
              <a:t>10</a:t>
            </a:r>
          </a:p>
        </p:txBody>
      </p:sp>
      <p:sp>
        <p:nvSpPr>
          <p:cNvPr id="12" name="Marker 11"/>
          <p:cNvSpPr/>
          <p:nvPr/>
        </p:nvSpPr>
        <p:spPr>
          <a:xfrm>
            <a:off x="9432099" y="764861"/>
            <a:ext cx="276345" cy="276345"/>
          </a:xfrm>
          <a:prstGeom prst="ellipse">
            <a:avLst/>
          </a:prstGeom>
          <a:solidFill>
            <a:srgbClr val="E81C2E"/>
          </a:solidFill>
          <a:ln w="222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400" b="1">
                <a:solidFill>
                  <a:srgbClr val="FFFFFF"/>
                </a:solidFill>
              </a:rPr>
              <a:t>11</a:t>
            </a:r>
          </a:p>
        </p:txBody>
      </p:sp>
      <p:sp>
        <p:nvSpPr>
          <p:cNvPr id="13" name="Marker 12"/>
          <p:cNvSpPr/>
          <p:nvPr/>
        </p:nvSpPr>
        <p:spPr>
          <a:xfrm>
            <a:off x="12219934" y="781117"/>
            <a:ext cx="276345" cy="276345"/>
          </a:xfrm>
          <a:prstGeom prst="ellipse">
            <a:avLst/>
          </a:prstGeom>
          <a:solidFill>
            <a:srgbClr val="E81C2E"/>
          </a:solidFill>
          <a:ln w="222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400" b="1">
                <a:solidFill>
                  <a:srgbClr val="FFFFFF"/>
                </a:solidFill>
              </a:rPr>
              <a:t>12</a:t>
            </a:r>
          </a:p>
        </p:txBody>
      </p:sp>
      <p:sp>
        <p:nvSpPr>
          <p:cNvPr id="14" name="Marker 13"/>
          <p:cNvSpPr/>
          <p:nvPr/>
        </p:nvSpPr>
        <p:spPr>
          <a:xfrm>
            <a:off x="10919486" y="1041206"/>
            <a:ext cx="276345" cy="276345"/>
          </a:xfrm>
          <a:prstGeom prst="ellipse">
            <a:avLst/>
          </a:prstGeom>
          <a:solidFill>
            <a:srgbClr val="E81C2E"/>
          </a:solidFill>
          <a:ln w="222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400" b="1">
                <a:solidFill>
                  <a:srgbClr val="FFFFFF"/>
                </a:solidFill>
              </a:rPr>
              <a:t>13</a:t>
            </a:r>
          </a:p>
        </p:txBody>
      </p:sp>
      <p:sp>
        <p:nvSpPr>
          <p:cNvPr id="15" name="Marker 14"/>
          <p:cNvSpPr/>
          <p:nvPr/>
        </p:nvSpPr>
        <p:spPr>
          <a:xfrm>
            <a:off x="11488432" y="1528874"/>
            <a:ext cx="276345" cy="276345"/>
          </a:xfrm>
          <a:prstGeom prst="ellipse">
            <a:avLst/>
          </a:prstGeom>
          <a:solidFill>
            <a:srgbClr val="E81C2E"/>
          </a:solidFill>
          <a:ln w="222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400" b="1">
                <a:solidFill>
                  <a:srgbClr val="FFFFFF"/>
                </a:solidFill>
              </a:rPr>
              <a:t>14</a:t>
            </a:r>
          </a:p>
        </p:txBody>
      </p:sp>
      <p:sp>
        <p:nvSpPr>
          <p:cNvPr id="16" name="Marker 15"/>
          <p:cNvSpPr/>
          <p:nvPr/>
        </p:nvSpPr>
        <p:spPr>
          <a:xfrm>
            <a:off x="10838208" y="2593615"/>
            <a:ext cx="276345" cy="276345"/>
          </a:xfrm>
          <a:prstGeom prst="ellipse">
            <a:avLst/>
          </a:prstGeom>
          <a:solidFill>
            <a:srgbClr val="E81C2E"/>
          </a:solidFill>
          <a:ln w="222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400" b="1">
                <a:solidFill>
                  <a:srgbClr val="FFFFFF"/>
                </a:solidFill>
              </a:rPr>
              <a:t>15</a:t>
            </a:r>
          </a:p>
        </p:txBody>
      </p:sp>
      <p:sp>
        <p:nvSpPr>
          <p:cNvPr id="17" name="Marker 16"/>
          <p:cNvSpPr/>
          <p:nvPr/>
        </p:nvSpPr>
        <p:spPr>
          <a:xfrm>
            <a:off x="10838208" y="3349500"/>
            <a:ext cx="276345" cy="276345"/>
          </a:xfrm>
          <a:prstGeom prst="ellipse">
            <a:avLst/>
          </a:prstGeom>
          <a:solidFill>
            <a:srgbClr val="E81C2E"/>
          </a:solidFill>
          <a:ln w="222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400" b="1">
                <a:solidFill>
                  <a:srgbClr val="FFFFFF"/>
                </a:solidFill>
              </a:rPr>
              <a:t>16</a:t>
            </a:r>
          </a:p>
        </p:txBody>
      </p:sp>
      <p:sp>
        <p:nvSpPr>
          <p:cNvPr id="18" name="Bereich 5"/>
          <p:cNvSpPr/>
          <p:nvPr/>
        </p:nvSpPr>
        <p:spPr>
          <a:xfrm>
            <a:off x="459011" y="789243"/>
            <a:ext cx="8005879" cy="2235144"/>
          </a:xfrm>
          <a:prstGeom prst="roundRect">
            <a:avLst>
              <a:gd name="adj" fmla="val 6000"/>
            </a:avLst>
          </a:prstGeom>
          <a:noFill/>
          <a:ln w="28575">
            <a:solidFill>
              <a:srgbClr val="E81C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Marker 5"/>
          <p:cNvSpPr/>
          <p:nvPr/>
        </p:nvSpPr>
        <p:spPr>
          <a:xfrm>
            <a:off x="337095" y="667328"/>
            <a:ext cx="243833" cy="243833"/>
          </a:xfrm>
          <a:prstGeom prst="ellipse">
            <a:avLst/>
          </a:prstGeom>
          <a:solidFill>
            <a:srgbClr val="E81C2E"/>
          </a:solidFill>
          <a:ln w="222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5687" y="5519621"/>
            <a:ext cx="82296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 dirty="0">
                <a:solidFill>
                  <a:srgbClr val="1A1A1A"/>
                </a:solidFill>
              </a:rPr>
              <a:t>1) </a:t>
            </a:r>
            <a:r>
              <a:rPr sz="2000" b="1" dirty="0" err="1">
                <a:solidFill>
                  <a:srgbClr val="1A1A1A"/>
                </a:solidFill>
              </a:rPr>
              <a:t>Hauptansicht</a:t>
            </a:r>
            <a:r>
              <a:rPr sz="2000" b="1" dirty="0">
                <a:solidFill>
                  <a:srgbClr val="1A1A1A"/>
                </a:solidFill>
              </a:rPr>
              <a:t> -- Drafting-Phase (Runde 3)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57715" y="6443699"/>
            <a:ext cx="5638647" cy="24827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100" b="1" dirty="0">
                <a:solidFill>
                  <a:srgbClr val="7A0D17"/>
                </a:solidFill>
              </a:rPr>
              <a:t>1  </a:t>
            </a:r>
            <a:r>
              <a:rPr sz="1100" dirty="0" err="1">
                <a:solidFill>
                  <a:srgbClr val="1A1A1A"/>
                </a:solidFill>
              </a:rPr>
              <a:t>Neues</a:t>
            </a:r>
            <a:r>
              <a:rPr sz="1100" dirty="0">
                <a:solidFill>
                  <a:srgbClr val="1A1A1A"/>
                </a:solidFill>
              </a:rPr>
              <a:t> Spiel </a:t>
            </a:r>
            <a:r>
              <a:rPr sz="1100" dirty="0" err="1">
                <a:solidFill>
                  <a:srgbClr val="1A1A1A"/>
                </a:solidFill>
              </a:rPr>
              <a:t>starten</a:t>
            </a:r>
            <a:r>
              <a:rPr sz="1100" dirty="0">
                <a:solidFill>
                  <a:srgbClr val="1A1A1A"/>
                </a:solidFill>
              </a:rPr>
              <a:t> -- Gegner (KI/Mensch), </a:t>
            </a:r>
            <a:r>
              <a:rPr sz="1100" dirty="0" err="1">
                <a:solidFill>
                  <a:srgbClr val="1A1A1A"/>
                </a:solidFill>
              </a:rPr>
              <a:t>Staerke</a:t>
            </a:r>
            <a:r>
              <a:rPr sz="1100" dirty="0">
                <a:solidFill>
                  <a:srgbClr val="1A1A1A"/>
                </a:solidFill>
              </a:rPr>
              <a:t> (</a:t>
            </a:r>
            <a:r>
              <a:rPr sz="1100" dirty="0" err="1">
                <a:solidFill>
                  <a:srgbClr val="1A1A1A"/>
                </a:solidFill>
              </a:rPr>
              <a:t>Simulationen</a:t>
            </a:r>
            <a:r>
              <a:rPr sz="1100" dirty="0">
                <a:solidFill>
                  <a:srgbClr val="1A1A1A"/>
                </a:solidFill>
              </a:rPr>
              <a:t>), </a:t>
            </a:r>
            <a:r>
              <a:rPr sz="1100" dirty="0" err="1">
                <a:solidFill>
                  <a:srgbClr val="1A1A1A"/>
                </a:solidFill>
              </a:rPr>
              <a:t>Startspieler</a:t>
            </a:r>
            <a:r>
              <a:rPr sz="1100" dirty="0">
                <a:solidFill>
                  <a:srgbClr val="1A1A1A"/>
                </a:solidFill>
              </a:rPr>
              <a:t> und Seed </a:t>
            </a:r>
            <a:r>
              <a:rPr sz="1100" dirty="0" err="1">
                <a:solidFill>
                  <a:srgbClr val="1A1A1A"/>
                </a:solidFill>
              </a:rPr>
              <a:t>einstellen</a:t>
            </a:r>
            <a:r>
              <a:rPr sz="1100" dirty="0">
                <a:solidFill>
                  <a:srgbClr val="1A1A1A"/>
                </a:solidFill>
              </a:rPr>
              <a:t>.</a:t>
            </a:r>
          </a:p>
          <a:p>
            <a:pPr>
              <a:spcAft>
                <a:spcPts val="400"/>
              </a:spcAft>
            </a:pPr>
            <a:r>
              <a:rPr sz="1100" b="1" dirty="0">
                <a:solidFill>
                  <a:srgbClr val="7A0D17"/>
                </a:solidFill>
              </a:rPr>
              <a:t>2  </a:t>
            </a:r>
            <a:r>
              <a:rPr sz="1100" dirty="0" err="1">
                <a:solidFill>
                  <a:srgbClr val="1A1A1A"/>
                </a:solidFill>
              </a:rPr>
              <a:t>Aktive</a:t>
            </a:r>
            <a:r>
              <a:rPr sz="1100" dirty="0">
                <a:solidFill>
                  <a:srgbClr val="1A1A1A"/>
                </a:solidFill>
              </a:rPr>
              <a:t> </a:t>
            </a:r>
            <a:r>
              <a:rPr sz="1100" dirty="0" err="1">
                <a:solidFill>
                  <a:srgbClr val="1A1A1A"/>
                </a:solidFill>
              </a:rPr>
              <a:t>Ziele</a:t>
            </a:r>
            <a:r>
              <a:rPr sz="1100" dirty="0">
                <a:solidFill>
                  <a:srgbClr val="1A1A1A"/>
                </a:solidFill>
              </a:rPr>
              <a:t> -- </a:t>
            </a:r>
            <a:r>
              <a:rPr sz="1100" dirty="0" err="1">
                <a:solidFill>
                  <a:srgbClr val="1A1A1A"/>
                </a:solidFill>
              </a:rPr>
              <a:t>zeigt</a:t>
            </a:r>
            <a:r>
              <a:rPr sz="1100" dirty="0">
                <a:solidFill>
                  <a:srgbClr val="1A1A1A"/>
                </a:solidFill>
              </a:rPr>
              <a:t> die 3 </a:t>
            </a:r>
            <a:r>
              <a:rPr sz="1100" dirty="0" err="1">
                <a:solidFill>
                  <a:srgbClr val="1A1A1A"/>
                </a:solidFill>
              </a:rPr>
              <a:t>gewaehlten</a:t>
            </a:r>
            <a:r>
              <a:rPr sz="1100" dirty="0">
                <a:solidFill>
                  <a:srgbClr val="1A1A1A"/>
                </a:solidFill>
              </a:rPr>
              <a:t> </a:t>
            </a:r>
            <a:r>
              <a:rPr sz="1100" dirty="0" err="1">
                <a:solidFill>
                  <a:srgbClr val="1A1A1A"/>
                </a:solidFill>
              </a:rPr>
              <a:t>Wertungsplatten</a:t>
            </a:r>
            <a:r>
              <a:rPr sz="1100" dirty="0">
                <a:solidFill>
                  <a:srgbClr val="1A1A1A"/>
                </a:solidFill>
              </a:rPr>
              <a:t> </a:t>
            </a:r>
            <a:r>
              <a:rPr sz="1100" dirty="0" err="1">
                <a:solidFill>
                  <a:srgbClr val="1A1A1A"/>
                </a:solidFill>
              </a:rPr>
              <a:t>dieser</a:t>
            </a:r>
            <a:r>
              <a:rPr sz="1100" dirty="0">
                <a:solidFill>
                  <a:srgbClr val="1A1A1A"/>
                </a:solidFill>
              </a:rPr>
              <a:t> Partie </a:t>
            </a:r>
            <a:r>
              <a:rPr sz="1100" dirty="0" err="1">
                <a:solidFill>
                  <a:srgbClr val="1A1A1A"/>
                </a:solidFill>
              </a:rPr>
              <a:t>noch</a:t>
            </a:r>
            <a:r>
              <a:rPr sz="1100" dirty="0">
                <a:solidFill>
                  <a:srgbClr val="1A1A1A"/>
                </a:solidFill>
              </a:rPr>
              <a:t> </a:t>
            </a:r>
            <a:r>
              <a:rPr sz="1100" dirty="0" err="1">
                <a:solidFill>
                  <a:srgbClr val="1A1A1A"/>
                </a:solidFill>
              </a:rPr>
              <a:t>einmal</a:t>
            </a:r>
            <a:r>
              <a:rPr sz="1100" dirty="0">
                <a:solidFill>
                  <a:srgbClr val="1A1A1A"/>
                </a:solidFill>
              </a:rPr>
              <a:t> gross an.</a:t>
            </a:r>
          </a:p>
          <a:p>
            <a:pPr>
              <a:spcAft>
                <a:spcPts val="400"/>
              </a:spcAft>
            </a:pPr>
            <a:r>
              <a:rPr sz="1100" b="1" dirty="0">
                <a:solidFill>
                  <a:srgbClr val="7A0D17"/>
                </a:solidFill>
              </a:rPr>
              <a:t>3  </a:t>
            </a:r>
            <a:r>
              <a:rPr sz="1100" dirty="0">
                <a:solidFill>
                  <a:srgbClr val="1A1A1A"/>
                </a:solidFill>
              </a:rPr>
              <a:t>KI-Debugger -- </a:t>
            </a:r>
            <a:r>
              <a:rPr sz="1100" dirty="0" err="1">
                <a:solidFill>
                  <a:srgbClr val="1A1A1A"/>
                </a:solidFill>
              </a:rPr>
              <a:t>Analysefenster</a:t>
            </a:r>
            <a:r>
              <a:rPr sz="1100" dirty="0">
                <a:solidFill>
                  <a:srgbClr val="1A1A1A"/>
                </a:solidFill>
              </a:rPr>
              <a:t> der </a:t>
            </a:r>
            <a:r>
              <a:rPr sz="1100" dirty="0" err="1">
                <a:solidFill>
                  <a:srgbClr val="1A1A1A"/>
                </a:solidFill>
              </a:rPr>
              <a:t>Kuenstlichen</a:t>
            </a:r>
            <a:r>
              <a:rPr sz="1100" dirty="0">
                <a:solidFill>
                  <a:srgbClr val="1A1A1A"/>
                </a:solidFill>
              </a:rPr>
              <a:t> </a:t>
            </a:r>
            <a:r>
              <a:rPr sz="1100" dirty="0" err="1">
                <a:solidFill>
                  <a:srgbClr val="1A1A1A"/>
                </a:solidFill>
              </a:rPr>
              <a:t>Intelligenz</a:t>
            </a:r>
            <a:r>
              <a:rPr sz="1100" dirty="0">
                <a:solidFill>
                  <a:srgbClr val="1A1A1A"/>
                </a:solidFill>
              </a:rPr>
              <a:t> (</a:t>
            </a:r>
            <a:r>
              <a:rPr sz="1100" dirty="0" err="1">
                <a:solidFill>
                  <a:srgbClr val="1A1A1A"/>
                </a:solidFill>
              </a:rPr>
              <a:t>fuer</a:t>
            </a:r>
            <a:r>
              <a:rPr sz="1100" dirty="0">
                <a:solidFill>
                  <a:srgbClr val="1A1A1A"/>
                </a:solidFill>
              </a:rPr>
              <a:t> </a:t>
            </a:r>
            <a:r>
              <a:rPr sz="1100" dirty="0" err="1">
                <a:solidFill>
                  <a:srgbClr val="1A1A1A"/>
                </a:solidFill>
              </a:rPr>
              <a:t>Fortgeschrittene</a:t>
            </a:r>
            <a:r>
              <a:rPr sz="1100" dirty="0">
                <a:solidFill>
                  <a:srgbClr val="1A1A1A"/>
                </a:solidFill>
              </a:rPr>
              <a:t>, </a:t>
            </a:r>
            <a:r>
              <a:rPr sz="1100" dirty="0" err="1">
                <a:solidFill>
                  <a:srgbClr val="1A1A1A"/>
                </a:solidFill>
              </a:rPr>
              <a:t>kann</a:t>
            </a:r>
            <a:r>
              <a:rPr sz="1100" dirty="0">
                <a:solidFill>
                  <a:srgbClr val="1A1A1A"/>
                </a:solidFill>
              </a:rPr>
              <a:t> </a:t>
            </a:r>
            <a:r>
              <a:rPr sz="1100" dirty="0" err="1">
                <a:solidFill>
                  <a:srgbClr val="1A1A1A"/>
                </a:solidFill>
              </a:rPr>
              <a:t>ausgeblendet</a:t>
            </a:r>
            <a:r>
              <a:rPr sz="1100" dirty="0">
                <a:solidFill>
                  <a:srgbClr val="1A1A1A"/>
                </a:solidFill>
              </a:rPr>
              <a:t> </a:t>
            </a:r>
            <a:r>
              <a:rPr sz="1100" dirty="0" err="1">
                <a:solidFill>
                  <a:srgbClr val="1A1A1A"/>
                </a:solidFill>
              </a:rPr>
              <a:t>werden</a:t>
            </a:r>
            <a:r>
              <a:rPr sz="1100" dirty="0">
                <a:solidFill>
                  <a:srgbClr val="1A1A1A"/>
                </a:solidFill>
              </a:rPr>
              <a:t>).</a:t>
            </a:r>
          </a:p>
          <a:p>
            <a:pPr>
              <a:spcAft>
                <a:spcPts val="400"/>
              </a:spcAft>
            </a:pPr>
            <a:r>
              <a:rPr sz="1100" b="1" dirty="0">
                <a:solidFill>
                  <a:srgbClr val="7A0D17"/>
                </a:solidFill>
              </a:rPr>
              <a:t>4  </a:t>
            </a:r>
            <a:r>
              <a:rPr sz="1100" dirty="0">
                <a:solidFill>
                  <a:srgbClr val="1A1A1A"/>
                </a:solidFill>
              </a:rPr>
              <a:t>Spiel-Log der </a:t>
            </a:r>
            <a:r>
              <a:rPr sz="1100" dirty="0" err="1">
                <a:solidFill>
                  <a:srgbClr val="1A1A1A"/>
                </a:solidFill>
              </a:rPr>
              <a:t>aktuellen</a:t>
            </a:r>
            <a:r>
              <a:rPr sz="1100" dirty="0">
                <a:solidFill>
                  <a:srgbClr val="1A1A1A"/>
                </a:solidFill>
              </a:rPr>
              <a:t> Partie </a:t>
            </a:r>
            <a:r>
              <a:rPr sz="1100" dirty="0" err="1">
                <a:solidFill>
                  <a:srgbClr val="1A1A1A"/>
                </a:solidFill>
              </a:rPr>
              <a:t>als</a:t>
            </a:r>
            <a:r>
              <a:rPr sz="1100" dirty="0">
                <a:solidFill>
                  <a:srgbClr val="1A1A1A"/>
                </a:solidFill>
              </a:rPr>
              <a:t> </a:t>
            </a:r>
            <a:r>
              <a:rPr sz="1100" dirty="0" err="1">
                <a:solidFill>
                  <a:srgbClr val="1A1A1A"/>
                </a:solidFill>
              </a:rPr>
              <a:t>Datei</a:t>
            </a:r>
            <a:r>
              <a:rPr sz="1100" dirty="0">
                <a:solidFill>
                  <a:srgbClr val="1A1A1A"/>
                </a:solidFill>
              </a:rPr>
              <a:t> </a:t>
            </a:r>
            <a:r>
              <a:rPr sz="1100" dirty="0" err="1">
                <a:solidFill>
                  <a:srgbClr val="1A1A1A"/>
                </a:solidFill>
              </a:rPr>
              <a:t>herunterladen</a:t>
            </a:r>
            <a:r>
              <a:rPr sz="1100" dirty="0">
                <a:solidFill>
                  <a:srgbClr val="1A1A1A"/>
                </a:solidFill>
              </a:rPr>
              <a:t>.</a:t>
            </a:r>
          </a:p>
          <a:p>
            <a:pPr>
              <a:spcAft>
                <a:spcPts val="400"/>
              </a:spcAft>
            </a:pPr>
            <a:r>
              <a:rPr sz="1100" b="1" dirty="0">
                <a:solidFill>
                  <a:srgbClr val="7A0D17"/>
                </a:solidFill>
              </a:rPr>
              <a:t>5  </a:t>
            </a:r>
            <a:r>
              <a:rPr sz="1100" dirty="0" err="1">
                <a:solidFill>
                  <a:srgbClr val="1A1A1A"/>
                </a:solidFill>
              </a:rPr>
              <a:t>Aktiver</a:t>
            </a:r>
            <a:r>
              <a:rPr sz="1100" dirty="0">
                <a:solidFill>
                  <a:srgbClr val="1A1A1A"/>
                </a:solidFill>
              </a:rPr>
              <a:t> Spieler -- </a:t>
            </a:r>
            <a:r>
              <a:rPr sz="1100" dirty="0" err="1">
                <a:solidFill>
                  <a:srgbClr val="1A1A1A"/>
                </a:solidFill>
              </a:rPr>
              <a:t>blauer</a:t>
            </a:r>
            <a:r>
              <a:rPr sz="1100" dirty="0">
                <a:solidFill>
                  <a:srgbClr val="1A1A1A"/>
                </a:solidFill>
              </a:rPr>
              <a:t> Rahmen </a:t>
            </a:r>
            <a:r>
              <a:rPr sz="1100" dirty="0" err="1">
                <a:solidFill>
                  <a:srgbClr val="1A1A1A"/>
                </a:solidFill>
              </a:rPr>
              <a:t>zeigt</a:t>
            </a:r>
            <a:r>
              <a:rPr sz="1100" dirty="0">
                <a:solidFill>
                  <a:srgbClr val="1A1A1A"/>
                </a:solidFill>
              </a:rPr>
              <a:t>, </a:t>
            </a:r>
            <a:r>
              <a:rPr sz="1100" dirty="0" err="1">
                <a:solidFill>
                  <a:srgbClr val="1A1A1A"/>
                </a:solidFill>
              </a:rPr>
              <a:t>wer</a:t>
            </a:r>
            <a:r>
              <a:rPr sz="1100" dirty="0">
                <a:solidFill>
                  <a:srgbClr val="1A1A1A"/>
                </a:solidFill>
              </a:rPr>
              <a:t> </a:t>
            </a:r>
            <a:r>
              <a:rPr sz="1100" dirty="0" err="1">
                <a:solidFill>
                  <a:srgbClr val="1A1A1A"/>
                </a:solidFill>
              </a:rPr>
              <a:t>gerade</a:t>
            </a:r>
            <a:r>
              <a:rPr sz="1100" dirty="0">
                <a:solidFill>
                  <a:srgbClr val="1A1A1A"/>
                </a:solidFill>
              </a:rPr>
              <a:t> am Zug </a:t>
            </a:r>
            <a:r>
              <a:rPr sz="1100" dirty="0" err="1">
                <a:solidFill>
                  <a:srgbClr val="1A1A1A"/>
                </a:solidFill>
              </a:rPr>
              <a:t>ist</a:t>
            </a:r>
            <a:r>
              <a:rPr sz="1100" dirty="0">
                <a:solidFill>
                  <a:srgbClr val="1A1A1A"/>
                </a:solidFill>
              </a:rPr>
              <a:t>.</a:t>
            </a:r>
          </a:p>
          <a:p>
            <a:pPr>
              <a:spcAft>
                <a:spcPts val="400"/>
              </a:spcAft>
            </a:pPr>
            <a:r>
              <a:rPr sz="1100" b="1" dirty="0">
                <a:solidFill>
                  <a:srgbClr val="7A0D17"/>
                </a:solidFill>
              </a:rPr>
              <a:t>6  </a:t>
            </a:r>
            <a:r>
              <a:rPr sz="1100" dirty="0" err="1">
                <a:solidFill>
                  <a:srgbClr val="1A1A1A"/>
                </a:solidFill>
              </a:rPr>
              <a:t>Punktestand</a:t>
            </a:r>
            <a:r>
              <a:rPr sz="1100" dirty="0">
                <a:solidFill>
                  <a:srgbClr val="1A1A1A"/>
                </a:solidFill>
              </a:rPr>
              <a:t> -- in </a:t>
            </a:r>
            <a:r>
              <a:rPr sz="1100" dirty="0" err="1">
                <a:solidFill>
                  <a:srgbClr val="1A1A1A"/>
                </a:solidFill>
              </a:rPr>
              <a:t>Klammern</a:t>
            </a:r>
            <a:r>
              <a:rPr sz="1100" dirty="0">
                <a:solidFill>
                  <a:srgbClr val="1A1A1A"/>
                </a:solidFill>
              </a:rPr>
              <a:t> die </a:t>
            </a:r>
            <a:r>
              <a:rPr sz="1100" dirty="0" err="1">
                <a:solidFill>
                  <a:srgbClr val="1A1A1A"/>
                </a:solidFill>
              </a:rPr>
              <a:t>fuer</a:t>
            </a:r>
            <a:r>
              <a:rPr sz="1100" dirty="0">
                <a:solidFill>
                  <a:srgbClr val="1A1A1A"/>
                </a:solidFill>
              </a:rPr>
              <a:t> </a:t>
            </a:r>
            <a:r>
              <a:rPr sz="1100" dirty="0" err="1">
                <a:solidFill>
                  <a:srgbClr val="1A1A1A"/>
                </a:solidFill>
              </a:rPr>
              <a:t>diese</a:t>
            </a:r>
            <a:r>
              <a:rPr sz="1100" dirty="0">
                <a:solidFill>
                  <a:srgbClr val="1A1A1A"/>
                </a:solidFill>
              </a:rPr>
              <a:t> Runde </a:t>
            </a:r>
            <a:r>
              <a:rPr sz="1100" dirty="0" err="1">
                <a:solidFill>
                  <a:srgbClr val="1A1A1A"/>
                </a:solidFill>
              </a:rPr>
              <a:t>geschaetzten</a:t>
            </a:r>
            <a:r>
              <a:rPr sz="1100" dirty="0">
                <a:solidFill>
                  <a:srgbClr val="1A1A1A"/>
                </a:solidFill>
              </a:rPr>
              <a:t> </a:t>
            </a:r>
            <a:r>
              <a:rPr sz="1100" dirty="0" err="1">
                <a:solidFill>
                  <a:srgbClr val="1A1A1A"/>
                </a:solidFill>
              </a:rPr>
              <a:t>Zusatzpunkte</a:t>
            </a:r>
            <a:r>
              <a:rPr sz="1100" dirty="0">
                <a:solidFill>
                  <a:srgbClr val="1A1A1A"/>
                </a:solidFill>
              </a:rPr>
              <a:t>.</a:t>
            </a:r>
          </a:p>
          <a:p>
            <a:pPr>
              <a:spcAft>
                <a:spcPts val="400"/>
              </a:spcAft>
            </a:pPr>
            <a:r>
              <a:rPr sz="1100" b="1" dirty="0">
                <a:solidFill>
                  <a:srgbClr val="7A0D17"/>
                </a:solidFill>
              </a:rPr>
              <a:t>7  </a:t>
            </a:r>
            <a:r>
              <a:rPr sz="1100" dirty="0" err="1">
                <a:solidFill>
                  <a:srgbClr val="1A1A1A"/>
                </a:solidFill>
              </a:rPr>
              <a:t>Strafleiste</a:t>
            </a:r>
            <a:r>
              <a:rPr sz="1100" dirty="0">
                <a:solidFill>
                  <a:srgbClr val="1A1A1A"/>
                </a:solidFill>
              </a:rPr>
              <a:t> („</a:t>
            </a:r>
            <a:r>
              <a:rPr sz="1100" dirty="0" err="1">
                <a:solidFill>
                  <a:srgbClr val="1A1A1A"/>
                </a:solidFill>
              </a:rPr>
              <a:t>Zerbrochene</a:t>
            </a:r>
            <a:r>
              <a:rPr sz="1100" dirty="0">
                <a:solidFill>
                  <a:srgbClr val="1A1A1A"/>
                </a:solidFill>
              </a:rPr>
              <a:t> </a:t>
            </a:r>
            <a:r>
              <a:rPr sz="1100" dirty="0" err="1">
                <a:solidFill>
                  <a:srgbClr val="1A1A1A"/>
                </a:solidFill>
              </a:rPr>
              <a:t>Fliesen</a:t>
            </a:r>
            <a:r>
              <a:rPr sz="1100" dirty="0">
                <a:solidFill>
                  <a:srgbClr val="1A1A1A"/>
                </a:solidFill>
              </a:rPr>
              <a:t>“) -- </a:t>
            </a:r>
            <a:r>
              <a:rPr sz="1100" dirty="0" err="1">
                <a:solidFill>
                  <a:srgbClr val="1A1A1A"/>
                </a:solidFill>
              </a:rPr>
              <a:t>ueberzaehlige</a:t>
            </a:r>
            <a:r>
              <a:rPr sz="1100" dirty="0">
                <a:solidFill>
                  <a:srgbClr val="1A1A1A"/>
                </a:solidFill>
              </a:rPr>
              <a:t> </a:t>
            </a:r>
            <a:r>
              <a:rPr sz="1100" dirty="0" err="1">
                <a:solidFill>
                  <a:srgbClr val="1A1A1A"/>
                </a:solidFill>
              </a:rPr>
              <a:t>Fliesen</a:t>
            </a:r>
            <a:r>
              <a:rPr sz="1100" dirty="0">
                <a:solidFill>
                  <a:srgbClr val="1A1A1A"/>
                </a:solidFill>
              </a:rPr>
              <a:t> </a:t>
            </a:r>
            <a:r>
              <a:rPr sz="1100" dirty="0" err="1">
                <a:solidFill>
                  <a:srgbClr val="1A1A1A"/>
                </a:solidFill>
              </a:rPr>
              <a:t>landen</a:t>
            </a:r>
            <a:r>
              <a:rPr sz="1100" dirty="0">
                <a:solidFill>
                  <a:srgbClr val="1A1A1A"/>
                </a:solidFill>
              </a:rPr>
              <a:t> </a:t>
            </a:r>
            <a:r>
              <a:rPr sz="1100" dirty="0" err="1">
                <a:solidFill>
                  <a:srgbClr val="1A1A1A"/>
                </a:solidFill>
              </a:rPr>
              <a:t>hier</a:t>
            </a:r>
            <a:r>
              <a:rPr sz="1100" dirty="0">
                <a:solidFill>
                  <a:srgbClr val="1A1A1A"/>
                </a:solidFill>
              </a:rPr>
              <a:t>: -1 bis -4 </a:t>
            </a:r>
            <a:r>
              <a:rPr sz="1100" dirty="0" err="1">
                <a:solidFill>
                  <a:srgbClr val="1A1A1A"/>
                </a:solidFill>
              </a:rPr>
              <a:t>Punkte</a:t>
            </a:r>
            <a:r>
              <a:rPr sz="1100" dirty="0">
                <a:solidFill>
                  <a:srgbClr val="1A1A1A"/>
                </a:solidFill>
              </a:rPr>
              <a:t> am </a:t>
            </a:r>
            <a:r>
              <a:rPr sz="1100" dirty="0" err="1">
                <a:solidFill>
                  <a:srgbClr val="1A1A1A"/>
                </a:solidFill>
              </a:rPr>
              <a:t>Rundenende</a:t>
            </a:r>
            <a:r>
              <a:rPr sz="1100" dirty="0">
                <a:solidFill>
                  <a:srgbClr val="1A1A1A"/>
                </a:solidFill>
              </a:rPr>
              <a:t>.</a:t>
            </a:r>
          </a:p>
          <a:p>
            <a:pPr>
              <a:spcAft>
                <a:spcPts val="400"/>
              </a:spcAft>
            </a:pPr>
            <a:r>
              <a:rPr sz="1100" b="1" dirty="0">
                <a:solidFill>
                  <a:srgbClr val="7A0D17"/>
                </a:solidFill>
              </a:rPr>
              <a:t>8  </a:t>
            </a:r>
            <a:r>
              <a:rPr sz="1100" dirty="0" err="1">
                <a:solidFill>
                  <a:srgbClr val="1A1A1A"/>
                </a:solidFill>
              </a:rPr>
              <a:t>Bonuschips</a:t>
            </a:r>
            <a:r>
              <a:rPr sz="1100" dirty="0">
                <a:solidFill>
                  <a:srgbClr val="1A1A1A"/>
                </a:solidFill>
              </a:rPr>
              <a:t>-Kasten -- </a:t>
            </a:r>
            <a:r>
              <a:rPr sz="1100" dirty="0" err="1">
                <a:solidFill>
                  <a:srgbClr val="1A1A1A"/>
                </a:solidFill>
              </a:rPr>
              <a:t>gesammelte</a:t>
            </a:r>
            <a:r>
              <a:rPr sz="1100" dirty="0">
                <a:solidFill>
                  <a:srgbClr val="1A1A1A"/>
                </a:solidFill>
              </a:rPr>
              <a:t> </a:t>
            </a:r>
            <a:r>
              <a:rPr sz="1100" dirty="0" err="1">
                <a:solidFill>
                  <a:srgbClr val="1A1A1A"/>
                </a:solidFill>
              </a:rPr>
              <a:t>Bonusplaettchen</a:t>
            </a:r>
            <a:r>
              <a:rPr sz="1100" dirty="0">
                <a:solidFill>
                  <a:srgbClr val="1A1A1A"/>
                </a:solidFill>
              </a:rPr>
              <a:t>. </a:t>
            </a:r>
            <a:r>
              <a:rPr sz="1100" dirty="0" err="1">
                <a:solidFill>
                  <a:srgbClr val="1A1A1A"/>
                </a:solidFill>
              </a:rPr>
              <a:t>Leuchtet</a:t>
            </a:r>
            <a:r>
              <a:rPr sz="1100" dirty="0">
                <a:solidFill>
                  <a:srgbClr val="1A1A1A"/>
                </a:solidFill>
              </a:rPr>
              <a:t> </a:t>
            </a:r>
            <a:r>
              <a:rPr sz="1100" dirty="0" err="1">
                <a:solidFill>
                  <a:srgbClr val="1A1A1A"/>
                </a:solidFill>
              </a:rPr>
              <a:t>farbig</a:t>
            </a:r>
            <a:r>
              <a:rPr sz="1100" dirty="0">
                <a:solidFill>
                  <a:srgbClr val="1A1A1A"/>
                </a:solidFill>
              </a:rPr>
              <a:t> und </a:t>
            </a:r>
            <a:r>
              <a:rPr sz="1100" dirty="0" err="1">
                <a:solidFill>
                  <a:srgbClr val="1A1A1A"/>
                </a:solidFill>
              </a:rPr>
              <a:t>wird</a:t>
            </a:r>
            <a:r>
              <a:rPr sz="1100" dirty="0">
                <a:solidFill>
                  <a:srgbClr val="1A1A1A"/>
                </a:solidFill>
              </a:rPr>
              <a:t> </a:t>
            </a:r>
            <a:r>
              <a:rPr sz="1100" dirty="0" err="1">
                <a:solidFill>
                  <a:srgbClr val="1A1A1A"/>
                </a:solidFill>
              </a:rPr>
              <a:t>klickbar</a:t>
            </a:r>
            <a:r>
              <a:rPr sz="1100" dirty="0">
                <a:solidFill>
                  <a:srgbClr val="1A1A1A"/>
                </a:solidFill>
              </a:rPr>
              <a:t>, </a:t>
            </a:r>
            <a:r>
              <a:rPr sz="1100" dirty="0" err="1">
                <a:solidFill>
                  <a:srgbClr val="1A1A1A"/>
                </a:solidFill>
              </a:rPr>
              <a:t>sobald</a:t>
            </a:r>
            <a:r>
              <a:rPr sz="1100" dirty="0">
                <a:solidFill>
                  <a:srgbClr val="1A1A1A"/>
                </a:solidFill>
              </a:rPr>
              <a:t> man </a:t>
            </a:r>
            <a:r>
              <a:rPr sz="1100" dirty="0" err="1">
                <a:solidFill>
                  <a:srgbClr val="1A1A1A"/>
                </a:solidFill>
              </a:rPr>
              <a:t>damit</a:t>
            </a:r>
            <a:r>
              <a:rPr sz="1100" dirty="0">
                <a:solidFill>
                  <a:srgbClr val="1A1A1A"/>
                </a:solidFill>
              </a:rPr>
              <a:t> die </a:t>
            </a:r>
            <a:r>
              <a:rPr sz="1100" dirty="0" err="1">
                <a:solidFill>
                  <a:srgbClr val="1A1A1A"/>
                </a:solidFill>
              </a:rPr>
              <a:t>faellige</a:t>
            </a:r>
            <a:r>
              <a:rPr sz="1100" dirty="0">
                <a:solidFill>
                  <a:srgbClr val="1A1A1A"/>
                </a:solidFill>
              </a:rPr>
              <a:t> </a:t>
            </a:r>
            <a:r>
              <a:rPr sz="1100" dirty="0" err="1">
                <a:solidFill>
                  <a:srgbClr val="1A1A1A"/>
                </a:solidFill>
              </a:rPr>
              <a:t>Musterreihe</a:t>
            </a:r>
            <a:r>
              <a:rPr sz="1100" dirty="0">
                <a:solidFill>
                  <a:srgbClr val="1A1A1A"/>
                </a:solidFill>
              </a:rPr>
              <a:t> </a:t>
            </a:r>
            <a:r>
              <a:rPr sz="1100" dirty="0" err="1">
                <a:solidFill>
                  <a:srgbClr val="1A1A1A"/>
                </a:solidFill>
              </a:rPr>
              <a:t>vervollstaendigen</a:t>
            </a:r>
            <a:r>
              <a:rPr sz="1100" dirty="0">
                <a:solidFill>
                  <a:srgbClr val="1A1A1A"/>
                </a:solidFill>
              </a:rPr>
              <a:t> </a:t>
            </a:r>
            <a:r>
              <a:rPr sz="1100" dirty="0" err="1">
                <a:solidFill>
                  <a:srgbClr val="1A1A1A"/>
                </a:solidFill>
              </a:rPr>
              <a:t>kann</a:t>
            </a:r>
            <a:r>
              <a:rPr sz="1100" dirty="0">
                <a:solidFill>
                  <a:srgbClr val="1A1A1A"/>
                </a:solidFill>
              </a:rPr>
              <a:t>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62428" y="6393480"/>
            <a:ext cx="5638647" cy="24827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100" b="1" dirty="0">
                <a:solidFill>
                  <a:srgbClr val="7A0D17"/>
                </a:solidFill>
              </a:rPr>
              <a:t>9  </a:t>
            </a:r>
            <a:r>
              <a:rPr sz="1100" dirty="0" err="1">
                <a:solidFill>
                  <a:srgbClr val="1A1A1A"/>
                </a:solidFill>
              </a:rPr>
              <a:t>Musterreihen</a:t>
            </a:r>
            <a:r>
              <a:rPr sz="1100" dirty="0">
                <a:solidFill>
                  <a:srgbClr val="1A1A1A"/>
                </a:solidFill>
              </a:rPr>
              <a:t> (1-6) -- </a:t>
            </a:r>
            <a:r>
              <a:rPr sz="1100" dirty="0" err="1">
                <a:solidFill>
                  <a:srgbClr val="1A1A1A"/>
                </a:solidFill>
              </a:rPr>
              <a:t>hier</a:t>
            </a:r>
            <a:r>
              <a:rPr sz="1100" dirty="0">
                <a:solidFill>
                  <a:srgbClr val="1A1A1A"/>
                </a:solidFill>
              </a:rPr>
              <a:t> </a:t>
            </a:r>
            <a:r>
              <a:rPr sz="1100" dirty="0" err="1">
                <a:solidFill>
                  <a:srgbClr val="1A1A1A"/>
                </a:solidFill>
              </a:rPr>
              <a:t>genommene</a:t>
            </a:r>
            <a:r>
              <a:rPr sz="1100" dirty="0">
                <a:solidFill>
                  <a:srgbClr val="1A1A1A"/>
                </a:solidFill>
              </a:rPr>
              <a:t> </a:t>
            </a:r>
            <a:r>
              <a:rPr sz="1100" dirty="0" err="1">
                <a:solidFill>
                  <a:srgbClr val="1A1A1A"/>
                </a:solidFill>
              </a:rPr>
              <a:t>Fliesen</a:t>
            </a:r>
            <a:r>
              <a:rPr sz="1100" dirty="0">
                <a:solidFill>
                  <a:srgbClr val="1A1A1A"/>
                </a:solidFill>
              </a:rPr>
              <a:t> </a:t>
            </a:r>
            <a:r>
              <a:rPr sz="1100" dirty="0" err="1">
                <a:solidFill>
                  <a:srgbClr val="1A1A1A"/>
                </a:solidFill>
              </a:rPr>
              <a:t>ablegen</a:t>
            </a:r>
            <a:r>
              <a:rPr sz="1100" dirty="0">
                <a:solidFill>
                  <a:srgbClr val="1A1A1A"/>
                </a:solidFill>
              </a:rPr>
              <a:t>. </a:t>
            </a:r>
            <a:r>
              <a:rPr sz="1100" dirty="0" err="1">
                <a:solidFill>
                  <a:srgbClr val="1A1A1A"/>
                </a:solidFill>
              </a:rPr>
              <a:t>Kapazitaet</a:t>
            </a:r>
            <a:r>
              <a:rPr sz="1100" dirty="0">
                <a:solidFill>
                  <a:srgbClr val="1A1A1A"/>
                </a:solidFill>
              </a:rPr>
              <a:t> </a:t>
            </a:r>
            <a:r>
              <a:rPr sz="1100" dirty="0" err="1">
                <a:solidFill>
                  <a:srgbClr val="1A1A1A"/>
                </a:solidFill>
              </a:rPr>
              <a:t>waechst</a:t>
            </a:r>
            <a:r>
              <a:rPr sz="1100" dirty="0">
                <a:solidFill>
                  <a:srgbClr val="1A1A1A"/>
                </a:solidFill>
              </a:rPr>
              <a:t> von 1 (</a:t>
            </a:r>
            <a:r>
              <a:rPr sz="1100" dirty="0" err="1">
                <a:solidFill>
                  <a:srgbClr val="1A1A1A"/>
                </a:solidFill>
              </a:rPr>
              <a:t>oben</a:t>
            </a:r>
            <a:r>
              <a:rPr sz="1100" dirty="0">
                <a:solidFill>
                  <a:srgbClr val="1A1A1A"/>
                </a:solidFill>
              </a:rPr>
              <a:t>) bis 6 (</a:t>
            </a:r>
            <a:r>
              <a:rPr sz="1100" dirty="0" err="1">
                <a:solidFill>
                  <a:srgbClr val="1A1A1A"/>
                </a:solidFill>
              </a:rPr>
              <a:t>unten</a:t>
            </a:r>
            <a:r>
              <a:rPr sz="1100" dirty="0">
                <a:solidFill>
                  <a:srgbClr val="1A1A1A"/>
                </a:solidFill>
              </a:rPr>
              <a:t>); </a:t>
            </a:r>
            <a:r>
              <a:rPr sz="1100" dirty="0" err="1">
                <a:solidFill>
                  <a:srgbClr val="1A1A1A"/>
                </a:solidFill>
              </a:rPr>
              <a:t>volle</a:t>
            </a:r>
            <a:r>
              <a:rPr sz="1100" dirty="0">
                <a:solidFill>
                  <a:srgbClr val="1A1A1A"/>
                </a:solidFill>
              </a:rPr>
              <a:t> </a:t>
            </a:r>
            <a:r>
              <a:rPr sz="1100" dirty="0" err="1">
                <a:solidFill>
                  <a:srgbClr val="1A1A1A"/>
                </a:solidFill>
              </a:rPr>
              <a:t>Reihen</a:t>
            </a:r>
            <a:r>
              <a:rPr sz="1100" dirty="0">
                <a:solidFill>
                  <a:srgbClr val="1A1A1A"/>
                </a:solidFill>
              </a:rPr>
              <a:t> </a:t>
            </a:r>
            <a:r>
              <a:rPr sz="1100" dirty="0" err="1">
                <a:solidFill>
                  <a:srgbClr val="1A1A1A"/>
                </a:solidFill>
              </a:rPr>
              <a:t>wandern</a:t>
            </a:r>
            <a:r>
              <a:rPr sz="1100" dirty="0">
                <a:solidFill>
                  <a:srgbClr val="1A1A1A"/>
                </a:solidFill>
              </a:rPr>
              <a:t> am </a:t>
            </a:r>
            <a:r>
              <a:rPr sz="1100" dirty="0" err="1">
                <a:solidFill>
                  <a:srgbClr val="1A1A1A"/>
                </a:solidFill>
              </a:rPr>
              <a:t>Rundenende</a:t>
            </a:r>
            <a:r>
              <a:rPr sz="1100" dirty="0">
                <a:solidFill>
                  <a:srgbClr val="1A1A1A"/>
                </a:solidFill>
              </a:rPr>
              <a:t> auf die </a:t>
            </a:r>
            <a:r>
              <a:rPr sz="1100" dirty="0" err="1">
                <a:solidFill>
                  <a:srgbClr val="1A1A1A"/>
                </a:solidFill>
              </a:rPr>
              <a:t>Kuppel</a:t>
            </a:r>
            <a:r>
              <a:rPr sz="1100" dirty="0">
                <a:solidFill>
                  <a:srgbClr val="1A1A1A"/>
                </a:solidFill>
              </a:rPr>
              <a:t>.</a:t>
            </a:r>
          </a:p>
          <a:p>
            <a:pPr>
              <a:spcAft>
                <a:spcPts val="400"/>
              </a:spcAft>
            </a:pPr>
            <a:r>
              <a:rPr sz="1100" b="1" dirty="0">
                <a:solidFill>
                  <a:srgbClr val="7A0D17"/>
                </a:solidFill>
              </a:rPr>
              <a:t>10  </a:t>
            </a:r>
            <a:r>
              <a:rPr sz="1100" dirty="0" err="1">
                <a:solidFill>
                  <a:srgbClr val="1A1A1A"/>
                </a:solidFill>
              </a:rPr>
              <a:t>Kuppel</a:t>
            </a:r>
            <a:r>
              <a:rPr sz="1100" dirty="0">
                <a:solidFill>
                  <a:srgbClr val="1A1A1A"/>
                </a:solidFill>
              </a:rPr>
              <a:t>-Raster -- Ziel der </a:t>
            </a:r>
            <a:r>
              <a:rPr sz="1100" dirty="0" err="1">
                <a:solidFill>
                  <a:srgbClr val="1A1A1A"/>
                </a:solidFill>
              </a:rPr>
              <a:t>vollen</a:t>
            </a:r>
            <a:r>
              <a:rPr sz="1100" dirty="0">
                <a:solidFill>
                  <a:srgbClr val="1A1A1A"/>
                </a:solidFill>
              </a:rPr>
              <a:t> </a:t>
            </a:r>
            <a:r>
              <a:rPr sz="1100" dirty="0" err="1">
                <a:solidFill>
                  <a:srgbClr val="1A1A1A"/>
                </a:solidFill>
              </a:rPr>
              <a:t>Musterreihen</a:t>
            </a:r>
            <a:r>
              <a:rPr sz="1100" dirty="0">
                <a:solidFill>
                  <a:srgbClr val="1A1A1A"/>
                </a:solidFill>
              </a:rPr>
              <a:t>. „+“ </a:t>
            </a:r>
            <a:r>
              <a:rPr sz="1100" dirty="0" err="1">
                <a:solidFill>
                  <a:srgbClr val="1A1A1A"/>
                </a:solidFill>
              </a:rPr>
              <a:t>markiert</a:t>
            </a:r>
            <a:r>
              <a:rPr sz="1100" dirty="0">
                <a:solidFill>
                  <a:srgbClr val="1A1A1A"/>
                </a:solidFill>
              </a:rPr>
              <a:t> </a:t>
            </a:r>
            <a:r>
              <a:rPr sz="1100" dirty="0" err="1">
                <a:solidFill>
                  <a:srgbClr val="1A1A1A"/>
                </a:solidFill>
              </a:rPr>
              <a:t>freie</a:t>
            </a:r>
            <a:r>
              <a:rPr sz="1100" dirty="0">
                <a:solidFill>
                  <a:srgbClr val="1A1A1A"/>
                </a:solidFill>
              </a:rPr>
              <a:t>, </a:t>
            </a:r>
            <a:r>
              <a:rPr sz="1100" dirty="0" err="1">
                <a:solidFill>
                  <a:srgbClr val="1A1A1A"/>
                </a:solidFill>
              </a:rPr>
              <a:t>noch</a:t>
            </a:r>
            <a:r>
              <a:rPr sz="1100" dirty="0">
                <a:solidFill>
                  <a:srgbClr val="1A1A1A"/>
                </a:solidFill>
              </a:rPr>
              <a:t> </a:t>
            </a:r>
            <a:r>
              <a:rPr sz="1100" dirty="0" err="1">
                <a:solidFill>
                  <a:srgbClr val="1A1A1A"/>
                </a:solidFill>
              </a:rPr>
              <a:t>unbelegte</a:t>
            </a:r>
            <a:r>
              <a:rPr sz="1100" dirty="0">
                <a:solidFill>
                  <a:srgbClr val="1A1A1A"/>
                </a:solidFill>
              </a:rPr>
              <a:t> Felder.</a:t>
            </a:r>
          </a:p>
          <a:p>
            <a:pPr>
              <a:spcAft>
                <a:spcPts val="400"/>
              </a:spcAft>
            </a:pPr>
            <a:r>
              <a:rPr sz="1100" b="1" dirty="0">
                <a:solidFill>
                  <a:srgbClr val="7A0D17"/>
                </a:solidFill>
              </a:rPr>
              <a:t>11  </a:t>
            </a:r>
            <a:r>
              <a:rPr sz="1100" dirty="0" err="1">
                <a:solidFill>
                  <a:srgbClr val="1A1A1A"/>
                </a:solidFill>
              </a:rPr>
              <a:t>Fabriken</a:t>
            </a:r>
            <a:r>
              <a:rPr sz="1100" dirty="0">
                <a:solidFill>
                  <a:srgbClr val="1A1A1A"/>
                </a:solidFill>
              </a:rPr>
              <a:t> -- </a:t>
            </a:r>
            <a:r>
              <a:rPr sz="1100" dirty="0" err="1">
                <a:solidFill>
                  <a:srgbClr val="1A1A1A"/>
                </a:solidFill>
              </a:rPr>
              <a:t>hier</a:t>
            </a:r>
            <a:r>
              <a:rPr sz="1100" dirty="0">
                <a:solidFill>
                  <a:srgbClr val="1A1A1A"/>
                </a:solidFill>
              </a:rPr>
              <a:t> in Phase 1 </a:t>
            </a:r>
            <a:r>
              <a:rPr sz="1100" dirty="0" err="1">
                <a:solidFill>
                  <a:srgbClr val="1A1A1A"/>
                </a:solidFill>
              </a:rPr>
              <a:t>Fliesen</a:t>
            </a:r>
            <a:r>
              <a:rPr sz="1100" dirty="0">
                <a:solidFill>
                  <a:srgbClr val="1A1A1A"/>
                </a:solidFill>
              </a:rPr>
              <a:t> </a:t>
            </a:r>
            <a:r>
              <a:rPr sz="1100" dirty="0" err="1">
                <a:solidFill>
                  <a:srgbClr val="1A1A1A"/>
                </a:solidFill>
              </a:rPr>
              <a:t>nehmen</a:t>
            </a:r>
            <a:r>
              <a:rPr sz="1100" dirty="0">
                <a:solidFill>
                  <a:srgbClr val="1A1A1A"/>
                </a:solidFill>
              </a:rPr>
              <a:t> (</a:t>
            </a:r>
            <a:r>
              <a:rPr sz="1100" dirty="0" err="1">
                <a:solidFill>
                  <a:srgbClr val="1A1A1A"/>
                </a:solidFill>
              </a:rPr>
              <a:t>Sonnenseite</a:t>
            </a:r>
            <a:r>
              <a:rPr sz="1100" dirty="0">
                <a:solidFill>
                  <a:srgbClr val="1A1A1A"/>
                </a:solidFill>
              </a:rPr>
              <a:t> </a:t>
            </a:r>
            <a:r>
              <a:rPr sz="1100" dirty="0" err="1">
                <a:solidFill>
                  <a:srgbClr val="1A1A1A"/>
                </a:solidFill>
              </a:rPr>
              <a:t>anklicken</a:t>
            </a:r>
            <a:r>
              <a:rPr sz="1100" dirty="0">
                <a:solidFill>
                  <a:srgbClr val="1A1A1A"/>
                </a:solidFill>
              </a:rPr>
              <a:t>). Schloss-Symbol = </a:t>
            </a:r>
            <a:r>
              <a:rPr sz="1100" dirty="0" err="1">
                <a:solidFill>
                  <a:srgbClr val="1A1A1A"/>
                </a:solidFill>
              </a:rPr>
              <a:t>Bonusplaettchen</a:t>
            </a:r>
            <a:r>
              <a:rPr sz="1100" dirty="0">
                <a:solidFill>
                  <a:srgbClr val="1A1A1A"/>
                </a:solidFill>
              </a:rPr>
              <a:t> der Fabrik </a:t>
            </a:r>
            <a:r>
              <a:rPr sz="1100" dirty="0" err="1">
                <a:solidFill>
                  <a:srgbClr val="1A1A1A"/>
                </a:solidFill>
              </a:rPr>
              <a:t>noch</a:t>
            </a:r>
            <a:r>
              <a:rPr sz="1100" dirty="0">
                <a:solidFill>
                  <a:srgbClr val="1A1A1A"/>
                </a:solidFill>
              </a:rPr>
              <a:t> </a:t>
            </a:r>
            <a:r>
              <a:rPr sz="1100" dirty="0" err="1">
                <a:solidFill>
                  <a:srgbClr val="1A1A1A"/>
                </a:solidFill>
              </a:rPr>
              <a:t>verdeckt</a:t>
            </a:r>
            <a:r>
              <a:rPr sz="1100" dirty="0">
                <a:solidFill>
                  <a:srgbClr val="1A1A1A"/>
                </a:solidFill>
              </a:rPr>
              <a:t>.</a:t>
            </a:r>
          </a:p>
          <a:p>
            <a:pPr>
              <a:spcAft>
                <a:spcPts val="400"/>
              </a:spcAft>
            </a:pPr>
            <a:r>
              <a:rPr sz="1100" b="1" dirty="0">
                <a:solidFill>
                  <a:srgbClr val="7A0D17"/>
                </a:solidFill>
              </a:rPr>
              <a:t>12  </a:t>
            </a:r>
            <a:r>
              <a:rPr sz="1100" dirty="0" err="1">
                <a:solidFill>
                  <a:srgbClr val="1A1A1A"/>
                </a:solidFill>
              </a:rPr>
              <a:t>Phasen-Anzeige</a:t>
            </a:r>
            <a:r>
              <a:rPr sz="1100" dirty="0">
                <a:solidFill>
                  <a:srgbClr val="1A1A1A"/>
                </a:solidFill>
              </a:rPr>
              <a:t> -- </a:t>
            </a:r>
            <a:r>
              <a:rPr sz="1100" dirty="0" err="1">
                <a:solidFill>
                  <a:srgbClr val="1A1A1A"/>
                </a:solidFill>
              </a:rPr>
              <a:t>zeigt</a:t>
            </a:r>
            <a:r>
              <a:rPr sz="1100" dirty="0">
                <a:solidFill>
                  <a:srgbClr val="1A1A1A"/>
                </a:solidFill>
              </a:rPr>
              <a:t> </a:t>
            </a:r>
            <a:r>
              <a:rPr sz="1100" dirty="0" err="1">
                <a:solidFill>
                  <a:srgbClr val="1A1A1A"/>
                </a:solidFill>
              </a:rPr>
              <a:t>aktuelle</a:t>
            </a:r>
            <a:r>
              <a:rPr sz="1100" dirty="0">
                <a:solidFill>
                  <a:srgbClr val="1A1A1A"/>
                </a:solidFill>
              </a:rPr>
              <a:t> Phase (Drafting/Tiling) und </a:t>
            </a:r>
            <a:r>
              <a:rPr sz="1100" dirty="0" err="1">
                <a:solidFill>
                  <a:srgbClr val="1A1A1A"/>
                </a:solidFill>
              </a:rPr>
              <a:t>wer</a:t>
            </a:r>
            <a:r>
              <a:rPr sz="1100" dirty="0">
                <a:solidFill>
                  <a:srgbClr val="1A1A1A"/>
                </a:solidFill>
              </a:rPr>
              <a:t> </a:t>
            </a:r>
            <a:r>
              <a:rPr sz="1100" dirty="0" err="1">
                <a:solidFill>
                  <a:srgbClr val="1A1A1A"/>
                </a:solidFill>
              </a:rPr>
              <a:t>gerade</a:t>
            </a:r>
            <a:r>
              <a:rPr sz="1100" dirty="0">
                <a:solidFill>
                  <a:srgbClr val="1A1A1A"/>
                </a:solidFill>
              </a:rPr>
              <a:t> am Zug </a:t>
            </a:r>
            <a:r>
              <a:rPr sz="1100" dirty="0" err="1">
                <a:solidFill>
                  <a:srgbClr val="1A1A1A"/>
                </a:solidFill>
              </a:rPr>
              <a:t>ist</a:t>
            </a:r>
            <a:r>
              <a:rPr sz="1100" dirty="0">
                <a:solidFill>
                  <a:srgbClr val="1A1A1A"/>
                </a:solidFill>
              </a:rPr>
              <a:t>.</a:t>
            </a:r>
          </a:p>
          <a:p>
            <a:pPr>
              <a:spcAft>
                <a:spcPts val="400"/>
              </a:spcAft>
            </a:pPr>
            <a:r>
              <a:rPr sz="1100" b="1" dirty="0">
                <a:solidFill>
                  <a:srgbClr val="7A0D17"/>
                </a:solidFill>
              </a:rPr>
              <a:t>13  </a:t>
            </a:r>
            <a:r>
              <a:rPr sz="1100" dirty="0">
                <a:solidFill>
                  <a:srgbClr val="1A1A1A"/>
                </a:solidFill>
              </a:rPr>
              <a:t>Beutel- und Turm-</a:t>
            </a:r>
            <a:r>
              <a:rPr sz="1100" dirty="0" err="1">
                <a:solidFill>
                  <a:srgbClr val="1A1A1A"/>
                </a:solidFill>
              </a:rPr>
              <a:t>Zaehler</a:t>
            </a:r>
            <a:r>
              <a:rPr sz="1100" dirty="0">
                <a:solidFill>
                  <a:srgbClr val="1A1A1A"/>
                </a:solidFill>
              </a:rPr>
              <a:t> -- </a:t>
            </a:r>
            <a:r>
              <a:rPr sz="1100" dirty="0" err="1">
                <a:solidFill>
                  <a:srgbClr val="1A1A1A"/>
                </a:solidFill>
              </a:rPr>
              <a:t>Fliesen</a:t>
            </a:r>
            <a:r>
              <a:rPr sz="1100" dirty="0">
                <a:solidFill>
                  <a:srgbClr val="1A1A1A"/>
                </a:solidFill>
              </a:rPr>
              <a:t> </a:t>
            </a:r>
            <a:r>
              <a:rPr sz="1100" dirty="0" err="1">
                <a:solidFill>
                  <a:srgbClr val="1A1A1A"/>
                </a:solidFill>
              </a:rPr>
              <a:t>im</a:t>
            </a:r>
            <a:r>
              <a:rPr sz="1100" dirty="0">
                <a:solidFill>
                  <a:srgbClr val="1A1A1A"/>
                </a:solidFill>
              </a:rPr>
              <a:t> </a:t>
            </a:r>
            <a:r>
              <a:rPr sz="1100" dirty="0" err="1">
                <a:solidFill>
                  <a:srgbClr val="1A1A1A"/>
                </a:solidFill>
              </a:rPr>
              <a:t>Vorrat</a:t>
            </a:r>
            <a:r>
              <a:rPr sz="1100" dirty="0">
                <a:solidFill>
                  <a:srgbClr val="1A1A1A"/>
                </a:solidFill>
              </a:rPr>
              <a:t> </a:t>
            </a:r>
            <a:r>
              <a:rPr sz="1100" dirty="0" err="1">
                <a:solidFill>
                  <a:srgbClr val="1A1A1A"/>
                </a:solidFill>
              </a:rPr>
              <a:t>bzw</a:t>
            </a:r>
            <a:r>
              <a:rPr sz="1100" dirty="0">
                <a:solidFill>
                  <a:srgbClr val="1A1A1A"/>
                </a:solidFill>
              </a:rPr>
              <a:t>. </a:t>
            </a:r>
            <a:r>
              <a:rPr sz="1100" dirty="0" err="1">
                <a:solidFill>
                  <a:srgbClr val="1A1A1A"/>
                </a:solidFill>
              </a:rPr>
              <a:t>im</a:t>
            </a:r>
            <a:r>
              <a:rPr sz="1100" dirty="0">
                <a:solidFill>
                  <a:srgbClr val="1A1A1A"/>
                </a:solidFill>
              </a:rPr>
              <a:t> </a:t>
            </a:r>
            <a:r>
              <a:rPr sz="1100" dirty="0" err="1">
                <a:solidFill>
                  <a:srgbClr val="1A1A1A"/>
                </a:solidFill>
              </a:rPr>
              <a:t>Abwurf</a:t>
            </a:r>
            <a:r>
              <a:rPr sz="1100" dirty="0">
                <a:solidFill>
                  <a:srgbClr val="1A1A1A"/>
                </a:solidFill>
              </a:rPr>
              <a:t>-Turm.</a:t>
            </a:r>
          </a:p>
          <a:p>
            <a:pPr>
              <a:spcAft>
                <a:spcPts val="400"/>
              </a:spcAft>
            </a:pPr>
            <a:r>
              <a:rPr sz="1100" b="1" dirty="0">
                <a:solidFill>
                  <a:srgbClr val="7A0D17"/>
                </a:solidFill>
              </a:rPr>
              <a:t>14  </a:t>
            </a:r>
            <a:r>
              <a:rPr sz="1100" dirty="0" err="1">
                <a:solidFill>
                  <a:srgbClr val="1A1A1A"/>
                </a:solidFill>
              </a:rPr>
              <a:t>Auslage</a:t>
            </a:r>
            <a:r>
              <a:rPr sz="1100" dirty="0">
                <a:solidFill>
                  <a:srgbClr val="1A1A1A"/>
                </a:solidFill>
              </a:rPr>
              <a:t> -- </a:t>
            </a:r>
            <a:r>
              <a:rPr sz="1100" dirty="0" err="1">
                <a:solidFill>
                  <a:srgbClr val="1A1A1A"/>
                </a:solidFill>
              </a:rPr>
              <a:t>freie</a:t>
            </a:r>
            <a:r>
              <a:rPr sz="1100" dirty="0">
                <a:solidFill>
                  <a:srgbClr val="1A1A1A"/>
                </a:solidFill>
              </a:rPr>
              <a:t> </a:t>
            </a:r>
            <a:r>
              <a:rPr sz="1100" dirty="0" err="1">
                <a:solidFill>
                  <a:srgbClr val="1A1A1A"/>
                </a:solidFill>
              </a:rPr>
              <a:t>Kuppelplatten</a:t>
            </a:r>
            <a:r>
              <a:rPr sz="1100" dirty="0">
                <a:solidFill>
                  <a:srgbClr val="1A1A1A"/>
                </a:solidFill>
              </a:rPr>
              <a:t> </a:t>
            </a:r>
            <a:r>
              <a:rPr sz="1100" dirty="0" err="1">
                <a:solidFill>
                  <a:srgbClr val="1A1A1A"/>
                </a:solidFill>
              </a:rPr>
              <a:t>zum</a:t>
            </a:r>
            <a:r>
              <a:rPr sz="1100" dirty="0">
                <a:solidFill>
                  <a:srgbClr val="1A1A1A"/>
                </a:solidFill>
              </a:rPr>
              <a:t> </a:t>
            </a:r>
            <a:r>
              <a:rPr sz="1100" dirty="0" err="1">
                <a:solidFill>
                  <a:srgbClr val="1A1A1A"/>
                </a:solidFill>
              </a:rPr>
              <a:t>Nehmen</a:t>
            </a:r>
            <a:r>
              <a:rPr sz="1100" dirty="0">
                <a:solidFill>
                  <a:srgbClr val="1A1A1A"/>
                </a:solidFill>
              </a:rPr>
              <a:t> (Aktion A); </a:t>
            </a:r>
            <a:r>
              <a:rPr sz="1100" dirty="0" err="1">
                <a:solidFill>
                  <a:srgbClr val="1A1A1A"/>
                </a:solidFill>
              </a:rPr>
              <a:t>darunter</a:t>
            </a:r>
            <a:r>
              <a:rPr sz="1100" dirty="0">
                <a:solidFill>
                  <a:srgbClr val="1A1A1A"/>
                </a:solidFill>
              </a:rPr>
              <a:t> „</a:t>
            </a:r>
            <a:r>
              <a:rPr sz="1100" dirty="0" err="1">
                <a:solidFill>
                  <a:srgbClr val="1A1A1A"/>
                </a:solidFill>
              </a:rPr>
              <a:t>Ziehen</a:t>
            </a:r>
            <a:r>
              <a:rPr sz="1100" dirty="0">
                <a:solidFill>
                  <a:srgbClr val="1A1A1A"/>
                </a:solidFill>
              </a:rPr>
              <a:t> (-1 Pkt/Karte)“ </a:t>
            </a:r>
            <a:r>
              <a:rPr sz="1100" dirty="0" err="1">
                <a:solidFill>
                  <a:srgbClr val="1A1A1A"/>
                </a:solidFill>
              </a:rPr>
              <a:t>fuer</a:t>
            </a:r>
            <a:r>
              <a:rPr sz="1100" dirty="0">
                <a:solidFill>
                  <a:srgbClr val="1A1A1A"/>
                </a:solidFill>
              </a:rPr>
              <a:t> </a:t>
            </a:r>
            <a:r>
              <a:rPr sz="1100" dirty="0" err="1">
                <a:solidFill>
                  <a:srgbClr val="1A1A1A"/>
                </a:solidFill>
              </a:rPr>
              <a:t>eine</a:t>
            </a:r>
            <a:r>
              <a:rPr sz="1100" dirty="0">
                <a:solidFill>
                  <a:srgbClr val="1A1A1A"/>
                </a:solidFill>
              </a:rPr>
              <a:t> </a:t>
            </a:r>
            <a:r>
              <a:rPr sz="1100" dirty="0" err="1">
                <a:solidFill>
                  <a:srgbClr val="1A1A1A"/>
                </a:solidFill>
              </a:rPr>
              <a:t>verdeckte</a:t>
            </a:r>
            <a:r>
              <a:rPr sz="1100" dirty="0">
                <a:solidFill>
                  <a:srgbClr val="1A1A1A"/>
                </a:solidFill>
              </a:rPr>
              <a:t> Platte </a:t>
            </a:r>
            <a:r>
              <a:rPr sz="1100" dirty="0" err="1">
                <a:solidFill>
                  <a:srgbClr val="1A1A1A"/>
                </a:solidFill>
              </a:rPr>
              <a:t>vom</a:t>
            </a:r>
            <a:r>
              <a:rPr sz="1100" dirty="0">
                <a:solidFill>
                  <a:srgbClr val="1A1A1A"/>
                </a:solidFill>
              </a:rPr>
              <a:t> Stapel.</a:t>
            </a:r>
          </a:p>
          <a:p>
            <a:pPr>
              <a:spcAft>
                <a:spcPts val="400"/>
              </a:spcAft>
            </a:pPr>
            <a:r>
              <a:rPr sz="1100" b="1" dirty="0">
                <a:solidFill>
                  <a:srgbClr val="7A0D17"/>
                </a:solidFill>
              </a:rPr>
              <a:t>15  </a:t>
            </a:r>
            <a:r>
              <a:rPr sz="1100" dirty="0">
                <a:solidFill>
                  <a:srgbClr val="1A1A1A"/>
                </a:solidFill>
              </a:rPr>
              <a:t>Log-Dropdown -- </a:t>
            </a:r>
            <a:r>
              <a:rPr sz="1100" dirty="0" err="1">
                <a:solidFill>
                  <a:srgbClr val="1A1A1A"/>
                </a:solidFill>
              </a:rPr>
              <a:t>zum</a:t>
            </a:r>
            <a:r>
              <a:rPr sz="1100" dirty="0">
                <a:solidFill>
                  <a:srgbClr val="1A1A1A"/>
                </a:solidFill>
              </a:rPr>
              <a:t> </a:t>
            </a:r>
            <a:r>
              <a:rPr sz="1100" dirty="0" err="1">
                <a:solidFill>
                  <a:srgbClr val="1A1A1A"/>
                </a:solidFill>
              </a:rPr>
              <a:t>Aufklappen</a:t>
            </a:r>
            <a:r>
              <a:rPr sz="1100" dirty="0">
                <a:solidFill>
                  <a:srgbClr val="1A1A1A"/>
                </a:solidFill>
              </a:rPr>
              <a:t> </a:t>
            </a:r>
            <a:r>
              <a:rPr sz="1100" dirty="0" err="1">
                <a:solidFill>
                  <a:srgbClr val="1A1A1A"/>
                </a:solidFill>
              </a:rPr>
              <a:t>anklicken</a:t>
            </a:r>
            <a:r>
              <a:rPr sz="1100" dirty="0">
                <a:solidFill>
                  <a:srgbClr val="1A1A1A"/>
                </a:solidFill>
              </a:rPr>
              <a:t>, </a:t>
            </a:r>
            <a:r>
              <a:rPr sz="1100" dirty="0" err="1">
                <a:solidFill>
                  <a:srgbClr val="1A1A1A"/>
                </a:solidFill>
              </a:rPr>
              <a:t>zeigt</a:t>
            </a:r>
            <a:r>
              <a:rPr sz="1100" dirty="0">
                <a:solidFill>
                  <a:srgbClr val="1A1A1A"/>
                </a:solidFill>
              </a:rPr>
              <a:t> den </a:t>
            </a:r>
            <a:r>
              <a:rPr sz="1100" dirty="0" err="1">
                <a:solidFill>
                  <a:srgbClr val="1A1A1A"/>
                </a:solidFill>
              </a:rPr>
              <a:t>bisherigen</a:t>
            </a:r>
            <a:r>
              <a:rPr sz="1100" dirty="0">
                <a:solidFill>
                  <a:srgbClr val="1A1A1A"/>
                </a:solidFill>
              </a:rPr>
              <a:t> </a:t>
            </a:r>
            <a:r>
              <a:rPr sz="1100" dirty="0" err="1">
                <a:solidFill>
                  <a:srgbClr val="1A1A1A"/>
                </a:solidFill>
              </a:rPr>
              <a:t>Spielverlauf</a:t>
            </a:r>
            <a:r>
              <a:rPr sz="1100" dirty="0">
                <a:solidFill>
                  <a:srgbClr val="1A1A1A"/>
                </a:solidFill>
              </a:rPr>
              <a:t>.</a:t>
            </a:r>
          </a:p>
          <a:p>
            <a:pPr>
              <a:spcAft>
                <a:spcPts val="400"/>
              </a:spcAft>
            </a:pPr>
            <a:r>
              <a:rPr sz="1100" b="1" dirty="0">
                <a:solidFill>
                  <a:srgbClr val="7A0D17"/>
                </a:solidFill>
              </a:rPr>
              <a:t>16  </a:t>
            </a:r>
            <a:r>
              <a:rPr sz="1100" dirty="0">
                <a:solidFill>
                  <a:srgbClr val="1A1A1A"/>
                </a:solidFill>
              </a:rPr>
              <a:t>„</a:t>
            </a:r>
            <a:r>
              <a:rPr sz="1100" dirty="0" err="1">
                <a:solidFill>
                  <a:srgbClr val="1A1A1A"/>
                </a:solidFill>
              </a:rPr>
              <a:t>Gueltige</a:t>
            </a:r>
            <a:r>
              <a:rPr sz="1100" dirty="0">
                <a:solidFill>
                  <a:srgbClr val="1A1A1A"/>
                </a:solidFill>
              </a:rPr>
              <a:t> Zuege“-Dropdown -- </a:t>
            </a:r>
            <a:r>
              <a:rPr sz="1100" dirty="0" err="1">
                <a:solidFill>
                  <a:srgbClr val="1A1A1A"/>
                </a:solidFill>
              </a:rPr>
              <a:t>zum</a:t>
            </a:r>
            <a:r>
              <a:rPr sz="1100" dirty="0">
                <a:solidFill>
                  <a:srgbClr val="1A1A1A"/>
                </a:solidFill>
              </a:rPr>
              <a:t> </a:t>
            </a:r>
            <a:r>
              <a:rPr sz="1100" dirty="0" err="1">
                <a:solidFill>
                  <a:srgbClr val="1A1A1A"/>
                </a:solidFill>
              </a:rPr>
              <a:t>Aufklappen</a:t>
            </a:r>
            <a:r>
              <a:rPr sz="1100" dirty="0">
                <a:solidFill>
                  <a:srgbClr val="1A1A1A"/>
                </a:solidFill>
              </a:rPr>
              <a:t> </a:t>
            </a:r>
            <a:r>
              <a:rPr sz="1100" dirty="0" err="1">
                <a:solidFill>
                  <a:srgbClr val="1A1A1A"/>
                </a:solidFill>
              </a:rPr>
              <a:t>anklicken</a:t>
            </a:r>
            <a:r>
              <a:rPr sz="1100" dirty="0">
                <a:solidFill>
                  <a:srgbClr val="1A1A1A"/>
                </a:solidFill>
              </a:rPr>
              <a:t>, </a:t>
            </a:r>
            <a:r>
              <a:rPr sz="1100" dirty="0" err="1">
                <a:solidFill>
                  <a:srgbClr val="1A1A1A"/>
                </a:solidFill>
              </a:rPr>
              <a:t>listet</a:t>
            </a:r>
            <a:r>
              <a:rPr sz="1100" dirty="0">
                <a:solidFill>
                  <a:srgbClr val="1A1A1A"/>
                </a:solidFill>
              </a:rPr>
              <a:t> alle </a:t>
            </a:r>
            <a:r>
              <a:rPr sz="1100" dirty="0" err="1">
                <a:solidFill>
                  <a:srgbClr val="1A1A1A"/>
                </a:solidFill>
              </a:rPr>
              <a:t>aktuell</a:t>
            </a:r>
            <a:r>
              <a:rPr sz="1100" dirty="0">
                <a:solidFill>
                  <a:srgbClr val="1A1A1A"/>
                </a:solidFill>
              </a:rPr>
              <a:t> </a:t>
            </a:r>
            <a:r>
              <a:rPr sz="1100" dirty="0" err="1">
                <a:solidFill>
                  <a:srgbClr val="1A1A1A"/>
                </a:solidFill>
              </a:rPr>
              <a:t>erlaubten</a:t>
            </a:r>
            <a:r>
              <a:rPr sz="1100" dirty="0">
                <a:solidFill>
                  <a:srgbClr val="1A1A1A"/>
                </a:solidFill>
              </a:rPr>
              <a:t> </a:t>
            </a:r>
            <a:r>
              <a:rPr sz="1100" dirty="0" err="1">
                <a:solidFill>
                  <a:srgbClr val="1A1A1A"/>
                </a:solidFill>
              </a:rPr>
              <a:t>Aktionen</a:t>
            </a:r>
            <a:r>
              <a:rPr sz="1100" dirty="0">
                <a:solidFill>
                  <a:srgbClr val="1A1A1A"/>
                </a:solidFill>
              </a:rPr>
              <a:t> auf.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ntegral">
  <a:themeElements>
    <a:clrScheme name="Integral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B9F25"/>
      </a:hlink>
      <a:folHlink>
        <a:srgbClr val="B26B02"/>
      </a:folHlink>
    </a:clrScheme>
    <a:fontScheme name="Integral">
      <a:majorFont>
        <a:latin typeface="Tw Cen MT Condensed" panose="020B06060201040202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Integral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  <a:shade val="74000"/>
                <a:satMod val="230000"/>
              </a:schemeClr>
              <a:schemeClr val="phClr">
                <a:tint val="92000"/>
                <a:shade val="69000"/>
                <a:satMod val="250000"/>
              </a:schemeClr>
            </a:duotone>
          </a:blip>
          <a:tile tx="0" ty="0" sx="40000" sy="4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tegral" id="{3577F8C9-A904-41D8-97D2-FD898F53F20E}" vid="{682D6EBE-8D36-4FF2-9DB3-F3D8D7B6715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TM02900720[[fn=Integral]]</Template>
  <TotalTime>0</TotalTime>
  <Words>1055</Words>
  <Application>Microsoft Office PowerPoint</Application>
  <PresentationFormat>Benutzerdefiniert</PresentationFormat>
  <Paragraphs>154</Paragraphs>
  <Slides>12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12</vt:i4>
      </vt:variant>
    </vt:vector>
  </HeadingPairs>
  <TitlesOfParts>
    <vt:vector size="16" baseType="lpstr">
      <vt:lpstr>Tw Cen MT</vt:lpstr>
      <vt:lpstr>Tw Cen MT Condensed</vt:lpstr>
      <vt:lpstr>Wingdings 3</vt:lpstr>
      <vt:lpstr>Integral</vt:lpstr>
      <vt:lpstr>Mosaic-AI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Patrick Chromy</cp:lastModifiedBy>
  <cp:revision>10</cp:revision>
  <dcterms:created xsi:type="dcterms:W3CDTF">2013-01-27T09:14:16Z</dcterms:created>
  <dcterms:modified xsi:type="dcterms:W3CDTF">2026-08-05T21:56:59Z</dcterms:modified>
  <cp:category/>
</cp:coreProperties>
</file>