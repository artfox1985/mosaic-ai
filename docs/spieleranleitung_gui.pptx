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61" r:id="rId3"/>
    <p:sldId id="260" r:id="rId4"/>
    <p:sldId id="262" r:id="rId5"/>
    <p:sldId id="263" r:id="rId6"/>
    <p:sldId id="264" r:id="rId7"/>
    <p:sldId id="265" r:id="rId8"/>
    <p:sldId id="267" r:id="rId9"/>
    <p:sldId id="266" r:id="rId10"/>
    <p:sldId id="258" r:id="rId11"/>
    <p:sldId id="268" r:id="rId12"/>
    <p:sldId id="257" r:id="rId13"/>
  </p:sldIdLst>
  <p:sldSz cx="13158788" cy="98694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5521" autoAdjust="0"/>
  </p:normalViewPr>
  <p:slideViewPr>
    <p:cSldViewPr snapToGrid="0" snapToObjects="1">
      <p:cViewPr varScale="1">
        <p:scale>
          <a:sx n="74" d="100"/>
          <a:sy n="74" d="100"/>
        </p:scale>
        <p:origin x="1728" y="72"/>
      </p:cViewPr>
      <p:guideLst>
        <p:guide orient="horz" pos="2160"/>
        <p:guide pos="31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1"/>
            <a:ext cx="13158788" cy="657966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6853" y="1"/>
            <a:ext cx="13151937" cy="6579660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3455" y="7138234"/>
            <a:ext cx="8388727" cy="2105491"/>
          </a:xfrm>
        </p:spPr>
        <p:txBody>
          <a:bodyPr anchor="ctr">
            <a:normAutofit/>
          </a:bodyPr>
          <a:lstStyle>
            <a:lvl1pPr algn="r">
              <a:defRPr sz="6332" spc="288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293394" y="7138234"/>
            <a:ext cx="3454182" cy="2105491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303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657957" indent="0" algn="ctr">
              <a:buNone/>
              <a:defRPr sz="2303"/>
            </a:lvl2pPr>
            <a:lvl3pPr marL="1315913" indent="0" algn="ctr">
              <a:buNone/>
              <a:defRPr sz="2303"/>
            </a:lvl3pPr>
            <a:lvl4pPr marL="1973870" indent="0" algn="ctr">
              <a:buNone/>
              <a:defRPr sz="2303"/>
            </a:lvl4pPr>
            <a:lvl5pPr marL="2631826" indent="0" algn="ctr">
              <a:buNone/>
              <a:defRPr sz="2303"/>
            </a:lvl5pPr>
            <a:lvl6pPr marL="3289783" indent="0" algn="ctr">
              <a:buNone/>
              <a:defRPr sz="2303"/>
            </a:lvl6pPr>
            <a:lvl7pPr marL="3947739" indent="0" algn="ctr">
              <a:buNone/>
              <a:defRPr sz="2303"/>
            </a:lvl7pPr>
            <a:lvl8pPr marL="4605696" indent="0" algn="ctr">
              <a:buNone/>
              <a:defRPr sz="2303"/>
            </a:lvl8pPr>
            <a:lvl9pPr marL="5263652" indent="0" algn="ctr">
              <a:buNone/>
              <a:defRPr sz="2303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9051893" y="7575682"/>
            <a:ext cx="0" cy="1315932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51810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150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1"/>
            <a:ext cx="13158788" cy="6579660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6853" y="1"/>
            <a:ext cx="13151937" cy="6579660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3455" y="7138234"/>
            <a:ext cx="8388727" cy="2105491"/>
          </a:xfrm>
        </p:spPr>
        <p:txBody>
          <a:bodyPr anchor="ctr">
            <a:normAutofit/>
          </a:bodyPr>
          <a:lstStyle>
            <a:lvl1pPr algn="r">
              <a:defRPr sz="6332" b="0" spc="288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93394" y="7138234"/>
            <a:ext cx="3454182" cy="2105491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303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657957" indent="0">
              <a:buNone/>
              <a:defRPr sz="2303">
                <a:solidFill>
                  <a:schemeClr val="tx1">
                    <a:tint val="75000"/>
                  </a:schemeClr>
                </a:solidFill>
              </a:defRPr>
            </a:lvl2pPr>
            <a:lvl3pPr marL="1315913" indent="0">
              <a:buNone/>
              <a:defRPr sz="2303">
                <a:solidFill>
                  <a:schemeClr val="tx1">
                    <a:tint val="75000"/>
                  </a:schemeClr>
                </a:solidFill>
              </a:defRPr>
            </a:lvl3pPr>
            <a:lvl4pPr marL="1973870" indent="0">
              <a:buNone/>
              <a:defRPr sz="2015">
                <a:solidFill>
                  <a:schemeClr val="tx1">
                    <a:tint val="75000"/>
                  </a:schemeClr>
                </a:solidFill>
              </a:defRPr>
            </a:lvl4pPr>
            <a:lvl5pPr marL="2631826" indent="0">
              <a:buNone/>
              <a:defRPr sz="2015">
                <a:solidFill>
                  <a:schemeClr val="tx1">
                    <a:tint val="75000"/>
                  </a:schemeClr>
                </a:solidFill>
              </a:defRPr>
            </a:lvl5pPr>
            <a:lvl6pPr marL="3289783" indent="0">
              <a:buNone/>
              <a:defRPr sz="2015">
                <a:solidFill>
                  <a:schemeClr val="tx1">
                    <a:tint val="75000"/>
                  </a:schemeClr>
                </a:solidFill>
              </a:defRPr>
            </a:lvl6pPr>
            <a:lvl7pPr marL="3947739" indent="0">
              <a:buNone/>
              <a:defRPr sz="2015">
                <a:solidFill>
                  <a:schemeClr val="tx1">
                    <a:tint val="75000"/>
                  </a:schemeClr>
                </a:solidFill>
              </a:defRPr>
            </a:lvl7pPr>
            <a:lvl8pPr marL="4605696" indent="0">
              <a:buNone/>
              <a:defRPr sz="2015">
                <a:solidFill>
                  <a:schemeClr val="tx1">
                    <a:tint val="75000"/>
                  </a:schemeClr>
                </a:solidFill>
              </a:defRPr>
            </a:lvl8pPr>
            <a:lvl9pPr marL="5263652" indent="0">
              <a:buNone/>
              <a:defRPr sz="201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9051893" y="7575682"/>
            <a:ext cx="0" cy="1315932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8811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5338" y="842196"/>
            <a:ext cx="10490844" cy="215812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5338" y="3289829"/>
            <a:ext cx="5131927" cy="57901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64255" y="3289829"/>
            <a:ext cx="5131927" cy="57901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153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105338" y="842196"/>
            <a:ext cx="10490844" cy="215812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5338" y="3136759"/>
            <a:ext cx="5131927" cy="1184339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3166" b="0" cap="none" baseline="0">
                <a:solidFill>
                  <a:schemeClr val="accent1"/>
                </a:solidFill>
                <a:latin typeface="+mn-lt"/>
              </a:defRPr>
            </a:lvl1pPr>
            <a:lvl2pPr marL="657957" indent="0">
              <a:buNone/>
              <a:defRPr sz="2878" b="1"/>
            </a:lvl2pPr>
            <a:lvl3pPr marL="1315913" indent="0">
              <a:buNone/>
              <a:defRPr sz="2590" b="1"/>
            </a:lvl3pPr>
            <a:lvl4pPr marL="1973870" indent="0">
              <a:buNone/>
              <a:defRPr sz="2303" b="1"/>
            </a:lvl4pPr>
            <a:lvl5pPr marL="2631826" indent="0">
              <a:buNone/>
              <a:defRPr sz="2303" b="1"/>
            </a:lvl5pPr>
            <a:lvl6pPr marL="3289783" indent="0">
              <a:buNone/>
              <a:defRPr sz="2303" b="1"/>
            </a:lvl6pPr>
            <a:lvl7pPr marL="3947739" indent="0">
              <a:buNone/>
              <a:defRPr sz="2303" b="1"/>
            </a:lvl7pPr>
            <a:lvl8pPr marL="4605696" indent="0">
              <a:buNone/>
              <a:defRPr sz="2303" b="1"/>
            </a:lvl8pPr>
            <a:lvl9pPr marL="5263652" indent="0">
              <a:buNone/>
              <a:defRPr sz="2303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5338" y="4271004"/>
            <a:ext cx="5131927" cy="48089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64255" y="3136759"/>
            <a:ext cx="5131927" cy="1184339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3166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57957" indent="0">
              <a:buNone/>
              <a:defRPr sz="2878" b="1"/>
            </a:lvl2pPr>
            <a:lvl3pPr marL="1315913" indent="0">
              <a:buNone/>
              <a:defRPr sz="2590" b="1"/>
            </a:lvl3pPr>
            <a:lvl4pPr marL="1973870" indent="0">
              <a:buNone/>
              <a:defRPr sz="2303" b="1"/>
            </a:lvl4pPr>
            <a:lvl5pPr marL="2631826" indent="0">
              <a:buNone/>
              <a:defRPr sz="2303" b="1"/>
            </a:lvl5pPr>
            <a:lvl6pPr marL="3289783" indent="0">
              <a:buNone/>
              <a:defRPr sz="2303" b="1"/>
            </a:lvl6pPr>
            <a:lvl7pPr marL="3947739" indent="0">
              <a:buNone/>
              <a:defRPr sz="2303" b="1"/>
            </a:lvl7pPr>
            <a:lvl8pPr marL="4605696" indent="0">
              <a:buNone/>
              <a:defRPr sz="2303" b="1"/>
            </a:lvl8pPr>
            <a:lvl9pPr marL="5263652" indent="0">
              <a:buNone/>
              <a:defRPr sz="2303" b="1"/>
            </a:lvl9pPr>
          </a:lstStyle>
          <a:p>
            <a:pPr marL="0" lvl="0" indent="0" algn="l" defTabSz="1315913" rtl="0" eaLnBrk="1" latinLnBrk="0" hangingPunct="1">
              <a:lnSpc>
                <a:spcPct val="90000"/>
              </a:lnSpc>
              <a:spcBef>
                <a:spcPts val="259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64255" y="4271004"/>
            <a:ext cx="5131927" cy="48089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57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621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986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05338" y="678558"/>
            <a:ext cx="4737164" cy="250027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518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68182" y="1184339"/>
            <a:ext cx="6128706" cy="7461333"/>
          </a:xfrm>
        </p:spPr>
        <p:txBody>
          <a:bodyPr>
            <a:normAutofit/>
          </a:bodyPr>
          <a:lstStyle>
            <a:lvl1pPr>
              <a:defRPr sz="2878"/>
            </a:lvl1pPr>
            <a:lvl2pPr>
              <a:defRPr sz="2303"/>
            </a:lvl2pPr>
            <a:lvl3pPr>
              <a:defRPr sz="1727"/>
            </a:lvl3pPr>
            <a:lvl4pPr>
              <a:defRPr sz="1727"/>
            </a:lvl4pPr>
            <a:lvl5pPr>
              <a:defRPr sz="1727"/>
            </a:lvl5pPr>
            <a:lvl6pPr>
              <a:defRPr sz="1727"/>
            </a:lvl6pPr>
            <a:lvl7pPr>
              <a:defRPr sz="1727"/>
            </a:lvl7pPr>
            <a:lvl8pPr>
              <a:defRPr sz="1727"/>
            </a:lvl8pPr>
            <a:lvl9pPr>
              <a:defRPr sz="172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5338" y="3248823"/>
            <a:ext cx="4737164" cy="54143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863"/>
              </a:spcBef>
              <a:buNone/>
              <a:defRPr sz="2303"/>
            </a:lvl1pPr>
            <a:lvl2pPr marL="657957" indent="0">
              <a:buNone/>
              <a:defRPr sz="1727"/>
            </a:lvl2pPr>
            <a:lvl3pPr marL="1315913" indent="0">
              <a:buNone/>
              <a:defRPr sz="1439"/>
            </a:lvl3pPr>
            <a:lvl4pPr marL="1973870" indent="0">
              <a:buNone/>
              <a:defRPr sz="1295"/>
            </a:lvl4pPr>
            <a:lvl5pPr marL="2631826" indent="0">
              <a:buNone/>
              <a:defRPr sz="1295"/>
            </a:lvl5pPr>
            <a:lvl6pPr marL="3289783" indent="0">
              <a:buNone/>
              <a:defRPr sz="1295"/>
            </a:lvl6pPr>
            <a:lvl7pPr marL="3947739" indent="0">
              <a:buNone/>
              <a:defRPr sz="1295"/>
            </a:lvl7pPr>
            <a:lvl8pPr marL="4605696" indent="0">
              <a:buNone/>
              <a:defRPr sz="1295"/>
            </a:lvl8pPr>
            <a:lvl9pPr marL="5263652" indent="0">
              <a:buNone/>
              <a:defRPr sz="129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014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3455" y="7138236"/>
            <a:ext cx="8388727" cy="2105491"/>
          </a:xfrm>
        </p:spPr>
        <p:txBody>
          <a:bodyPr anchor="ctr">
            <a:normAutofit/>
          </a:bodyPr>
          <a:lstStyle>
            <a:lvl1pPr algn="r">
              <a:defRPr sz="6332" spc="288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2"/>
            <a:ext cx="13155498" cy="6579659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3454"/>
            </a:lvl1pPr>
            <a:lvl2pPr marL="493467" indent="0">
              <a:buNone/>
              <a:defRPr sz="3022"/>
            </a:lvl2pPr>
            <a:lvl3pPr marL="986935" indent="0">
              <a:buNone/>
              <a:defRPr sz="2590"/>
            </a:lvl3pPr>
            <a:lvl4pPr marL="1480402" indent="0">
              <a:buNone/>
              <a:defRPr sz="2159"/>
            </a:lvl4pPr>
            <a:lvl5pPr marL="1973870" indent="0">
              <a:buNone/>
              <a:defRPr sz="2159"/>
            </a:lvl5pPr>
            <a:lvl6pPr marL="2467337" indent="0">
              <a:buNone/>
              <a:defRPr sz="2159"/>
            </a:lvl6pPr>
            <a:lvl7pPr marL="2960804" indent="0">
              <a:buNone/>
              <a:defRPr sz="2159"/>
            </a:lvl7pPr>
            <a:lvl8pPr marL="3454272" indent="0">
              <a:buNone/>
              <a:defRPr sz="2159"/>
            </a:lvl8pPr>
            <a:lvl9pPr marL="3947739" indent="0">
              <a:buNone/>
              <a:defRPr sz="2159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3394" y="7138236"/>
            <a:ext cx="3454182" cy="2105491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303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93467" indent="0">
              <a:buNone/>
              <a:defRPr sz="1511"/>
            </a:lvl2pPr>
            <a:lvl3pPr marL="986935" indent="0">
              <a:buNone/>
              <a:defRPr sz="1295"/>
            </a:lvl3pPr>
            <a:lvl4pPr marL="1480402" indent="0">
              <a:buNone/>
              <a:defRPr sz="1079"/>
            </a:lvl4pPr>
            <a:lvl5pPr marL="1973870" indent="0">
              <a:buNone/>
              <a:defRPr sz="1079"/>
            </a:lvl5pPr>
            <a:lvl6pPr marL="2467337" indent="0">
              <a:buNone/>
              <a:defRPr sz="1079"/>
            </a:lvl6pPr>
            <a:lvl7pPr marL="2960804" indent="0">
              <a:buNone/>
              <a:defRPr sz="1079"/>
            </a:lvl7pPr>
            <a:lvl8pPr marL="3454272" indent="0">
              <a:buNone/>
              <a:defRPr sz="1079"/>
            </a:lvl8pPr>
            <a:lvl9pPr marL="3947739" indent="0">
              <a:buNone/>
              <a:defRPr sz="107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9051893" y="7575682"/>
            <a:ext cx="0" cy="1315932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2329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2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16760" y="1096610"/>
            <a:ext cx="2837364" cy="7785929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9154" y="1096610"/>
            <a:ext cx="8183121" cy="778592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856000" y="249798"/>
            <a:ext cx="0" cy="986909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8252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5338" y="842196"/>
            <a:ext cx="10490844" cy="21581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5339" y="3289829"/>
            <a:ext cx="10490845" cy="579010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5340" y="9312122"/>
            <a:ext cx="2324960" cy="3947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39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26963" y="9312122"/>
            <a:ext cx="6369426" cy="3947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39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96701" y="9312122"/>
            <a:ext cx="1050875" cy="3947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39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822424" y="1189180"/>
            <a:ext cx="0" cy="1315932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5434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315913" rtl="0" eaLnBrk="1" latinLnBrk="0" hangingPunct="1">
        <a:lnSpc>
          <a:spcPct val="80000"/>
        </a:lnSpc>
        <a:spcBef>
          <a:spcPct val="0"/>
        </a:spcBef>
        <a:buNone/>
        <a:defRPr sz="6332" kern="1200" cap="all" spc="144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131591" indent="-131591" algn="l" defTabSz="1315913" rtl="0" eaLnBrk="1" latinLnBrk="0" hangingPunct="1">
        <a:lnSpc>
          <a:spcPct val="90000"/>
        </a:lnSpc>
        <a:spcBef>
          <a:spcPts val="1727"/>
        </a:spcBef>
        <a:spcAft>
          <a:spcPts val="288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878" kern="1200">
          <a:solidFill>
            <a:schemeClr val="tx1"/>
          </a:solidFill>
          <a:latin typeface="+mn-lt"/>
          <a:ea typeface="+mn-ea"/>
          <a:cs typeface="+mn-cs"/>
        </a:defRPr>
      </a:lvl1pPr>
      <a:lvl2pPr marL="381615" indent="-197387" algn="l" defTabSz="1315913" rtl="0" eaLnBrk="1" latinLnBrk="0" hangingPunct="1">
        <a:lnSpc>
          <a:spcPct val="90000"/>
        </a:lnSpc>
        <a:spcBef>
          <a:spcPts val="288"/>
        </a:spcBef>
        <a:spcAft>
          <a:spcPts val="576"/>
        </a:spcAft>
        <a:buClr>
          <a:schemeClr val="accent1"/>
        </a:buClr>
        <a:buFont typeface="Wingdings 3" pitchFamily="18" charset="2"/>
        <a:buChar char=""/>
        <a:defRPr sz="2303" kern="1200">
          <a:solidFill>
            <a:schemeClr val="tx1"/>
          </a:solidFill>
          <a:latin typeface="+mn-lt"/>
          <a:ea typeface="+mn-ea"/>
          <a:cs typeface="+mn-cs"/>
        </a:defRPr>
      </a:lvl2pPr>
      <a:lvl3pPr marL="644797" indent="-197387" algn="l" defTabSz="1315913" rtl="0" eaLnBrk="1" latinLnBrk="0" hangingPunct="1">
        <a:lnSpc>
          <a:spcPct val="90000"/>
        </a:lnSpc>
        <a:spcBef>
          <a:spcPts val="288"/>
        </a:spcBef>
        <a:spcAft>
          <a:spcPts val="576"/>
        </a:spcAft>
        <a:buClr>
          <a:schemeClr val="accent1"/>
        </a:buClr>
        <a:buFont typeface="Wingdings 3" pitchFamily="18" charset="2"/>
        <a:buChar char=""/>
        <a:defRPr sz="1727" kern="1200">
          <a:solidFill>
            <a:schemeClr val="tx1"/>
          </a:solidFill>
          <a:latin typeface="+mn-lt"/>
          <a:ea typeface="+mn-ea"/>
          <a:cs typeface="+mn-cs"/>
        </a:defRPr>
      </a:lvl3pPr>
      <a:lvl4pPr marL="855343" indent="-197387" algn="l" defTabSz="1315913" rtl="0" eaLnBrk="1" latinLnBrk="0" hangingPunct="1">
        <a:lnSpc>
          <a:spcPct val="90000"/>
        </a:lnSpc>
        <a:spcBef>
          <a:spcPts val="288"/>
        </a:spcBef>
        <a:spcAft>
          <a:spcPts val="576"/>
        </a:spcAft>
        <a:buClr>
          <a:schemeClr val="accent1"/>
        </a:buClr>
        <a:buFont typeface="Wingdings 3" pitchFamily="18" charset="2"/>
        <a:buChar char=""/>
        <a:defRPr sz="1727" kern="1200">
          <a:solidFill>
            <a:schemeClr val="tx1"/>
          </a:solidFill>
          <a:latin typeface="+mn-lt"/>
          <a:ea typeface="+mn-ea"/>
          <a:cs typeface="+mn-cs"/>
        </a:defRPr>
      </a:lvl4pPr>
      <a:lvl5pPr marL="1118526" indent="-197387" algn="l" defTabSz="1315913" rtl="0" eaLnBrk="1" latinLnBrk="0" hangingPunct="1">
        <a:lnSpc>
          <a:spcPct val="90000"/>
        </a:lnSpc>
        <a:spcBef>
          <a:spcPts val="288"/>
        </a:spcBef>
        <a:spcAft>
          <a:spcPts val="576"/>
        </a:spcAft>
        <a:buClr>
          <a:schemeClr val="accent1"/>
        </a:buClr>
        <a:buFont typeface="Wingdings 3" pitchFamily="18" charset="2"/>
        <a:buChar char=""/>
        <a:defRPr sz="1727" kern="1200">
          <a:solidFill>
            <a:schemeClr val="tx1"/>
          </a:solidFill>
          <a:latin typeface="+mn-lt"/>
          <a:ea typeface="+mn-ea"/>
          <a:cs typeface="+mn-cs"/>
        </a:defRPr>
      </a:lvl5pPr>
      <a:lvl6pPr marL="1315913" indent="-197387" algn="l" defTabSz="1315913" rtl="0" eaLnBrk="1" latinLnBrk="0" hangingPunct="1">
        <a:lnSpc>
          <a:spcPct val="90000"/>
        </a:lnSpc>
        <a:spcBef>
          <a:spcPts val="288"/>
        </a:spcBef>
        <a:spcAft>
          <a:spcPts val="576"/>
        </a:spcAft>
        <a:buClr>
          <a:schemeClr val="accent1"/>
        </a:buClr>
        <a:buFont typeface="Wingdings 3" pitchFamily="18" charset="2"/>
        <a:buChar char=""/>
        <a:defRPr sz="1727" kern="1200">
          <a:solidFill>
            <a:schemeClr val="tx1"/>
          </a:solidFill>
          <a:latin typeface="+mn-lt"/>
          <a:ea typeface="+mn-ea"/>
          <a:cs typeface="+mn-cs"/>
        </a:defRPr>
      </a:lvl6pPr>
      <a:lvl7pPr marL="1526459" indent="-197387" algn="l" defTabSz="1315913" rtl="0" eaLnBrk="1" latinLnBrk="0" hangingPunct="1">
        <a:lnSpc>
          <a:spcPct val="90000"/>
        </a:lnSpc>
        <a:spcBef>
          <a:spcPts val="288"/>
        </a:spcBef>
        <a:spcAft>
          <a:spcPts val="576"/>
        </a:spcAft>
        <a:buClr>
          <a:schemeClr val="accent1"/>
        </a:buClr>
        <a:buFont typeface="Wingdings 3" pitchFamily="18" charset="2"/>
        <a:buChar char=""/>
        <a:defRPr sz="1727" kern="1200">
          <a:solidFill>
            <a:schemeClr val="tx1"/>
          </a:solidFill>
          <a:latin typeface="+mn-lt"/>
          <a:ea typeface="+mn-ea"/>
          <a:cs typeface="+mn-cs"/>
        </a:defRPr>
      </a:lvl7pPr>
      <a:lvl8pPr marL="1750164" indent="-197387" algn="l" defTabSz="1315913" rtl="0" eaLnBrk="1" latinLnBrk="0" hangingPunct="1">
        <a:lnSpc>
          <a:spcPct val="90000"/>
        </a:lnSpc>
        <a:spcBef>
          <a:spcPts val="288"/>
        </a:spcBef>
        <a:spcAft>
          <a:spcPts val="576"/>
        </a:spcAft>
        <a:buClr>
          <a:schemeClr val="accent1"/>
        </a:buClr>
        <a:buFont typeface="Wingdings 3" pitchFamily="18" charset="2"/>
        <a:buChar char=""/>
        <a:defRPr sz="1727" kern="1200">
          <a:solidFill>
            <a:schemeClr val="tx1"/>
          </a:solidFill>
          <a:latin typeface="+mn-lt"/>
          <a:ea typeface="+mn-ea"/>
          <a:cs typeface="+mn-cs"/>
        </a:defRPr>
      </a:lvl8pPr>
      <a:lvl9pPr marL="1960710" indent="-197387" algn="l" defTabSz="1315913" rtl="0" eaLnBrk="1" latinLnBrk="0" hangingPunct="1">
        <a:lnSpc>
          <a:spcPct val="90000"/>
        </a:lnSpc>
        <a:spcBef>
          <a:spcPts val="288"/>
        </a:spcBef>
        <a:spcAft>
          <a:spcPts val="576"/>
        </a:spcAft>
        <a:buClr>
          <a:schemeClr val="accent1"/>
        </a:buClr>
        <a:buFont typeface="Wingdings 3" pitchFamily="18" charset="2"/>
        <a:buChar char=""/>
        <a:defRPr sz="172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15913" rtl="0" eaLnBrk="1" latinLnBrk="0" hangingPunct="1">
        <a:defRPr sz="2590" kern="1200">
          <a:solidFill>
            <a:schemeClr val="tx1"/>
          </a:solidFill>
          <a:latin typeface="+mn-lt"/>
          <a:ea typeface="+mn-ea"/>
          <a:cs typeface="+mn-cs"/>
        </a:defRPr>
      </a:lvl1pPr>
      <a:lvl2pPr marL="657957" algn="l" defTabSz="1315913" rtl="0" eaLnBrk="1" latinLnBrk="0" hangingPunct="1">
        <a:defRPr sz="2590" kern="1200">
          <a:solidFill>
            <a:schemeClr val="tx1"/>
          </a:solidFill>
          <a:latin typeface="+mn-lt"/>
          <a:ea typeface="+mn-ea"/>
          <a:cs typeface="+mn-cs"/>
        </a:defRPr>
      </a:lvl2pPr>
      <a:lvl3pPr marL="1315913" algn="l" defTabSz="1315913" rtl="0" eaLnBrk="1" latinLnBrk="0" hangingPunct="1">
        <a:defRPr sz="2590" kern="1200">
          <a:solidFill>
            <a:schemeClr val="tx1"/>
          </a:solidFill>
          <a:latin typeface="+mn-lt"/>
          <a:ea typeface="+mn-ea"/>
          <a:cs typeface="+mn-cs"/>
        </a:defRPr>
      </a:lvl3pPr>
      <a:lvl4pPr marL="1973870" algn="l" defTabSz="1315913" rtl="0" eaLnBrk="1" latinLnBrk="0" hangingPunct="1">
        <a:defRPr sz="2590" kern="1200">
          <a:solidFill>
            <a:schemeClr val="tx1"/>
          </a:solidFill>
          <a:latin typeface="+mn-lt"/>
          <a:ea typeface="+mn-ea"/>
          <a:cs typeface="+mn-cs"/>
        </a:defRPr>
      </a:lvl4pPr>
      <a:lvl5pPr marL="2631826" algn="l" defTabSz="1315913" rtl="0" eaLnBrk="1" latinLnBrk="0" hangingPunct="1">
        <a:defRPr sz="2590" kern="1200">
          <a:solidFill>
            <a:schemeClr val="tx1"/>
          </a:solidFill>
          <a:latin typeface="+mn-lt"/>
          <a:ea typeface="+mn-ea"/>
          <a:cs typeface="+mn-cs"/>
        </a:defRPr>
      </a:lvl5pPr>
      <a:lvl6pPr marL="3289783" algn="l" defTabSz="1315913" rtl="0" eaLnBrk="1" latinLnBrk="0" hangingPunct="1">
        <a:defRPr sz="2590" kern="1200">
          <a:solidFill>
            <a:schemeClr val="tx1"/>
          </a:solidFill>
          <a:latin typeface="+mn-lt"/>
          <a:ea typeface="+mn-ea"/>
          <a:cs typeface="+mn-cs"/>
        </a:defRPr>
      </a:lvl6pPr>
      <a:lvl7pPr marL="3947739" algn="l" defTabSz="1315913" rtl="0" eaLnBrk="1" latinLnBrk="0" hangingPunct="1">
        <a:defRPr sz="2590" kern="1200">
          <a:solidFill>
            <a:schemeClr val="tx1"/>
          </a:solidFill>
          <a:latin typeface="+mn-lt"/>
          <a:ea typeface="+mn-ea"/>
          <a:cs typeface="+mn-cs"/>
        </a:defRPr>
      </a:lvl7pPr>
      <a:lvl8pPr marL="4605696" algn="l" defTabSz="1315913" rtl="0" eaLnBrk="1" latinLnBrk="0" hangingPunct="1">
        <a:defRPr sz="2590" kern="1200">
          <a:solidFill>
            <a:schemeClr val="tx1"/>
          </a:solidFill>
          <a:latin typeface="+mn-lt"/>
          <a:ea typeface="+mn-ea"/>
          <a:cs typeface="+mn-cs"/>
        </a:defRPr>
      </a:lvl8pPr>
      <a:lvl9pPr marL="5263652" algn="l" defTabSz="1315913" rtl="0" eaLnBrk="1" latinLnBrk="0" hangingPunct="1">
        <a:defRPr sz="25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2DFBC3D-BFED-B0B1-ECF4-B023ABCF1C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AT" dirty="0" err="1"/>
              <a:t>Mosaic</a:t>
            </a:r>
            <a:r>
              <a:rPr lang="de-AT" dirty="0"/>
              <a:t>-AI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D71B1A87-535B-CAB2-F49D-6C1F36EFFF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dirty="0"/>
              <a:t>Spieleranleitung zur Server-Game-Oberfläche</a:t>
            </a:r>
          </a:p>
          <a:p>
            <a:endParaRPr lang="de-AT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D93B16B-7382-4D53-7F1E-7B216079DB88}"/>
              </a:ext>
            </a:extLst>
          </p:cNvPr>
          <p:cNvGrpSpPr/>
          <p:nvPr/>
        </p:nvGrpSpPr>
        <p:grpSpPr>
          <a:xfrm>
            <a:off x="1817054" y="938449"/>
            <a:ext cx="4900513" cy="7992590"/>
            <a:chOff x="3596122" y="938449"/>
            <a:chExt cx="4900513" cy="7992590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9A33064D-C44C-8E92-913A-7E59BA130D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95365" y="938449"/>
              <a:ext cx="4801270" cy="7992590"/>
            </a:xfrm>
            <a:prstGeom prst="rect">
              <a:avLst/>
            </a:prstGeom>
          </p:spPr>
        </p:pic>
        <p:sp>
          <p:nvSpPr>
            <p:cNvPr id="5" name="Marker 7">
              <a:extLst>
                <a:ext uri="{FF2B5EF4-FFF2-40B4-BE49-F238E27FC236}">
                  <a16:creationId xmlns:a16="http://schemas.microsoft.com/office/drawing/2014/main" id="{6C382ECF-BBBE-797F-53D8-305162CBC921}"/>
                </a:ext>
              </a:extLst>
            </p:cNvPr>
            <p:cNvSpPr/>
            <p:nvPr/>
          </p:nvSpPr>
          <p:spPr>
            <a:xfrm>
              <a:off x="4912983" y="1998590"/>
              <a:ext cx="276345" cy="276345"/>
            </a:xfrm>
            <a:prstGeom prst="ellipse">
              <a:avLst/>
            </a:prstGeom>
            <a:solidFill>
              <a:srgbClr val="E81C2E"/>
            </a:solidFill>
            <a:ln w="222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1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7" name="Marker 7">
              <a:extLst>
                <a:ext uri="{FF2B5EF4-FFF2-40B4-BE49-F238E27FC236}">
                  <a16:creationId xmlns:a16="http://schemas.microsoft.com/office/drawing/2014/main" id="{1E166A5A-A76C-105F-3CDD-504CE712F716}"/>
                </a:ext>
              </a:extLst>
            </p:cNvPr>
            <p:cNvSpPr/>
            <p:nvPr/>
          </p:nvSpPr>
          <p:spPr>
            <a:xfrm>
              <a:off x="7508137" y="2621253"/>
              <a:ext cx="276345" cy="276345"/>
            </a:xfrm>
            <a:prstGeom prst="ellipse">
              <a:avLst/>
            </a:prstGeom>
            <a:solidFill>
              <a:srgbClr val="E81C2E"/>
            </a:solidFill>
            <a:ln w="222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2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9" name="Marker 7">
              <a:extLst>
                <a:ext uri="{FF2B5EF4-FFF2-40B4-BE49-F238E27FC236}">
                  <a16:creationId xmlns:a16="http://schemas.microsoft.com/office/drawing/2014/main" id="{93895B6E-CD48-5C73-8E6D-A0D0DE83B78C}"/>
                </a:ext>
              </a:extLst>
            </p:cNvPr>
            <p:cNvSpPr/>
            <p:nvPr/>
          </p:nvSpPr>
          <p:spPr>
            <a:xfrm>
              <a:off x="3695365" y="4223630"/>
              <a:ext cx="276345" cy="276345"/>
            </a:xfrm>
            <a:prstGeom prst="ellipse">
              <a:avLst/>
            </a:prstGeom>
            <a:solidFill>
              <a:srgbClr val="E81C2E"/>
            </a:solidFill>
            <a:ln w="222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5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11" name="Marker 7">
              <a:extLst>
                <a:ext uri="{FF2B5EF4-FFF2-40B4-BE49-F238E27FC236}">
                  <a16:creationId xmlns:a16="http://schemas.microsoft.com/office/drawing/2014/main" id="{141CD69B-5CE5-A57F-1043-88F8ED7243CE}"/>
                </a:ext>
              </a:extLst>
            </p:cNvPr>
            <p:cNvSpPr/>
            <p:nvPr/>
          </p:nvSpPr>
          <p:spPr>
            <a:xfrm>
              <a:off x="5051155" y="3631447"/>
              <a:ext cx="276345" cy="276345"/>
            </a:xfrm>
            <a:prstGeom prst="ellipse">
              <a:avLst/>
            </a:prstGeom>
            <a:solidFill>
              <a:srgbClr val="E81C2E"/>
            </a:solidFill>
            <a:ln w="222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3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13" name="Marker 7">
              <a:extLst>
                <a:ext uri="{FF2B5EF4-FFF2-40B4-BE49-F238E27FC236}">
                  <a16:creationId xmlns:a16="http://schemas.microsoft.com/office/drawing/2014/main" id="{3CBEB894-9E66-5678-4EAD-D7C4E134C362}"/>
                </a:ext>
              </a:extLst>
            </p:cNvPr>
            <p:cNvSpPr/>
            <p:nvPr/>
          </p:nvSpPr>
          <p:spPr>
            <a:xfrm>
              <a:off x="6635722" y="3679316"/>
              <a:ext cx="276345" cy="276345"/>
            </a:xfrm>
            <a:prstGeom prst="ellipse">
              <a:avLst/>
            </a:prstGeom>
            <a:solidFill>
              <a:srgbClr val="E81C2E"/>
            </a:solidFill>
            <a:ln w="222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4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15" name="Marker 7">
              <a:extLst>
                <a:ext uri="{FF2B5EF4-FFF2-40B4-BE49-F238E27FC236}">
                  <a16:creationId xmlns:a16="http://schemas.microsoft.com/office/drawing/2014/main" id="{6DDB1E3B-D15F-15EB-F7E4-6ACEA19D654A}"/>
                </a:ext>
              </a:extLst>
            </p:cNvPr>
            <p:cNvSpPr/>
            <p:nvPr/>
          </p:nvSpPr>
          <p:spPr>
            <a:xfrm>
              <a:off x="6635721" y="5164128"/>
              <a:ext cx="276345" cy="276345"/>
            </a:xfrm>
            <a:prstGeom prst="ellipse">
              <a:avLst/>
            </a:prstGeom>
            <a:solidFill>
              <a:srgbClr val="E81C2E"/>
            </a:solidFill>
            <a:ln w="222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7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17" name="Marker 7">
              <a:extLst>
                <a:ext uri="{FF2B5EF4-FFF2-40B4-BE49-F238E27FC236}">
                  <a16:creationId xmlns:a16="http://schemas.microsoft.com/office/drawing/2014/main" id="{727D0CF3-67DF-8D2D-A350-0E9ACD54E219}"/>
                </a:ext>
              </a:extLst>
            </p:cNvPr>
            <p:cNvSpPr/>
            <p:nvPr/>
          </p:nvSpPr>
          <p:spPr>
            <a:xfrm>
              <a:off x="4474782" y="5164127"/>
              <a:ext cx="276345" cy="276345"/>
            </a:xfrm>
            <a:prstGeom prst="ellipse">
              <a:avLst/>
            </a:prstGeom>
            <a:solidFill>
              <a:srgbClr val="E81C2E"/>
            </a:solidFill>
            <a:ln w="222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6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19" name="Marker 7">
              <a:extLst>
                <a:ext uri="{FF2B5EF4-FFF2-40B4-BE49-F238E27FC236}">
                  <a16:creationId xmlns:a16="http://schemas.microsoft.com/office/drawing/2014/main" id="{7ECC481A-C8A1-5A70-A7B6-9B3DE836031A}"/>
                </a:ext>
              </a:extLst>
            </p:cNvPr>
            <p:cNvSpPr/>
            <p:nvPr/>
          </p:nvSpPr>
          <p:spPr>
            <a:xfrm>
              <a:off x="3600593" y="6396960"/>
              <a:ext cx="276345" cy="276345"/>
            </a:xfrm>
            <a:prstGeom prst="ellipse">
              <a:avLst/>
            </a:prstGeom>
            <a:solidFill>
              <a:srgbClr val="E81C2E"/>
            </a:solidFill>
            <a:ln w="222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8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21" name="Marker 7">
              <a:extLst>
                <a:ext uri="{FF2B5EF4-FFF2-40B4-BE49-F238E27FC236}">
                  <a16:creationId xmlns:a16="http://schemas.microsoft.com/office/drawing/2014/main" id="{4D4EC10A-A918-39BB-1E22-71641209C133}"/>
                </a:ext>
              </a:extLst>
            </p:cNvPr>
            <p:cNvSpPr/>
            <p:nvPr/>
          </p:nvSpPr>
          <p:spPr>
            <a:xfrm>
              <a:off x="3596122" y="7296955"/>
              <a:ext cx="276345" cy="276345"/>
            </a:xfrm>
            <a:prstGeom prst="ellipse">
              <a:avLst/>
            </a:prstGeom>
            <a:solidFill>
              <a:srgbClr val="E81C2E"/>
            </a:solidFill>
            <a:ln w="222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9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</p:grpSp>
      <p:sp>
        <p:nvSpPr>
          <p:cNvPr id="28" name="Bereich 5">
            <a:extLst>
              <a:ext uri="{FF2B5EF4-FFF2-40B4-BE49-F238E27FC236}">
                <a16:creationId xmlns:a16="http://schemas.microsoft.com/office/drawing/2014/main" id="{51F6670A-C78B-39E6-D56B-EE89874B158A}"/>
              </a:ext>
            </a:extLst>
          </p:cNvPr>
          <p:cNvSpPr/>
          <p:nvPr/>
        </p:nvSpPr>
        <p:spPr>
          <a:xfrm>
            <a:off x="2097870" y="8026173"/>
            <a:ext cx="4481525" cy="751733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E81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1675073B-9309-0A2B-B3FA-13BFA778D617}"/>
              </a:ext>
            </a:extLst>
          </p:cNvPr>
          <p:cNvSpPr txBox="1"/>
          <p:nvPr/>
        </p:nvSpPr>
        <p:spPr>
          <a:xfrm>
            <a:off x="6993912" y="2414540"/>
            <a:ext cx="5143499" cy="479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Eingabe von Spielername möglich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Auswahl ob gegen die KI gespielt werden möchte. Wenn nein dann ist es Spieler vs. Spieler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Welches KI Modell soll verwendet werden, </a:t>
            </a:r>
            <a:r>
              <a:rPr lang="de-DE" sz="1600" dirty="0" err="1">
                <a:solidFill>
                  <a:srgbClr val="1A1A1A"/>
                </a:solidFill>
              </a:rPr>
              <a:t>no</a:t>
            </a:r>
            <a:r>
              <a:rPr lang="de-DE" sz="1600" dirty="0">
                <a:solidFill>
                  <a:srgbClr val="1A1A1A"/>
                </a:solidFill>
              </a:rPr>
              <a:t> </a:t>
            </a:r>
            <a:r>
              <a:rPr lang="de-DE" sz="1600" dirty="0" err="1">
                <a:solidFill>
                  <a:srgbClr val="1A1A1A"/>
                </a:solidFill>
              </a:rPr>
              <a:t>touchy</a:t>
            </a:r>
            <a:r>
              <a:rPr lang="de-DE" sz="1600" dirty="0">
                <a:solidFill>
                  <a:srgbClr val="1A1A1A"/>
                </a:solidFill>
              </a:rPr>
              <a:t> </a:t>
            </a:r>
            <a:r>
              <a:rPr lang="de-DE" sz="1600" dirty="0" err="1">
                <a:solidFill>
                  <a:srgbClr val="1A1A1A"/>
                </a:solidFill>
              </a:rPr>
              <a:t>touchy</a:t>
            </a:r>
            <a:r>
              <a:rPr lang="de-DE" sz="1600" dirty="0">
                <a:solidFill>
                  <a:srgbClr val="1A1A1A"/>
                </a:solidFill>
              </a:rPr>
              <a:t>, kommt später mal weg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Mehr Simulationen = stärkere KI, aber braucht länger für die Züge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Damit lässt sich anzeigen wie die KI die Züge und das Spiel an sich bewertet.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Auswahl ob und in welcher Form die KI Tipps geben soll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Lehrer Sims würd ich das doppelte der Gegner KI Simulationen wählen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Auswahl wer beginnt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Muss normal nicht eingegeben werden, hauptsächlich zum debuggen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Mit der Auswahl starten</a:t>
            </a:r>
          </a:p>
          <a:p>
            <a:pPr marL="228600" indent="-228600">
              <a:spcAft>
                <a:spcPts val="400"/>
              </a:spcAft>
              <a:buAutoNum type="arabicPlain" startAt="3"/>
            </a:pPr>
            <a:endParaRPr lang="de-DE" sz="1600" dirty="0">
              <a:solidFill>
                <a:srgbClr val="1A1A1A"/>
              </a:solidFill>
            </a:endParaRPr>
          </a:p>
        </p:txBody>
      </p:sp>
      <p:sp>
        <p:nvSpPr>
          <p:cNvPr id="26" name="Marker 7">
            <a:extLst>
              <a:ext uri="{FF2B5EF4-FFF2-40B4-BE49-F238E27FC236}">
                <a16:creationId xmlns:a16="http://schemas.microsoft.com/office/drawing/2014/main" id="{4DE7C8A7-9F3F-CBA6-84B2-F070C729A90E}"/>
              </a:ext>
            </a:extLst>
          </p:cNvPr>
          <p:cNvSpPr/>
          <p:nvPr/>
        </p:nvSpPr>
        <p:spPr>
          <a:xfrm>
            <a:off x="1906765" y="8272316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10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30" name="Bereich 5">
            <a:extLst>
              <a:ext uri="{FF2B5EF4-FFF2-40B4-BE49-F238E27FC236}">
                <a16:creationId xmlns:a16="http://schemas.microsoft.com/office/drawing/2014/main" id="{D0C0AD29-A3BE-9E53-9C58-155FD49FD64B}"/>
              </a:ext>
            </a:extLst>
          </p:cNvPr>
          <p:cNvSpPr/>
          <p:nvPr/>
        </p:nvSpPr>
        <p:spPr>
          <a:xfrm>
            <a:off x="2041724" y="6139488"/>
            <a:ext cx="4537670" cy="751733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E81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259238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C2F70767-A060-1C34-8BBD-4DEC331EC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821" y="1492647"/>
            <a:ext cx="5515745" cy="6582694"/>
          </a:xfrm>
          <a:prstGeom prst="rect">
            <a:avLst/>
          </a:prstGeom>
        </p:spPr>
      </p:pic>
      <p:sp>
        <p:nvSpPr>
          <p:cNvPr id="5" name="Marker 7">
            <a:extLst>
              <a:ext uri="{FF2B5EF4-FFF2-40B4-BE49-F238E27FC236}">
                <a16:creationId xmlns:a16="http://schemas.microsoft.com/office/drawing/2014/main" id="{31BFF457-000F-10E1-9F61-8771550759B9}"/>
              </a:ext>
            </a:extLst>
          </p:cNvPr>
          <p:cNvSpPr/>
          <p:nvPr/>
        </p:nvSpPr>
        <p:spPr>
          <a:xfrm>
            <a:off x="1063648" y="2683865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1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7" name="Marker 7">
            <a:extLst>
              <a:ext uri="{FF2B5EF4-FFF2-40B4-BE49-F238E27FC236}">
                <a16:creationId xmlns:a16="http://schemas.microsoft.com/office/drawing/2014/main" id="{DC51DC7A-5F69-E1F1-AAC8-F300B9EF59B0}"/>
              </a:ext>
            </a:extLst>
          </p:cNvPr>
          <p:cNvSpPr/>
          <p:nvPr/>
        </p:nvSpPr>
        <p:spPr>
          <a:xfrm>
            <a:off x="1022267" y="7094757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2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9" name="Bereich 5">
            <a:extLst>
              <a:ext uri="{FF2B5EF4-FFF2-40B4-BE49-F238E27FC236}">
                <a16:creationId xmlns:a16="http://schemas.microsoft.com/office/drawing/2014/main" id="{08C4786D-FDAC-92B8-D7D3-602A3062C7DA}"/>
              </a:ext>
            </a:extLst>
          </p:cNvPr>
          <p:cNvSpPr/>
          <p:nvPr/>
        </p:nvSpPr>
        <p:spPr>
          <a:xfrm>
            <a:off x="1339993" y="2507039"/>
            <a:ext cx="5239404" cy="4265525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E81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ereich 5">
            <a:extLst>
              <a:ext uri="{FF2B5EF4-FFF2-40B4-BE49-F238E27FC236}">
                <a16:creationId xmlns:a16="http://schemas.microsoft.com/office/drawing/2014/main" id="{F3ABE274-34EC-B202-168B-119E98350FA0}"/>
              </a:ext>
            </a:extLst>
          </p:cNvPr>
          <p:cNvSpPr/>
          <p:nvPr/>
        </p:nvSpPr>
        <p:spPr>
          <a:xfrm>
            <a:off x="1298611" y="7016197"/>
            <a:ext cx="5239404" cy="908394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E81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E9AE574-55E3-063B-020F-CB135101A0A0}"/>
              </a:ext>
            </a:extLst>
          </p:cNvPr>
          <p:cNvSpPr txBox="1"/>
          <p:nvPr/>
        </p:nvSpPr>
        <p:spPr>
          <a:xfrm>
            <a:off x="6993912" y="2414540"/>
            <a:ext cx="5143499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Auswahl von genau 3 Wertungsplatten, manche Platten schließen sich aus.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Bestätigung</a:t>
            </a:r>
          </a:p>
        </p:txBody>
      </p:sp>
    </p:spTree>
    <p:extLst>
      <p:ext uri="{BB962C8B-B14F-4D97-AF65-F5344CB8AC3E}">
        <p14:creationId xmlns:p14="http://schemas.microsoft.com/office/powerpoint/2010/main" val="374477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8265A1A3-73C7-F1CB-B560-DB153859E2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07" y="2810778"/>
            <a:ext cx="12009257" cy="4697586"/>
          </a:xfrm>
          <a:prstGeom prst="rect">
            <a:avLst/>
          </a:prstGeom>
        </p:spPr>
      </p:pic>
      <p:sp>
        <p:nvSpPr>
          <p:cNvPr id="5" name="TextBox 19">
            <a:extLst>
              <a:ext uri="{FF2B5EF4-FFF2-40B4-BE49-F238E27FC236}">
                <a16:creationId xmlns:a16="http://schemas.microsoft.com/office/drawing/2014/main" id="{13273709-C3A0-BA50-F6F6-B1AB46894CDA}"/>
              </a:ext>
            </a:extLst>
          </p:cNvPr>
          <p:cNvSpPr txBox="1"/>
          <p:nvPr/>
        </p:nvSpPr>
        <p:spPr>
          <a:xfrm>
            <a:off x="512894" y="907594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2000" b="1" dirty="0">
                <a:solidFill>
                  <a:srgbClr val="1A1A1A"/>
                </a:solidFill>
              </a:rPr>
              <a:t>Spielstart</a:t>
            </a:r>
            <a:endParaRPr sz="2000" b="1" dirty="0">
              <a:solidFill>
                <a:srgbClr val="1A1A1A"/>
              </a:solidFill>
            </a:endParaRPr>
          </a:p>
        </p:txBody>
      </p:sp>
      <p:sp>
        <p:nvSpPr>
          <p:cNvPr id="7" name="Marker 7">
            <a:extLst>
              <a:ext uri="{FF2B5EF4-FFF2-40B4-BE49-F238E27FC236}">
                <a16:creationId xmlns:a16="http://schemas.microsoft.com/office/drawing/2014/main" id="{8D1E6D27-6EB7-CAE1-4D33-1DE28E42C4B6}"/>
              </a:ext>
            </a:extLst>
          </p:cNvPr>
          <p:cNvSpPr/>
          <p:nvPr/>
        </p:nvSpPr>
        <p:spPr>
          <a:xfrm>
            <a:off x="10831209" y="3612354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1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9" name="Bereich 5">
            <a:extLst>
              <a:ext uri="{FF2B5EF4-FFF2-40B4-BE49-F238E27FC236}">
                <a16:creationId xmlns:a16="http://schemas.microsoft.com/office/drawing/2014/main" id="{6FB85184-3CF7-2381-365A-31EBB1CC4DCF}"/>
              </a:ext>
            </a:extLst>
          </p:cNvPr>
          <p:cNvSpPr/>
          <p:nvPr/>
        </p:nvSpPr>
        <p:spPr>
          <a:xfrm>
            <a:off x="11028279" y="3382252"/>
            <a:ext cx="1851698" cy="771738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E81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ereich 5">
            <a:extLst>
              <a:ext uri="{FF2B5EF4-FFF2-40B4-BE49-F238E27FC236}">
                <a16:creationId xmlns:a16="http://schemas.microsoft.com/office/drawing/2014/main" id="{D883B92B-6FD8-D1CF-BA4E-7DE15157FADB}"/>
              </a:ext>
            </a:extLst>
          </p:cNvPr>
          <p:cNvSpPr/>
          <p:nvPr/>
        </p:nvSpPr>
        <p:spPr>
          <a:xfrm>
            <a:off x="11028279" y="4262848"/>
            <a:ext cx="1851698" cy="923105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E81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Marker 7">
            <a:extLst>
              <a:ext uri="{FF2B5EF4-FFF2-40B4-BE49-F238E27FC236}">
                <a16:creationId xmlns:a16="http://schemas.microsoft.com/office/drawing/2014/main" id="{3E3D407B-C757-4CE4-C175-3BB01A9974AF}"/>
              </a:ext>
            </a:extLst>
          </p:cNvPr>
          <p:cNvSpPr/>
          <p:nvPr/>
        </p:nvSpPr>
        <p:spPr>
          <a:xfrm>
            <a:off x="10831209" y="4625944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2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5BA5A410-20E3-545A-C1F9-74F9053ACB1B}"/>
              </a:ext>
            </a:extLst>
          </p:cNvPr>
          <p:cNvSpPr txBox="1"/>
          <p:nvPr/>
        </p:nvSpPr>
        <p:spPr>
          <a:xfrm>
            <a:off x="5456035" y="675863"/>
            <a:ext cx="5143499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Hinweisfenster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Eine der Kuppelplatten auswählen, Fenster F1 öffnet sich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Auslage, zu legende Kuppelplatte kann noch geändert werden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Rotation der selektierten Kuppelplatte ändern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Vorschau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Legen oder abbrechen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endParaRPr lang="de-DE" sz="1600" dirty="0">
              <a:solidFill>
                <a:srgbClr val="1A1A1A"/>
              </a:solidFill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BCD6508-82AC-2ACE-B0E7-918CEF98C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5130" y="4105011"/>
            <a:ext cx="4734586" cy="4201111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19" name="Marker 7">
            <a:extLst>
              <a:ext uri="{FF2B5EF4-FFF2-40B4-BE49-F238E27FC236}">
                <a16:creationId xmlns:a16="http://schemas.microsoft.com/office/drawing/2014/main" id="{958E327C-38CC-EDA3-02E0-814032F7B874}"/>
              </a:ext>
            </a:extLst>
          </p:cNvPr>
          <p:cNvSpPr/>
          <p:nvPr/>
        </p:nvSpPr>
        <p:spPr>
          <a:xfrm>
            <a:off x="3196956" y="4262847"/>
            <a:ext cx="432000" cy="432000"/>
          </a:xfrm>
          <a:prstGeom prst="ellipse">
            <a:avLst/>
          </a:prstGeom>
          <a:solidFill>
            <a:schemeClr val="accent1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F1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21" name="Marker 7">
            <a:extLst>
              <a:ext uri="{FF2B5EF4-FFF2-40B4-BE49-F238E27FC236}">
                <a16:creationId xmlns:a16="http://schemas.microsoft.com/office/drawing/2014/main" id="{9FB792BA-250F-341C-6E57-284E4A8552E6}"/>
              </a:ext>
            </a:extLst>
          </p:cNvPr>
          <p:cNvSpPr/>
          <p:nvPr/>
        </p:nvSpPr>
        <p:spPr>
          <a:xfrm>
            <a:off x="3624284" y="5538654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3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23" name="Marker 7">
            <a:extLst>
              <a:ext uri="{FF2B5EF4-FFF2-40B4-BE49-F238E27FC236}">
                <a16:creationId xmlns:a16="http://schemas.microsoft.com/office/drawing/2014/main" id="{F8D2D499-A986-9F70-E259-2DD260985EC7}"/>
              </a:ext>
            </a:extLst>
          </p:cNvPr>
          <p:cNvSpPr/>
          <p:nvPr/>
        </p:nvSpPr>
        <p:spPr>
          <a:xfrm>
            <a:off x="3127871" y="6205566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4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25" name="Marker 7">
            <a:extLst>
              <a:ext uri="{FF2B5EF4-FFF2-40B4-BE49-F238E27FC236}">
                <a16:creationId xmlns:a16="http://schemas.microsoft.com/office/drawing/2014/main" id="{9E40D862-576E-8C68-8DE0-A5A41B6D6EF4}"/>
              </a:ext>
            </a:extLst>
          </p:cNvPr>
          <p:cNvSpPr/>
          <p:nvPr/>
        </p:nvSpPr>
        <p:spPr>
          <a:xfrm>
            <a:off x="4489521" y="6854354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5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27" name="Marker 7">
            <a:extLst>
              <a:ext uri="{FF2B5EF4-FFF2-40B4-BE49-F238E27FC236}">
                <a16:creationId xmlns:a16="http://schemas.microsoft.com/office/drawing/2014/main" id="{51C842F0-C98E-C6E8-96BD-DAD0F3847E32}"/>
              </a:ext>
            </a:extLst>
          </p:cNvPr>
          <p:cNvSpPr/>
          <p:nvPr/>
        </p:nvSpPr>
        <p:spPr>
          <a:xfrm>
            <a:off x="3663908" y="7630897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6</a:t>
            </a:r>
            <a:endParaRPr sz="14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4031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DF630E33-BDDD-BE64-2E3B-00A2C6603C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25" y="2573915"/>
            <a:ext cx="12192137" cy="4721658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12FC5AE-6A67-0A0D-EA42-72F2F63BD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19" b="4003"/>
          <a:stretch>
            <a:fillRect/>
          </a:stretch>
        </p:blipFill>
        <p:spPr>
          <a:xfrm>
            <a:off x="4286018" y="5923782"/>
            <a:ext cx="6151205" cy="2633772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7" name="Marker 7">
            <a:extLst>
              <a:ext uri="{FF2B5EF4-FFF2-40B4-BE49-F238E27FC236}">
                <a16:creationId xmlns:a16="http://schemas.microsoft.com/office/drawing/2014/main" id="{59B27428-4C66-B279-D71E-D6F2F94209D3}"/>
              </a:ext>
            </a:extLst>
          </p:cNvPr>
          <p:cNvSpPr/>
          <p:nvPr/>
        </p:nvSpPr>
        <p:spPr>
          <a:xfrm>
            <a:off x="6759805" y="4110676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7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9" name="Bereich 5">
            <a:extLst>
              <a:ext uri="{FF2B5EF4-FFF2-40B4-BE49-F238E27FC236}">
                <a16:creationId xmlns:a16="http://schemas.microsoft.com/office/drawing/2014/main" id="{0B0648F0-7982-FF74-F6C1-61AD3E66871E}"/>
              </a:ext>
            </a:extLst>
          </p:cNvPr>
          <p:cNvSpPr/>
          <p:nvPr/>
        </p:nvSpPr>
        <p:spPr>
          <a:xfrm>
            <a:off x="7036150" y="3430569"/>
            <a:ext cx="1572273" cy="1528749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E81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Marker 7">
            <a:extLst>
              <a:ext uri="{FF2B5EF4-FFF2-40B4-BE49-F238E27FC236}">
                <a16:creationId xmlns:a16="http://schemas.microsoft.com/office/drawing/2014/main" id="{917ED253-C5BE-8FC0-DB82-630300C2CAC9}"/>
              </a:ext>
            </a:extLst>
          </p:cNvPr>
          <p:cNvSpPr/>
          <p:nvPr/>
        </p:nvSpPr>
        <p:spPr>
          <a:xfrm>
            <a:off x="10737706" y="3350033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1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3" name="Bereich 5">
            <a:extLst>
              <a:ext uri="{FF2B5EF4-FFF2-40B4-BE49-F238E27FC236}">
                <a16:creationId xmlns:a16="http://schemas.microsoft.com/office/drawing/2014/main" id="{C5889B22-FAA2-5C62-2871-A0F6DAD87810}"/>
              </a:ext>
            </a:extLst>
          </p:cNvPr>
          <p:cNvSpPr/>
          <p:nvPr/>
        </p:nvSpPr>
        <p:spPr>
          <a:xfrm>
            <a:off x="10966450" y="3173208"/>
            <a:ext cx="1631950" cy="1098346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E81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B29DA71-9CAA-F806-2A63-A9EAC4001C30}"/>
              </a:ext>
            </a:extLst>
          </p:cNvPr>
          <p:cNvSpPr txBox="1"/>
          <p:nvPr/>
        </p:nvSpPr>
        <p:spPr>
          <a:xfrm>
            <a:off x="5456035" y="675863"/>
            <a:ext cx="5143499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Hinweisfenster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7. Mögliche Platzierung der Startkuppel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8. Stand nach dem platzieren</a:t>
            </a:r>
          </a:p>
        </p:txBody>
      </p:sp>
      <p:sp>
        <p:nvSpPr>
          <p:cNvPr id="17" name="Marker 7">
            <a:extLst>
              <a:ext uri="{FF2B5EF4-FFF2-40B4-BE49-F238E27FC236}">
                <a16:creationId xmlns:a16="http://schemas.microsoft.com/office/drawing/2014/main" id="{050BBA4A-6660-E6D9-390B-9CE80A3D1646}"/>
              </a:ext>
            </a:extLst>
          </p:cNvPr>
          <p:cNvSpPr/>
          <p:nvPr/>
        </p:nvSpPr>
        <p:spPr>
          <a:xfrm>
            <a:off x="4147845" y="7788391"/>
            <a:ext cx="276345" cy="276345"/>
          </a:xfrm>
          <a:prstGeom prst="ellipse">
            <a:avLst/>
          </a:prstGeom>
          <a:solidFill>
            <a:schemeClr val="accent1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8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A5613CFE-59C3-C58A-40C7-6D894007FA64}"/>
              </a:ext>
            </a:extLst>
          </p:cNvPr>
          <p:cNvSpPr txBox="1"/>
          <p:nvPr/>
        </p:nvSpPr>
        <p:spPr>
          <a:xfrm>
            <a:off x="512894" y="907594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2000" b="1" dirty="0">
                <a:solidFill>
                  <a:srgbClr val="1A1A1A"/>
                </a:solidFill>
              </a:rPr>
              <a:t>Spielstart</a:t>
            </a:r>
            <a:endParaRPr sz="2000" b="1" dirty="0">
              <a:solidFill>
                <a:srgbClr val="1A1A1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6620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BC1BEA66-C6FD-2919-D940-CA44438B9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03350"/>
            <a:ext cx="13158788" cy="5164470"/>
          </a:xfrm>
          <a:prstGeom prst="rect">
            <a:avLst/>
          </a:prstGeom>
        </p:spPr>
      </p:pic>
      <p:sp>
        <p:nvSpPr>
          <p:cNvPr id="5" name="TextBox 19">
            <a:extLst>
              <a:ext uri="{FF2B5EF4-FFF2-40B4-BE49-F238E27FC236}">
                <a16:creationId xmlns:a16="http://schemas.microsoft.com/office/drawing/2014/main" id="{F6B556D8-9F84-D36D-51ED-AC4A94B43508}"/>
              </a:ext>
            </a:extLst>
          </p:cNvPr>
          <p:cNvSpPr txBox="1"/>
          <p:nvPr/>
        </p:nvSpPr>
        <p:spPr>
          <a:xfrm>
            <a:off x="512894" y="907594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2000" b="1" dirty="0">
                <a:solidFill>
                  <a:srgbClr val="1A1A1A"/>
                </a:solidFill>
              </a:rPr>
              <a:t>Phase 1</a:t>
            </a:r>
            <a:endParaRPr sz="2000" b="1" dirty="0">
              <a:solidFill>
                <a:srgbClr val="1A1A1A"/>
              </a:solidFill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A4538DA6-2BFD-A337-4E0E-F7F7EC3C90C4}"/>
              </a:ext>
            </a:extLst>
          </p:cNvPr>
          <p:cNvSpPr txBox="1"/>
          <p:nvPr/>
        </p:nvSpPr>
        <p:spPr>
          <a:xfrm>
            <a:off x="4850845" y="1425666"/>
            <a:ext cx="7483399" cy="25135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de-DE" sz="1600" b="1" dirty="0">
                <a:solidFill>
                  <a:srgbClr val="1A1A1A"/>
                </a:solidFill>
              </a:rPr>
              <a:t>Mögliche Aktionen</a:t>
            </a:r>
          </a:p>
          <a:p>
            <a:pPr marL="228600" indent="-228600">
              <a:spcAft>
                <a:spcPts val="400"/>
              </a:spcAft>
              <a:buFont typeface="+mj-lt"/>
              <a:buAutoNum type="arabicPeriod"/>
            </a:pPr>
            <a:r>
              <a:rPr lang="de-DE" sz="1600" dirty="0">
                <a:solidFill>
                  <a:srgbClr val="1A1A1A"/>
                </a:solidFill>
              </a:rPr>
              <a:t>Kuppelplatten aus der Auslage oder dem Stapel (1‘) ziehen und auf die Kuppel (6) legen. Insgesamt 2 Kuppelplatten müssen je Runde &amp; Spieler gezogen werden. Wird von 1‘ gezogen öffnet sich Fenster F2 ansonsten F3.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2. Fliesen von der Sonnenseite der Fabriken auswählen und in eine Reihe (5) legen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3. Fliesen von der Mondseite der Fabriken auswählen und in eine Reihe (5) legen. Fenster F3 für die Reihenfolge öffnet sich.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4. Bonusplättchen nehmen wenn verfügbar (Fabrik muss vollkommen leer sein). 2 müssen je Runde &amp; Spieler gezogen werden.</a:t>
            </a:r>
          </a:p>
        </p:txBody>
      </p:sp>
      <p:sp>
        <p:nvSpPr>
          <p:cNvPr id="27" name="Marker 7">
            <a:extLst>
              <a:ext uri="{FF2B5EF4-FFF2-40B4-BE49-F238E27FC236}">
                <a16:creationId xmlns:a16="http://schemas.microsoft.com/office/drawing/2014/main" id="{5311FC6C-3A63-D8B1-DFFC-25539473EB17}"/>
              </a:ext>
            </a:extLst>
          </p:cNvPr>
          <p:cNvSpPr/>
          <p:nvPr/>
        </p:nvSpPr>
        <p:spPr>
          <a:xfrm>
            <a:off x="11271661" y="5854191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1‘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33" name="Bereich 5">
            <a:extLst>
              <a:ext uri="{FF2B5EF4-FFF2-40B4-BE49-F238E27FC236}">
                <a16:creationId xmlns:a16="http://schemas.microsoft.com/office/drawing/2014/main" id="{9CCEF828-8991-AE29-04E5-A62BF31494D3}"/>
              </a:ext>
            </a:extLst>
          </p:cNvPr>
          <p:cNvSpPr/>
          <p:nvPr/>
        </p:nvSpPr>
        <p:spPr>
          <a:xfrm>
            <a:off x="5505933" y="5054300"/>
            <a:ext cx="1542568" cy="1613695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E81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Marker 7">
            <a:extLst>
              <a:ext uri="{FF2B5EF4-FFF2-40B4-BE49-F238E27FC236}">
                <a16:creationId xmlns:a16="http://schemas.microsoft.com/office/drawing/2014/main" id="{8B74E3BF-8810-C0DB-CE6F-4164BA947EF8}"/>
              </a:ext>
            </a:extLst>
          </p:cNvPr>
          <p:cNvSpPr/>
          <p:nvPr/>
        </p:nvSpPr>
        <p:spPr>
          <a:xfrm>
            <a:off x="5370814" y="5411369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5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37" name="Bereich 5">
            <a:extLst>
              <a:ext uri="{FF2B5EF4-FFF2-40B4-BE49-F238E27FC236}">
                <a16:creationId xmlns:a16="http://schemas.microsoft.com/office/drawing/2014/main" id="{BB93A2DE-1273-C1CF-1268-238A65A33DA5}"/>
              </a:ext>
            </a:extLst>
          </p:cNvPr>
          <p:cNvSpPr/>
          <p:nvPr/>
        </p:nvSpPr>
        <p:spPr>
          <a:xfrm>
            <a:off x="7119360" y="5071890"/>
            <a:ext cx="1623133" cy="1613695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E81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Marker 7">
            <a:extLst>
              <a:ext uri="{FF2B5EF4-FFF2-40B4-BE49-F238E27FC236}">
                <a16:creationId xmlns:a16="http://schemas.microsoft.com/office/drawing/2014/main" id="{8B8EAAD5-4950-2DA0-B3E4-4E39D6BD7F53}"/>
              </a:ext>
            </a:extLst>
          </p:cNvPr>
          <p:cNvSpPr/>
          <p:nvPr/>
        </p:nvSpPr>
        <p:spPr>
          <a:xfrm>
            <a:off x="7926585" y="4867662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6</a:t>
            </a:r>
            <a:endParaRPr sz="1400" b="1" dirty="0">
              <a:solidFill>
                <a:srgbClr val="FFFFFF"/>
              </a:solidFill>
            </a:endParaRPr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C5B418AF-CDD9-6B62-F1EF-B90F14C2F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666" y="4398744"/>
            <a:ext cx="2366813" cy="4869076"/>
          </a:xfrm>
          <a:prstGeom prst="rect">
            <a:avLst/>
          </a:prstGeom>
        </p:spPr>
      </p:pic>
      <p:sp>
        <p:nvSpPr>
          <p:cNvPr id="15" name="Bereich 5">
            <a:extLst>
              <a:ext uri="{FF2B5EF4-FFF2-40B4-BE49-F238E27FC236}">
                <a16:creationId xmlns:a16="http://schemas.microsoft.com/office/drawing/2014/main" id="{A8A740C8-9B4B-6EA4-3CC7-3D5EFB208B11}"/>
              </a:ext>
            </a:extLst>
          </p:cNvPr>
          <p:cNvSpPr/>
          <p:nvPr/>
        </p:nvSpPr>
        <p:spPr>
          <a:xfrm>
            <a:off x="8920088" y="4583495"/>
            <a:ext cx="2118025" cy="3780079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E81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Marker 7">
            <a:extLst>
              <a:ext uri="{FF2B5EF4-FFF2-40B4-BE49-F238E27FC236}">
                <a16:creationId xmlns:a16="http://schemas.microsoft.com/office/drawing/2014/main" id="{2182A48B-1C0C-35A1-CBE3-522A5DBB28A7}"/>
              </a:ext>
            </a:extLst>
          </p:cNvPr>
          <p:cNvSpPr/>
          <p:nvPr/>
        </p:nvSpPr>
        <p:spPr>
          <a:xfrm>
            <a:off x="10574703" y="8225401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2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45" name="Marker 7">
            <a:extLst>
              <a:ext uri="{FF2B5EF4-FFF2-40B4-BE49-F238E27FC236}">
                <a16:creationId xmlns:a16="http://schemas.microsoft.com/office/drawing/2014/main" id="{1CCEB01E-CBD1-0549-6AE8-AC43AD9AB677}"/>
              </a:ext>
            </a:extLst>
          </p:cNvPr>
          <p:cNvSpPr/>
          <p:nvPr/>
        </p:nvSpPr>
        <p:spPr>
          <a:xfrm>
            <a:off x="10626186" y="4933717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4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3" name="Bereich 5">
            <a:extLst>
              <a:ext uri="{FF2B5EF4-FFF2-40B4-BE49-F238E27FC236}">
                <a16:creationId xmlns:a16="http://schemas.microsoft.com/office/drawing/2014/main" id="{64E3C814-D26A-14CD-B20C-56E37121C835}"/>
              </a:ext>
            </a:extLst>
          </p:cNvPr>
          <p:cNvSpPr/>
          <p:nvPr/>
        </p:nvSpPr>
        <p:spPr>
          <a:xfrm>
            <a:off x="11204479" y="5022488"/>
            <a:ext cx="1819190" cy="1182977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E81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ereich 5">
            <a:extLst>
              <a:ext uri="{FF2B5EF4-FFF2-40B4-BE49-F238E27FC236}">
                <a16:creationId xmlns:a16="http://schemas.microsoft.com/office/drawing/2014/main" id="{E973ECF4-135B-7124-08D4-69A9636D5B2F}"/>
              </a:ext>
            </a:extLst>
          </p:cNvPr>
          <p:cNvSpPr/>
          <p:nvPr/>
        </p:nvSpPr>
        <p:spPr>
          <a:xfrm>
            <a:off x="11204479" y="6268708"/>
            <a:ext cx="1819190" cy="537460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E81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Marker 7">
            <a:extLst>
              <a:ext uri="{FF2B5EF4-FFF2-40B4-BE49-F238E27FC236}">
                <a16:creationId xmlns:a16="http://schemas.microsoft.com/office/drawing/2014/main" id="{76561B1C-DCCB-418A-3FD0-F168B24391E5}"/>
              </a:ext>
            </a:extLst>
          </p:cNvPr>
          <p:cNvSpPr/>
          <p:nvPr/>
        </p:nvSpPr>
        <p:spPr>
          <a:xfrm>
            <a:off x="12610589" y="4884316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1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9" name="Marker 7">
            <a:extLst>
              <a:ext uri="{FF2B5EF4-FFF2-40B4-BE49-F238E27FC236}">
                <a16:creationId xmlns:a16="http://schemas.microsoft.com/office/drawing/2014/main" id="{F3314BF4-AC4A-BF0F-EE01-959575B422EB}"/>
              </a:ext>
            </a:extLst>
          </p:cNvPr>
          <p:cNvSpPr/>
          <p:nvPr/>
        </p:nvSpPr>
        <p:spPr>
          <a:xfrm>
            <a:off x="12334244" y="6667995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3</a:t>
            </a:r>
            <a:endParaRPr sz="14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22672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9">
            <a:extLst>
              <a:ext uri="{FF2B5EF4-FFF2-40B4-BE49-F238E27FC236}">
                <a16:creationId xmlns:a16="http://schemas.microsoft.com/office/drawing/2014/main" id="{9D84CB75-A334-A481-8270-55CB4232030B}"/>
              </a:ext>
            </a:extLst>
          </p:cNvPr>
          <p:cNvSpPr txBox="1"/>
          <p:nvPr/>
        </p:nvSpPr>
        <p:spPr>
          <a:xfrm>
            <a:off x="512894" y="907594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2000" b="1" dirty="0">
                <a:solidFill>
                  <a:srgbClr val="1A1A1A"/>
                </a:solidFill>
              </a:rPr>
              <a:t>Phase 1 – Detail: Kuppelplatte vom Stapel ziehen</a:t>
            </a:r>
            <a:endParaRPr sz="2000" b="1" dirty="0">
              <a:solidFill>
                <a:srgbClr val="1A1A1A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3CA01429-1381-E763-DBB8-DEA269A78BDC}"/>
              </a:ext>
            </a:extLst>
          </p:cNvPr>
          <p:cNvSpPr txBox="1"/>
          <p:nvPr/>
        </p:nvSpPr>
        <p:spPr>
          <a:xfrm>
            <a:off x="6450246" y="794957"/>
            <a:ext cx="6578600" cy="4196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7. Kuppelplatten vom Stapel ziehen und auf die Kuppel (6) legen. Insgesamt 2 Kuppelplatten müssen je Runde &amp; Spieler gezogen werden. Über das Symbol lässt sich erkennen ob es sich um eine Spezialplatte oder um eine </a:t>
            </a:r>
            <a:r>
              <a:rPr lang="de-DE" sz="1600" dirty="0" err="1">
                <a:solidFill>
                  <a:srgbClr val="1A1A1A"/>
                </a:solidFill>
              </a:rPr>
              <a:t>Jokerplatte</a:t>
            </a:r>
            <a:r>
              <a:rPr lang="de-DE" sz="1600" dirty="0">
                <a:solidFill>
                  <a:srgbClr val="1A1A1A"/>
                </a:solidFill>
              </a:rPr>
              <a:t> handelt.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8. Es können mehrere Platten gezogen werden, Kosten jedoch jeweils -1 Punkt. Die bisherigen Rückseiten sind bekannt. Vorderseiten werden erst sichtbar sobald das Ziehen abgeschlossen ist.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9. Abschluss des Ziehens, Übergang in die Auswahl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10. Zuerst selektieren welche Platte gelegt werden soll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11. Dann Reihenfolge der zurückgelegten Platten auswählen (erst relevant bei mehr als 2 gezogenen Kuppelplatten)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12. Zurücksetzen der gewählten Reihenfolge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13. Rotation der zu legenden Kuppelplatte festlegen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14. Vorschau der zu legenden und rotierten Kuppelplatte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15. Abschluss</a:t>
            </a:r>
          </a:p>
        </p:txBody>
      </p: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FADB1803-0C07-D5E0-B727-4887CA340D39}"/>
              </a:ext>
            </a:extLst>
          </p:cNvPr>
          <p:cNvGrpSpPr/>
          <p:nvPr/>
        </p:nvGrpSpPr>
        <p:grpSpPr>
          <a:xfrm>
            <a:off x="431312" y="1839106"/>
            <a:ext cx="5619888" cy="3305636"/>
            <a:chOff x="5603975" y="6079216"/>
            <a:chExt cx="5619888" cy="3305636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DEF8E68F-5111-B276-ABF4-8B6964E30B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03975" y="6079216"/>
              <a:ext cx="4725059" cy="3305636"/>
            </a:xfrm>
            <a:prstGeom prst="rect">
              <a:avLst/>
            </a:prstGeom>
            <a:ln w="28575">
              <a:solidFill>
                <a:schemeClr val="accent1"/>
              </a:solidFill>
            </a:ln>
          </p:spPr>
        </p:pic>
        <p:sp>
          <p:nvSpPr>
            <p:cNvPr id="7" name="Marker 7">
              <a:extLst>
                <a:ext uri="{FF2B5EF4-FFF2-40B4-BE49-F238E27FC236}">
                  <a16:creationId xmlns:a16="http://schemas.microsoft.com/office/drawing/2014/main" id="{2090BC27-F475-4BDE-100E-B8C71069E552}"/>
                </a:ext>
              </a:extLst>
            </p:cNvPr>
            <p:cNvSpPr/>
            <p:nvPr/>
          </p:nvSpPr>
          <p:spPr>
            <a:xfrm>
              <a:off x="5646053" y="7519774"/>
              <a:ext cx="276345" cy="276345"/>
            </a:xfrm>
            <a:prstGeom prst="ellipse">
              <a:avLst/>
            </a:prstGeom>
            <a:solidFill>
              <a:srgbClr val="E81C2E"/>
            </a:solidFill>
            <a:ln w="222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8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pic>
          <p:nvPicPr>
            <p:cNvPr id="23" name="Grafik 22">
              <a:extLst>
                <a:ext uri="{FF2B5EF4-FFF2-40B4-BE49-F238E27FC236}">
                  <a16:creationId xmlns:a16="http://schemas.microsoft.com/office/drawing/2014/main" id="{66080E9A-9A0F-FD51-09DB-70E89DBD45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924" t="23422" r="22132" b="44525"/>
            <a:stretch>
              <a:fillRect/>
            </a:stretch>
          </p:blipFill>
          <p:spPr>
            <a:xfrm>
              <a:off x="7682714" y="8032708"/>
              <a:ext cx="3541149" cy="1059543"/>
            </a:xfrm>
            <a:prstGeom prst="rect">
              <a:avLst/>
            </a:prstGeom>
            <a:ln w="28575">
              <a:solidFill>
                <a:schemeClr val="accent1"/>
              </a:solidFill>
            </a:ln>
          </p:spPr>
        </p:pic>
        <p:sp>
          <p:nvSpPr>
            <p:cNvPr id="25" name="Marker 7">
              <a:extLst>
                <a:ext uri="{FF2B5EF4-FFF2-40B4-BE49-F238E27FC236}">
                  <a16:creationId xmlns:a16="http://schemas.microsoft.com/office/drawing/2014/main" id="{FBD95EB3-0476-3F52-587C-A94FB29EB2E5}"/>
                </a:ext>
              </a:extLst>
            </p:cNvPr>
            <p:cNvSpPr/>
            <p:nvPr/>
          </p:nvSpPr>
          <p:spPr>
            <a:xfrm>
              <a:off x="10908261" y="8286134"/>
              <a:ext cx="276345" cy="276345"/>
            </a:xfrm>
            <a:prstGeom prst="ellipse">
              <a:avLst/>
            </a:prstGeom>
            <a:solidFill>
              <a:srgbClr val="E81C2E"/>
            </a:solidFill>
            <a:ln w="222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8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31" name="Marker 7">
              <a:extLst>
                <a:ext uri="{FF2B5EF4-FFF2-40B4-BE49-F238E27FC236}">
                  <a16:creationId xmlns:a16="http://schemas.microsoft.com/office/drawing/2014/main" id="{6463C5F5-985F-C1A3-D73F-608FF610CF4E}"/>
                </a:ext>
              </a:extLst>
            </p:cNvPr>
            <p:cNvSpPr/>
            <p:nvPr/>
          </p:nvSpPr>
          <p:spPr>
            <a:xfrm>
              <a:off x="8325753" y="7534001"/>
              <a:ext cx="276345" cy="276345"/>
            </a:xfrm>
            <a:prstGeom prst="ellipse">
              <a:avLst/>
            </a:prstGeom>
            <a:solidFill>
              <a:srgbClr val="E81C2E"/>
            </a:solidFill>
            <a:ln w="222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9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33" name="Marker 7">
              <a:extLst>
                <a:ext uri="{FF2B5EF4-FFF2-40B4-BE49-F238E27FC236}">
                  <a16:creationId xmlns:a16="http://schemas.microsoft.com/office/drawing/2014/main" id="{2DBB575E-40C5-C985-3487-4ED81C34C1AD}"/>
                </a:ext>
              </a:extLst>
            </p:cNvPr>
            <p:cNvSpPr/>
            <p:nvPr/>
          </p:nvSpPr>
          <p:spPr>
            <a:xfrm>
              <a:off x="7544541" y="8716345"/>
              <a:ext cx="276345" cy="276345"/>
            </a:xfrm>
            <a:prstGeom prst="ellipse">
              <a:avLst/>
            </a:prstGeom>
            <a:solidFill>
              <a:srgbClr val="E81C2E"/>
            </a:solidFill>
            <a:ln w="222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9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4820A72C-12BE-9DA4-A76B-D9AEBD700F06}"/>
              </a:ext>
            </a:extLst>
          </p:cNvPr>
          <p:cNvGrpSpPr/>
          <p:nvPr/>
        </p:nvGrpSpPr>
        <p:grpSpPr>
          <a:xfrm>
            <a:off x="252418" y="5681939"/>
            <a:ext cx="5082846" cy="3629532"/>
            <a:chOff x="220447" y="1459955"/>
            <a:chExt cx="5082846" cy="3629532"/>
          </a:xfrm>
        </p:grpSpPr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B39DEFBE-66D1-0705-C87C-369D98094C89}"/>
                </a:ext>
              </a:extLst>
            </p:cNvPr>
            <p:cNvGrpSpPr/>
            <p:nvPr/>
          </p:nvGrpSpPr>
          <p:grpSpPr>
            <a:xfrm>
              <a:off x="511549" y="1459955"/>
              <a:ext cx="4791744" cy="3629532"/>
              <a:chOff x="-4791744" y="429734"/>
              <a:chExt cx="4791744" cy="3629532"/>
            </a:xfrm>
          </p:grpSpPr>
          <p:pic>
            <p:nvPicPr>
              <p:cNvPr id="45" name="Grafik 44">
                <a:extLst>
                  <a:ext uri="{FF2B5EF4-FFF2-40B4-BE49-F238E27FC236}">
                    <a16:creationId xmlns:a16="http://schemas.microsoft.com/office/drawing/2014/main" id="{D1F5BEA9-F111-3BD1-55DF-FDFEB6C2A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4791744" y="429734"/>
                <a:ext cx="4791744" cy="3629532"/>
              </a:xfrm>
              <a:prstGeom prst="rect">
                <a:avLst/>
              </a:prstGeom>
              <a:ln w="28575">
                <a:solidFill>
                  <a:schemeClr val="accent1"/>
                </a:solidFill>
              </a:ln>
            </p:spPr>
          </p:pic>
          <p:sp>
            <p:nvSpPr>
              <p:cNvPr id="37" name="Marker 7">
                <a:extLst>
                  <a:ext uri="{FF2B5EF4-FFF2-40B4-BE49-F238E27FC236}">
                    <a16:creationId xmlns:a16="http://schemas.microsoft.com/office/drawing/2014/main" id="{BBEBB5BE-A3F7-7286-7C91-A747CD4B927E}"/>
                  </a:ext>
                </a:extLst>
              </p:cNvPr>
              <p:cNvSpPr/>
              <p:nvPr/>
            </p:nvSpPr>
            <p:spPr>
              <a:xfrm>
                <a:off x="-4073007" y="1968155"/>
                <a:ext cx="276345" cy="276345"/>
              </a:xfrm>
              <a:prstGeom prst="ellipse">
                <a:avLst/>
              </a:prstGeom>
              <a:solidFill>
                <a:srgbClr val="E81C2E"/>
              </a:solidFill>
              <a:ln w="22225">
                <a:solidFill>
                  <a:schemeClr val="bg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de-AT" sz="1400" b="1" dirty="0">
                    <a:solidFill>
                      <a:srgbClr val="FFFFFF"/>
                    </a:solidFill>
                  </a:rPr>
                  <a:t>10</a:t>
                </a:r>
                <a:endParaRPr sz="1400" b="1" dirty="0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63" name="Marker 7">
              <a:extLst>
                <a:ext uri="{FF2B5EF4-FFF2-40B4-BE49-F238E27FC236}">
                  <a16:creationId xmlns:a16="http://schemas.microsoft.com/office/drawing/2014/main" id="{9A69BD35-139C-722D-C0DA-5857C7FA41E3}"/>
                </a:ext>
              </a:extLst>
            </p:cNvPr>
            <p:cNvSpPr/>
            <p:nvPr/>
          </p:nvSpPr>
          <p:spPr>
            <a:xfrm>
              <a:off x="220447" y="1644440"/>
              <a:ext cx="432000" cy="432000"/>
            </a:xfrm>
            <a:prstGeom prst="ellipse">
              <a:avLst/>
            </a:prstGeom>
            <a:solidFill>
              <a:schemeClr val="accent1"/>
            </a:solidFill>
            <a:ln w="222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F2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32AA8867-6DF0-8856-8358-3FABC5A7FD8B}"/>
              </a:ext>
            </a:extLst>
          </p:cNvPr>
          <p:cNvGrpSpPr/>
          <p:nvPr/>
        </p:nvGrpSpPr>
        <p:grpSpPr>
          <a:xfrm>
            <a:off x="6579394" y="5389293"/>
            <a:ext cx="5052291" cy="4239217"/>
            <a:chOff x="156847" y="5318274"/>
            <a:chExt cx="5052291" cy="4239217"/>
          </a:xfrm>
        </p:grpSpPr>
        <p:pic>
          <p:nvPicPr>
            <p:cNvPr id="59" name="Grafik 58">
              <a:extLst>
                <a:ext uri="{FF2B5EF4-FFF2-40B4-BE49-F238E27FC236}">
                  <a16:creationId xmlns:a16="http://schemas.microsoft.com/office/drawing/2014/main" id="{822C9492-21F0-813C-BE09-45CB4E852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6447" y="5318274"/>
              <a:ext cx="4772691" cy="4239217"/>
            </a:xfrm>
            <a:prstGeom prst="rect">
              <a:avLst/>
            </a:prstGeom>
            <a:ln w="28575">
              <a:solidFill>
                <a:schemeClr val="accent1"/>
              </a:solidFill>
            </a:ln>
          </p:spPr>
        </p:pic>
        <p:sp>
          <p:nvSpPr>
            <p:cNvPr id="49" name="Marker 7">
              <a:extLst>
                <a:ext uri="{FF2B5EF4-FFF2-40B4-BE49-F238E27FC236}">
                  <a16:creationId xmlns:a16="http://schemas.microsoft.com/office/drawing/2014/main" id="{08F07ED9-59AA-E018-1D3B-A667E44DD4AF}"/>
                </a:ext>
              </a:extLst>
            </p:cNvPr>
            <p:cNvSpPr/>
            <p:nvPr/>
          </p:nvSpPr>
          <p:spPr>
            <a:xfrm>
              <a:off x="1256336" y="7060983"/>
              <a:ext cx="276345" cy="276345"/>
            </a:xfrm>
            <a:prstGeom prst="ellipse">
              <a:avLst/>
            </a:prstGeom>
            <a:solidFill>
              <a:srgbClr val="E81C2E"/>
            </a:solidFill>
            <a:ln w="2857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12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41" name="Marker 7">
              <a:extLst>
                <a:ext uri="{FF2B5EF4-FFF2-40B4-BE49-F238E27FC236}">
                  <a16:creationId xmlns:a16="http://schemas.microsoft.com/office/drawing/2014/main" id="{ED05CB3A-0A2A-C07B-1054-0236FE9E52F9}"/>
                </a:ext>
              </a:extLst>
            </p:cNvPr>
            <p:cNvSpPr/>
            <p:nvPr/>
          </p:nvSpPr>
          <p:spPr>
            <a:xfrm>
              <a:off x="298275" y="7743674"/>
              <a:ext cx="276345" cy="276345"/>
            </a:xfrm>
            <a:prstGeom prst="ellipse">
              <a:avLst/>
            </a:prstGeom>
            <a:solidFill>
              <a:srgbClr val="E81C2E"/>
            </a:solidFill>
            <a:ln w="2857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13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51" name="Marker 7">
              <a:extLst>
                <a:ext uri="{FF2B5EF4-FFF2-40B4-BE49-F238E27FC236}">
                  <a16:creationId xmlns:a16="http://schemas.microsoft.com/office/drawing/2014/main" id="{B0329732-B19D-68C8-E872-7FBF682D5E53}"/>
                </a:ext>
              </a:extLst>
            </p:cNvPr>
            <p:cNvSpPr/>
            <p:nvPr/>
          </p:nvSpPr>
          <p:spPr>
            <a:xfrm>
              <a:off x="1938238" y="8374119"/>
              <a:ext cx="276345" cy="276345"/>
            </a:xfrm>
            <a:prstGeom prst="ellipse">
              <a:avLst/>
            </a:prstGeom>
            <a:solidFill>
              <a:srgbClr val="E81C2E"/>
            </a:solidFill>
            <a:ln w="2857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14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53" name="Marker 7">
              <a:extLst>
                <a:ext uri="{FF2B5EF4-FFF2-40B4-BE49-F238E27FC236}">
                  <a16:creationId xmlns:a16="http://schemas.microsoft.com/office/drawing/2014/main" id="{D2D66634-0C18-CFFF-5F5F-01EDE94ECE09}"/>
                </a:ext>
              </a:extLst>
            </p:cNvPr>
            <p:cNvSpPr/>
            <p:nvPr/>
          </p:nvSpPr>
          <p:spPr>
            <a:xfrm>
              <a:off x="801418" y="8929467"/>
              <a:ext cx="276345" cy="276345"/>
            </a:xfrm>
            <a:prstGeom prst="ellipse">
              <a:avLst/>
            </a:prstGeom>
            <a:solidFill>
              <a:srgbClr val="E81C2E"/>
            </a:solidFill>
            <a:ln w="2857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15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61" name="Marker 7">
              <a:extLst>
                <a:ext uri="{FF2B5EF4-FFF2-40B4-BE49-F238E27FC236}">
                  <a16:creationId xmlns:a16="http://schemas.microsoft.com/office/drawing/2014/main" id="{52515903-AF8B-A543-3467-6807F770C4F6}"/>
                </a:ext>
              </a:extLst>
            </p:cNvPr>
            <p:cNvSpPr/>
            <p:nvPr/>
          </p:nvSpPr>
          <p:spPr>
            <a:xfrm>
              <a:off x="4639354" y="6741096"/>
              <a:ext cx="276345" cy="276345"/>
            </a:xfrm>
            <a:prstGeom prst="ellipse">
              <a:avLst/>
            </a:prstGeom>
            <a:solidFill>
              <a:srgbClr val="E81C2E"/>
            </a:solidFill>
            <a:ln w="2857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11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65" name="Marker 7">
              <a:extLst>
                <a:ext uri="{FF2B5EF4-FFF2-40B4-BE49-F238E27FC236}">
                  <a16:creationId xmlns:a16="http://schemas.microsoft.com/office/drawing/2014/main" id="{5ABE8AEE-512C-E44A-D09B-1D71C660B34E}"/>
                </a:ext>
              </a:extLst>
            </p:cNvPr>
            <p:cNvSpPr/>
            <p:nvPr/>
          </p:nvSpPr>
          <p:spPr>
            <a:xfrm>
              <a:off x="156847" y="5690757"/>
              <a:ext cx="432000" cy="432000"/>
            </a:xfrm>
            <a:prstGeom prst="ellipse">
              <a:avLst/>
            </a:prstGeom>
            <a:solidFill>
              <a:schemeClr val="accent1"/>
            </a:solidFill>
            <a:ln w="222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de-AT" sz="1400" b="1" dirty="0">
                  <a:solidFill>
                    <a:srgbClr val="FFFFFF"/>
                  </a:solidFill>
                </a:rPr>
                <a:t>F2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</p:grpSp>
      <p:sp>
        <p:nvSpPr>
          <p:cNvPr id="70" name="Marker 7">
            <a:extLst>
              <a:ext uri="{FF2B5EF4-FFF2-40B4-BE49-F238E27FC236}">
                <a16:creationId xmlns:a16="http://schemas.microsoft.com/office/drawing/2014/main" id="{701DB5C7-1E8D-4EC0-1495-F30BC1F5053A}"/>
              </a:ext>
            </a:extLst>
          </p:cNvPr>
          <p:cNvSpPr/>
          <p:nvPr/>
        </p:nvSpPr>
        <p:spPr>
          <a:xfrm>
            <a:off x="89853" y="2037206"/>
            <a:ext cx="432000" cy="432000"/>
          </a:xfrm>
          <a:prstGeom prst="ellipse">
            <a:avLst/>
          </a:prstGeom>
          <a:solidFill>
            <a:schemeClr val="accent1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F2</a:t>
            </a:r>
            <a:endParaRPr sz="14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1549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5877FED-4560-EDDA-1FD7-F33138DCD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262" y="1593236"/>
            <a:ext cx="4734586" cy="4467849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5" name="Marker 7">
            <a:extLst>
              <a:ext uri="{FF2B5EF4-FFF2-40B4-BE49-F238E27FC236}">
                <a16:creationId xmlns:a16="http://schemas.microsoft.com/office/drawing/2014/main" id="{7FB63B75-7CF3-DE6F-2459-0D8BE3D8648F}"/>
              </a:ext>
            </a:extLst>
          </p:cNvPr>
          <p:cNvSpPr/>
          <p:nvPr/>
        </p:nvSpPr>
        <p:spPr>
          <a:xfrm>
            <a:off x="789262" y="2243268"/>
            <a:ext cx="432000" cy="432000"/>
          </a:xfrm>
          <a:prstGeom prst="ellipse">
            <a:avLst/>
          </a:prstGeom>
          <a:solidFill>
            <a:schemeClr val="accent1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F3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AA31611-1CC2-5C70-9192-1EC32A3EFB29}"/>
              </a:ext>
            </a:extLst>
          </p:cNvPr>
          <p:cNvSpPr txBox="1"/>
          <p:nvPr/>
        </p:nvSpPr>
        <p:spPr>
          <a:xfrm>
            <a:off x="6269942" y="2121481"/>
            <a:ext cx="6578600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8. Es können mehrere Platten gezogen werden, Kosten jedoch jeweils -1 Punkt. Die bisherigen Rückseiten sind bekannt. Vorderseiten werden erst sichtbar sobald das Ziehen abgeschlossen ist.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9. Abschluss des Ziehens, Übergang in die Auswahl, weiter mit Fenster F2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16. Auslage, zu legende Kuppelplatte kann noch geändert werden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17. Rotation der zu legenden Kuppelplatte festlegen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18. Vorschau der zu legenden Kuppelplatte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19. Abschluss</a:t>
            </a:r>
          </a:p>
          <a:p>
            <a:pPr>
              <a:spcAft>
                <a:spcPts val="400"/>
              </a:spcAft>
            </a:pPr>
            <a:endParaRPr lang="de-DE" sz="1600" dirty="0">
              <a:solidFill>
                <a:srgbClr val="1A1A1A"/>
              </a:solidFill>
            </a:endParaRPr>
          </a:p>
        </p:txBody>
      </p:sp>
      <p:sp>
        <p:nvSpPr>
          <p:cNvPr id="9" name="Marker 7">
            <a:extLst>
              <a:ext uri="{FF2B5EF4-FFF2-40B4-BE49-F238E27FC236}">
                <a16:creationId xmlns:a16="http://schemas.microsoft.com/office/drawing/2014/main" id="{6E1E8761-3CEE-0678-0318-DEC9C40CD06C}"/>
              </a:ext>
            </a:extLst>
          </p:cNvPr>
          <p:cNvSpPr/>
          <p:nvPr/>
        </p:nvSpPr>
        <p:spPr>
          <a:xfrm>
            <a:off x="1104454" y="3403609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8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1" name="Marker 7">
            <a:extLst>
              <a:ext uri="{FF2B5EF4-FFF2-40B4-BE49-F238E27FC236}">
                <a16:creationId xmlns:a16="http://schemas.microsoft.com/office/drawing/2014/main" id="{13DEDC8D-F3D6-CB08-968B-7B7C8E5706C5}"/>
              </a:ext>
            </a:extLst>
          </p:cNvPr>
          <p:cNvSpPr/>
          <p:nvPr/>
        </p:nvSpPr>
        <p:spPr>
          <a:xfrm>
            <a:off x="3784154" y="3417836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9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3" name="Marker 7">
            <a:extLst>
              <a:ext uri="{FF2B5EF4-FFF2-40B4-BE49-F238E27FC236}">
                <a16:creationId xmlns:a16="http://schemas.microsoft.com/office/drawing/2014/main" id="{453B871B-F4DA-3731-9464-EDDB91D6499A}"/>
              </a:ext>
            </a:extLst>
          </p:cNvPr>
          <p:cNvSpPr/>
          <p:nvPr/>
        </p:nvSpPr>
        <p:spPr>
          <a:xfrm>
            <a:off x="1892112" y="2398923"/>
            <a:ext cx="276345" cy="276345"/>
          </a:xfrm>
          <a:prstGeom prst="ellipse">
            <a:avLst/>
          </a:prstGeom>
          <a:solidFill>
            <a:srgbClr val="E81C2E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16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5" name="Marker 7">
            <a:extLst>
              <a:ext uri="{FF2B5EF4-FFF2-40B4-BE49-F238E27FC236}">
                <a16:creationId xmlns:a16="http://schemas.microsoft.com/office/drawing/2014/main" id="{04906BA7-0EC5-59CD-0247-11F3762AC16C}"/>
              </a:ext>
            </a:extLst>
          </p:cNvPr>
          <p:cNvSpPr/>
          <p:nvPr/>
        </p:nvSpPr>
        <p:spPr>
          <a:xfrm>
            <a:off x="828109" y="3882262"/>
            <a:ext cx="276345" cy="276345"/>
          </a:xfrm>
          <a:prstGeom prst="ellipse">
            <a:avLst/>
          </a:prstGeom>
          <a:solidFill>
            <a:srgbClr val="E81C2E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17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7" name="Marker 7">
            <a:extLst>
              <a:ext uri="{FF2B5EF4-FFF2-40B4-BE49-F238E27FC236}">
                <a16:creationId xmlns:a16="http://schemas.microsoft.com/office/drawing/2014/main" id="{1F010F69-680A-5C62-E1EF-1E69B95A155B}"/>
              </a:ext>
            </a:extLst>
          </p:cNvPr>
          <p:cNvSpPr/>
          <p:nvPr/>
        </p:nvSpPr>
        <p:spPr>
          <a:xfrm>
            <a:off x="2345670" y="4506594"/>
            <a:ext cx="276345" cy="276345"/>
          </a:xfrm>
          <a:prstGeom prst="ellipse">
            <a:avLst/>
          </a:prstGeom>
          <a:solidFill>
            <a:srgbClr val="E81C2E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18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9" name="Marker 7">
            <a:extLst>
              <a:ext uri="{FF2B5EF4-FFF2-40B4-BE49-F238E27FC236}">
                <a16:creationId xmlns:a16="http://schemas.microsoft.com/office/drawing/2014/main" id="{9F7A3C52-BCE1-1899-46BA-E956F932561B}"/>
              </a:ext>
            </a:extLst>
          </p:cNvPr>
          <p:cNvSpPr/>
          <p:nvPr/>
        </p:nvSpPr>
        <p:spPr>
          <a:xfrm>
            <a:off x="1380799" y="5352154"/>
            <a:ext cx="276345" cy="276345"/>
          </a:xfrm>
          <a:prstGeom prst="ellipse">
            <a:avLst/>
          </a:prstGeom>
          <a:solidFill>
            <a:srgbClr val="E81C2E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19</a:t>
            </a:r>
            <a:endParaRPr sz="14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4799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9">
            <a:extLst>
              <a:ext uri="{FF2B5EF4-FFF2-40B4-BE49-F238E27FC236}">
                <a16:creationId xmlns:a16="http://schemas.microsoft.com/office/drawing/2014/main" id="{34E37168-A611-AB64-09C5-8D65E9D9EE7C}"/>
              </a:ext>
            </a:extLst>
          </p:cNvPr>
          <p:cNvSpPr txBox="1"/>
          <p:nvPr/>
        </p:nvSpPr>
        <p:spPr>
          <a:xfrm>
            <a:off x="512894" y="907594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2000" b="1" dirty="0">
                <a:solidFill>
                  <a:srgbClr val="1A1A1A"/>
                </a:solidFill>
              </a:rPr>
              <a:t>Phase 1 – Detail: Mondbereich stapeln</a:t>
            </a:r>
            <a:endParaRPr sz="2000" b="1" dirty="0">
              <a:solidFill>
                <a:srgbClr val="1A1A1A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B1FA472-6F0F-2292-6B9C-B6725368B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122" y="2337206"/>
            <a:ext cx="3801005" cy="4267796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7" name="Marker 7">
            <a:extLst>
              <a:ext uri="{FF2B5EF4-FFF2-40B4-BE49-F238E27FC236}">
                <a16:creationId xmlns:a16="http://schemas.microsoft.com/office/drawing/2014/main" id="{AD2976CA-ADF9-6D66-AFA3-E13727AC1C2D}"/>
              </a:ext>
            </a:extLst>
          </p:cNvPr>
          <p:cNvSpPr/>
          <p:nvPr/>
        </p:nvSpPr>
        <p:spPr>
          <a:xfrm>
            <a:off x="2559656" y="2516664"/>
            <a:ext cx="432000" cy="432000"/>
          </a:xfrm>
          <a:prstGeom prst="ellipse">
            <a:avLst/>
          </a:prstGeom>
          <a:solidFill>
            <a:schemeClr val="accent1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F4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9" name="Marker 7">
            <a:extLst>
              <a:ext uri="{FF2B5EF4-FFF2-40B4-BE49-F238E27FC236}">
                <a16:creationId xmlns:a16="http://schemas.microsoft.com/office/drawing/2014/main" id="{B1C9B148-F9FB-7B86-5A70-4ADA2AE19C9A}"/>
              </a:ext>
            </a:extLst>
          </p:cNvPr>
          <p:cNvSpPr/>
          <p:nvPr/>
        </p:nvSpPr>
        <p:spPr>
          <a:xfrm>
            <a:off x="3967017" y="4332931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1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1" name="Marker 7">
            <a:extLst>
              <a:ext uri="{FF2B5EF4-FFF2-40B4-BE49-F238E27FC236}">
                <a16:creationId xmlns:a16="http://schemas.microsoft.com/office/drawing/2014/main" id="{FD7D64C4-F16F-493A-E02C-C566F4403ADF}"/>
              </a:ext>
            </a:extLst>
          </p:cNvPr>
          <p:cNvSpPr/>
          <p:nvPr/>
        </p:nvSpPr>
        <p:spPr>
          <a:xfrm>
            <a:off x="6637122" y="4796571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3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3" name="Marker 7">
            <a:extLst>
              <a:ext uri="{FF2B5EF4-FFF2-40B4-BE49-F238E27FC236}">
                <a16:creationId xmlns:a16="http://schemas.microsoft.com/office/drawing/2014/main" id="{4CA1FBEA-6140-F696-0B6C-F91B9B361984}"/>
              </a:ext>
            </a:extLst>
          </p:cNvPr>
          <p:cNvSpPr/>
          <p:nvPr/>
        </p:nvSpPr>
        <p:spPr>
          <a:xfrm>
            <a:off x="4106196" y="5144836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2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5" name="Marker 7">
            <a:extLst>
              <a:ext uri="{FF2B5EF4-FFF2-40B4-BE49-F238E27FC236}">
                <a16:creationId xmlns:a16="http://schemas.microsoft.com/office/drawing/2014/main" id="{CC72BF3C-63E8-3CAA-A156-7D9175FE4A51}"/>
              </a:ext>
            </a:extLst>
          </p:cNvPr>
          <p:cNvSpPr/>
          <p:nvPr/>
        </p:nvSpPr>
        <p:spPr>
          <a:xfrm>
            <a:off x="6043895" y="5905750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AT" sz="1400" b="1" dirty="0">
                <a:solidFill>
                  <a:srgbClr val="FFFFFF"/>
                </a:solidFill>
              </a:rPr>
              <a:t>4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30DCF10-A3C2-C09B-04D9-030740560B60}"/>
              </a:ext>
            </a:extLst>
          </p:cNvPr>
          <p:cNvSpPr txBox="1"/>
          <p:nvPr/>
        </p:nvSpPr>
        <p:spPr>
          <a:xfrm>
            <a:off x="7148827" y="3024880"/>
            <a:ext cx="657860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1. Noch offene Fliesen für die Reihenfolge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2. Wie wird der Stapel aussehen mit der momentan aktiven Reihenfolge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3. Reihenfolge zurücksetzen</a:t>
            </a:r>
          </a:p>
          <a:p>
            <a:pPr>
              <a:spcAft>
                <a:spcPts val="400"/>
              </a:spcAft>
            </a:pPr>
            <a:r>
              <a:rPr lang="de-DE" sz="1600" dirty="0">
                <a:solidFill>
                  <a:srgbClr val="1A1A1A"/>
                </a:solidFill>
              </a:rPr>
              <a:t>4. Bestätigen</a:t>
            </a:r>
          </a:p>
        </p:txBody>
      </p:sp>
    </p:spTree>
    <p:extLst>
      <p:ext uri="{BB962C8B-B14F-4D97-AF65-F5344CB8AC3E}">
        <p14:creationId xmlns:p14="http://schemas.microsoft.com/office/powerpoint/2010/main" val="15082864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2_tiling_bonuschi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95" y="0"/>
            <a:ext cx="12191695" cy="7721406"/>
          </a:xfrm>
          <a:prstGeom prst="rect">
            <a:avLst/>
          </a:prstGeom>
        </p:spPr>
      </p:pic>
      <p:sp>
        <p:nvSpPr>
          <p:cNvPr id="3" name="Marker 1"/>
          <p:cNvSpPr/>
          <p:nvPr/>
        </p:nvSpPr>
        <p:spPr>
          <a:xfrm>
            <a:off x="6701160" y="1609305"/>
            <a:ext cx="243833" cy="243833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Marker 2"/>
          <p:cNvSpPr/>
          <p:nvPr/>
        </p:nvSpPr>
        <p:spPr>
          <a:xfrm>
            <a:off x="4441632" y="1397982"/>
            <a:ext cx="243833" cy="243833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" name="Marker 3"/>
          <p:cNvSpPr/>
          <p:nvPr/>
        </p:nvSpPr>
        <p:spPr>
          <a:xfrm>
            <a:off x="4441632" y="1796245"/>
            <a:ext cx="243833" cy="243833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Marker 4"/>
          <p:cNvSpPr/>
          <p:nvPr/>
        </p:nvSpPr>
        <p:spPr>
          <a:xfrm>
            <a:off x="5929019" y="1601177"/>
            <a:ext cx="243833" cy="243833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" name="Marker 6"/>
          <p:cNvSpPr/>
          <p:nvPr/>
        </p:nvSpPr>
        <p:spPr>
          <a:xfrm>
            <a:off x="12309340" y="430775"/>
            <a:ext cx="243833" cy="243833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" name="Marker 7"/>
          <p:cNvSpPr/>
          <p:nvPr/>
        </p:nvSpPr>
        <p:spPr>
          <a:xfrm>
            <a:off x="12309340" y="1341088"/>
            <a:ext cx="243833" cy="243833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7714" y="5741126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1A1A1A"/>
                </a:solidFill>
              </a:rPr>
              <a:t>2) Tiling-Phase -- </a:t>
            </a:r>
            <a:r>
              <a:rPr sz="2000" b="1" dirty="0" err="1">
                <a:solidFill>
                  <a:srgbClr val="1A1A1A"/>
                </a:solidFill>
              </a:rPr>
              <a:t>Bonuschips</a:t>
            </a:r>
            <a:r>
              <a:rPr sz="2000" b="1" dirty="0">
                <a:solidFill>
                  <a:srgbClr val="1A1A1A"/>
                </a:solidFill>
              </a:rPr>
              <a:t> </a:t>
            </a:r>
            <a:r>
              <a:rPr sz="2000" b="1" dirty="0" err="1">
                <a:solidFill>
                  <a:srgbClr val="1A1A1A"/>
                </a:solidFill>
              </a:rPr>
              <a:t>einsetzen</a:t>
            </a:r>
            <a:r>
              <a:rPr sz="2000" b="1" dirty="0">
                <a:solidFill>
                  <a:srgbClr val="1A1A1A"/>
                </a:solidFill>
              </a:rPr>
              <a:t> </a:t>
            </a:r>
            <a:r>
              <a:rPr sz="2000" b="1" dirty="0" err="1">
                <a:solidFill>
                  <a:srgbClr val="1A1A1A"/>
                </a:solidFill>
              </a:rPr>
              <a:t>oder</a:t>
            </a:r>
            <a:r>
              <a:rPr sz="2000" b="1" dirty="0">
                <a:solidFill>
                  <a:srgbClr val="1A1A1A"/>
                </a:solidFill>
              </a:rPr>
              <a:t> Reihe </a:t>
            </a:r>
            <a:r>
              <a:rPr sz="2000" b="1" dirty="0" err="1">
                <a:solidFill>
                  <a:srgbClr val="1A1A1A"/>
                </a:solidFill>
              </a:rPr>
              <a:t>ueberspringen</a:t>
            </a:r>
            <a:endParaRPr sz="2000" b="1" dirty="0">
              <a:solidFill>
                <a:srgbClr val="1A1A1A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57715" y="7831134"/>
            <a:ext cx="5638647" cy="1210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7A0D17"/>
                </a:solidFill>
              </a:rPr>
              <a:t>1  </a:t>
            </a:r>
            <a:r>
              <a:rPr sz="1100">
                <a:solidFill>
                  <a:srgbClr val="1A1A1A"/>
                </a:solidFill>
              </a:rPr>
              <a:t>Blauer Punkt -- markiert die als naechstes faellige Reihe (oben-nach-unten-Regel).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7A0D17"/>
                </a:solidFill>
              </a:rPr>
              <a:t>2  </a:t>
            </a:r>
            <a:r>
              <a:rPr sz="1100">
                <a:solidFill>
                  <a:srgbClr val="1A1A1A"/>
                </a:solidFill>
              </a:rPr>
              <a:t>Bonuschips-Kasten (jetzt farbig hervorgehoben) -- anklicken oeffnet den Dialog zum Einsetzen der Chips fuer die faellige Reihe: 2 gleichfarbige ODER 3 beliebige Chips = 1 fehlende Fliese.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7A0D17"/>
                </a:solidFill>
              </a:rPr>
              <a:t>3  </a:t>
            </a:r>
            <a:r>
              <a:rPr sz="1100">
                <a:solidFill>
                  <a:srgbClr val="1A1A1A"/>
                </a:solidFill>
              </a:rPr>
              <a:t>„Reihe X fuer Bonuschips ignorieren“ -- ueberspringt diese nur per Chips komplettierbare Reihe bewusst, um z.B. erst eine spaetere zu bedienen. Ueber den „↺ zuruecksetzen“-Link wieder aufhebbar.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3562" y="7831135"/>
            <a:ext cx="5638647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7A0D17"/>
                </a:solidFill>
              </a:rPr>
              <a:t>4  </a:t>
            </a:r>
            <a:r>
              <a:rPr sz="1100">
                <a:solidFill>
                  <a:srgbClr val="1A1A1A"/>
                </a:solidFill>
              </a:rPr>
              <a:t>Faellige Musterreihe -- gestrichelt umrandet, solange sie auf eine Aktion wartet.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7A0D17"/>
                </a:solidFill>
              </a:rPr>
              <a:t>6  </a:t>
            </a:r>
            <a:r>
              <a:rPr sz="1100">
                <a:solidFill>
                  <a:srgbClr val="1A1A1A"/>
                </a:solidFill>
              </a:rPr>
              <a:t>Phasen-Anzeige „Phase 2: Reihe anklicken“ -- Hinweistext erklaert die Chip-Regel noch einmal.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7A0D17"/>
                </a:solidFill>
              </a:rPr>
              <a:t>7  </a:t>
            </a:r>
            <a:r>
              <a:rPr sz="1100">
                <a:solidFill>
                  <a:srgbClr val="1A1A1A"/>
                </a:solidFill>
              </a:rPr>
              <a:t>„Mein Tiling abschliessen“ -- eigene Tiling-Phase beenden; danach ist die KI/der andere Spieler dran.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AA11E69-DEF3-A033-BC7A-E816EE8ADE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859" y="2981846"/>
            <a:ext cx="11965070" cy="3905795"/>
          </a:xfrm>
          <a:prstGeom prst="rect">
            <a:avLst/>
          </a:prstGeom>
        </p:spPr>
      </p:pic>
      <p:sp>
        <p:nvSpPr>
          <p:cNvPr id="5" name="TextBox 19">
            <a:extLst>
              <a:ext uri="{FF2B5EF4-FFF2-40B4-BE49-F238E27FC236}">
                <a16:creationId xmlns:a16="http://schemas.microsoft.com/office/drawing/2014/main" id="{B8765937-5DA7-AE19-0BEF-9C2D921DD529}"/>
              </a:ext>
            </a:extLst>
          </p:cNvPr>
          <p:cNvSpPr txBox="1"/>
          <p:nvPr/>
        </p:nvSpPr>
        <p:spPr>
          <a:xfrm>
            <a:off x="512894" y="907594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2000" b="1" dirty="0">
                <a:solidFill>
                  <a:srgbClr val="1A1A1A"/>
                </a:solidFill>
              </a:rPr>
              <a:t>Phase 2: Runde abrechnen</a:t>
            </a:r>
            <a:endParaRPr sz="2000" b="1" dirty="0">
              <a:solidFill>
                <a:srgbClr val="1A1A1A"/>
              </a:solidFill>
            </a:endParaRPr>
          </a:p>
        </p:txBody>
      </p:sp>
      <p:sp>
        <p:nvSpPr>
          <p:cNvPr id="7" name="Marker 1">
            <a:extLst>
              <a:ext uri="{FF2B5EF4-FFF2-40B4-BE49-F238E27FC236}">
                <a16:creationId xmlns:a16="http://schemas.microsoft.com/office/drawing/2014/main" id="{521CDA08-1F8C-1555-01F0-521634112340}"/>
              </a:ext>
            </a:extLst>
          </p:cNvPr>
          <p:cNvSpPr/>
          <p:nvPr/>
        </p:nvSpPr>
        <p:spPr>
          <a:xfrm>
            <a:off x="4383861" y="3631288"/>
            <a:ext cx="243833" cy="243833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399453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1_hauptansicht.png"/>
          <p:cNvPicPr>
            <a:picLocks noChangeAspect="1"/>
          </p:cNvPicPr>
          <p:nvPr/>
        </p:nvPicPr>
        <p:blipFill>
          <a:blip r:embed="rId2"/>
          <a:srcRect b="33263"/>
          <a:stretch>
            <a:fillRect/>
          </a:stretch>
        </p:blipFill>
        <p:spPr>
          <a:xfrm>
            <a:off x="410245" y="366598"/>
            <a:ext cx="12191695" cy="5153023"/>
          </a:xfrm>
          <a:prstGeom prst="rect">
            <a:avLst/>
          </a:prstGeom>
        </p:spPr>
      </p:pic>
      <p:sp>
        <p:nvSpPr>
          <p:cNvPr id="3" name="Marker 1"/>
          <p:cNvSpPr/>
          <p:nvPr/>
        </p:nvSpPr>
        <p:spPr>
          <a:xfrm>
            <a:off x="9716573" y="447877"/>
            <a:ext cx="243833" cy="243833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Marker 2"/>
          <p:cNvSpPr/>
          <p:nvPr/>
        </p:nvSpPr>
        <p:spPr>
          <a:xfrm>
            <a:off x="10504969" y="447877"/>
            <a:ext cx="243833" cy="243833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" name="Marker 3"/>
          <p:cNvSpPr/>
          <p:nvPr/>
        </p:nvSpPr>
        <p:spPr>
          <a:xfrm>
            <a:off x="11390899" y="447877"/>
            <a:ext cx="243833" cy="243833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Marker 4"/>
          <p:cNvSpPr/>
          <p:nvPr/>
        </p:nvSpPr>
        <p:spPr>
          <a:xfrm>
            <a:off x="12130528" y="447877"/>
            <a:ext cx="243833" cy="243833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" name="Marker 6"/>
          <p:cNvSpPr/>
          <p:nvPr/>
        </p:nvSpPr>
        <p:spPr>
          <a:xfrm>
            <a:off x="8139780" y="781117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" name="Marker 7"/>
          <p:cNvSpPr/>
          <p:nvPr/>
        </p:nvSpPr>
        <p:spPr>
          <a:xfrm>
            <a:off x="4474143" y="1463852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9" name="Marker 8"/>
          <p:cNvSpPr/>
          <p:nvPr/>
        </p:nvSpPr>
        <p:spPr>
          <a:xfrm>
            <a:off x="4335971" y="1886497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0" name="Marker 9"/>
          <p:cNvSpPr/>
          <p:nvPr/>
        </p:nvSpPr>
        <p:spPr>
          <a:xfrm>
            <a:off x="5880252" y="1935264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11" name="Marker 10"/>
          <p:cNvSpPr/>
          <p:nvPr/>
        </p:nvSpPr>
        <p:spPr>
          <a:xfrm>
            <a:off x="7440789" y="1406957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12" name="Marker 11"/>
          <p:cNvSpPr/>
          <p:nvPr/>
        </p:nvSpPr>
        <p:spPr>
          <a:xfrm>
            <a:off x="9432099" y="764861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13" name="Marker 12"/>
          <p:cNvSpPr/>
          <p:nvPr/>
        </p:nvSpPr>
        <p:spPr>
          <a:xfrm>
            <a:off x="12219934" y="781117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14" name="Marker 13"/>
          <p:cNvSpPr/>
          <p:nvPr/>
        </p:nvSpPr>
        <p:spPr>
          <a:xfrm>
            <a:off x="10919486" y="1041206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15" name="Marker 14"/>
          <p:cNvSpPr/>
          <p:nvPr/>
        </p:nvSpPr>
        <p:spPr>
          <a:xfrm>
            <a:off x="11488432" y="1528874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16" name="Marker 15"/>
          <p:cNvSpPr/>
          <p:nvPr/>
        </p:nvSpPr>
        <p:spPr>
          <a:xfrm>
            <a:off x="10838208" y="2593615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17" name="Marker 16"/>
          <p:cNvSpPr/>
          <p:nvPr/>
        </p:nvSpPr>
        <p:spPr>
          <a:xfrm>
            <a:off x="10838208" y="3349500"/>
            <a:ext cx="276345" cy="276345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18" name="Bereich 5"/>
          <p:cNvSpPr/>
          <p:nvPr/>
        </p:nvSpPr>
        <p:spPr>
          <a:xfrm>
            <a:off x="459011" y="789243"/>
            <a:ext cx="8005879" cy="2235144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E81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Marker 5"/>
          <p:cNvSpPr/>
          <p:nvPr/>
        </p:nvSpPr>
        <p:spPr>
          <a:xfrm>
            <a:off x="337095" y="667328"/>
            <a:ext cx="243833" cy="243833"/>
          </a:xfrm>
          <a:prstGeom prst="ellipse">
            <a:avLst/>
          </a:prstGeom>
          <a:solidFill>
            <a:srgbClr val="E81C2E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687" y="5519621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1A1A1A"/>
                </a:solidFill>
              </a:rPr>
              <a:t>1) </a:t>
            </a:r>
            <a:r>
              <a:rPr sz="2000" b="1" dirty="0" err="1">
                <a:solidFill>
                  <a:srgbClr val="1A1A1A"/>
                </a:solidFill>
              </a:rPr>
              <a:t>Hauptansicht</a:t>
            </a:r>
            <a:r>
              <a:rPr sz="2000" b="1" dirty="0">
                <a:solidFill>
                  <a:srgbClr val="1A1A1A"/>
                </a:solidFill>
              </a:rPr>
              <a:t> -- Drafting-Phase (Runde 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715" y="6443699"/>
            <a:ext cx="5638647" cy="2482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1  </a:t>
            </a:r>
            <a:r>
              <a:rPr sz="1100" dirty="0" err="1">
                <a:solidFill>
                  <a:srgbClr val="1A1A1A"/>
                </a:solidFill>
              </a:rPr>
              <a:t>Neues</a:t>
            </a:r>
            <a:r>
              <a:rPr sz="1100" dirty="0">
                <a:solidFill>
                  <a:srgbClr val="1A1A1A"/>
                </a:solidFill>
              </a:rPr>
              <a:t> Spiel </a:t>
            </a:r>
            <a:r>
              <a:rPr sz="1100" dirty="0" err="1">
                <a:solidFill>
                  <a:srgbClr val="1A1A1A"/>
                </a:solidFill>
              </a:rPr>
              <a:t>starten</a:t>
            </a:r>
            <a:r>
              <a:rPr sz="1100" dirty="0">
                <a:solidFill>
                  <a:srgbClr val="1A1A1A"/>
                </a:solidFill>
              </a:rPr>
              <a:t> -- Gegner (KI/Mensch), </a:t>
            </a:r>
            <a:r>
              <a:rPr sz="1100" dirty="0" err="1">
                <a:solidFill>
                  <a:srgbClr val="1A1A1A"/>
                </a:solidFill>
              </a:rPr>
              <a:t>Staerke</a:t>
            </a:r>
            <a:r>
              <a:rPr sz="1100" dirty="0">
                <a:solidFill>
                  <a:srgbClr val="1A1A1A"/>
                </a:solidFill>
              </a:rPr>
              <a:t> (</a:t>
            </a:r>
            <a:r>
              <a:rPr sz="1100" dirty="0" err="1">
                <a:solidFill>
                  <a:srgbClr val="1A1A1A"/>
                </a:solidFill>
              </a:rPr>
              <a:t>Simulationen</a:t>
            </a:r>
            <a:r>
              <a:rPr sz="1100" dirty="0">
                <a:solidFill>
                  <a:srgbClr val="1A1A1A"/>
                </a:solidFill>
              </a:rPr>
              <a:t>), </a:t>
            </a:r>
            <a:r>
              <a:rPr sz="1100" dirty="0" err="1">
                <a:solidFill>
                  <a:srgbClr val="1A1A1A"/>
                </a:solidFill>
              </a:rPr>
              <a:t>Startspieler</a:t>
            </a:r>
            <a:r>
              <a:rPr sz="1100" dirty="0">
                <a:solidFill>
                  <a:srgbClr val="1A1A1A"/>
                </a:solidFill>
              </a:rPr>
              <a:t> und Seed </a:t>
            </a:r>
            <a:r>
              <a:rPr sz="1100" dirty="0" err="1">
                <a:solidFill>
                  <a:srgbClr val="1A1A1A"/>
                </a:solidFill>
              </a:rPr>
              <a:t>einstellen</a:t>
            </a:r>
            <a:r>
              <a:rPr sz="1100" dirty="0">
                <a:solidFill>
                  <a:srgbClr val="1A1A1A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2  </a:t>
            </a:r>
            <a:r>
              <a:rPr sz="1100" dirty="0" err="1">
                <a:solidFill>
                  <a:srgbClr val="1A1A1A"/>
                </a:solidFill>
              </a:rPr>
              <a:t>Aktive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Ziele</a:t>
            </a:r>
            <a:r>
              <a:rPr sz="1100" dirty="0">
                <a:solidFill>
                  <a:srgbClr val="1A1A1A"/>
                </a:solidFill>
              </a:rPr>
              <a:t> -- </a:t>
            </a:r>
            <a:r>
              <a:rPr sz="1100" dirty="0" err="1">
                <a:solidFill>
                  <a:srgbClr val="1A1A1A"/>
                </a:solidFill>
              </a:rPr>
              <a:t>zeigt</a:t>
            </a:r>
            <a:r>
              <a:rPr sz="1100" dirty="0">
                <a:solidFill>
                  <a:srgbClr val="1A1A1A"/>
                </a:solidFill>
              </a:rPr>
              <a:t> die 3 </a:t>
            </a:r>
            <a:r>
              <a:rPr sz="1100" dirty="0" err="1">
                <a:solidFill>
                  <a:srgbClr val="1A1A1A"/>
                </a:solidFill>
              </a:rPr>
              <a:t>gewaehlten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Wertungsplatten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dieser</a:t>
            </a:r>
            <a:r>
              <a:rPr sz="1100" dirty="0">
                <a:solidFill>
                  <a:srgbClr val="1A1A1A"/>
                </a:solidFill>
              </a:rPr>
              <a:t> Partie </a:t>
            </a:r>
            <a:r>
              <a:rPr sz="1100" dirty="0" err="1">
                <a:solidFill>
                  <a:srgbClr val="1A1A1A"/>
                </a:solidFill>
              </a:rPr>
              <a:t>noch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einmal</a:t>
            </a:r>
            <a:r>
              <a:rPr sz="1100" dirty="0">
                <a:solidFill>
                  <a:srgbClr val="1A1A1A"/>
                </a:solidFill>
              </a:rPr>
              <a:t> gross an.</a:t>
            </a:r>
          </a:p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3  </a:t>
            </a:r>
            <a:r>
              <a:rPr sz="1100" dirty="0">
                <a:solidFill>
                  <a:srgbClr val="1A1A1A"/>
                </a:solidFill>
              </a:rPr>
              <a:t>KI-Debugger -- </a:t>
            </a:r>
            <a:r>
              <a:rPr sz="1100" dirty="0" err="1">
                <a:solidFill>
                  <a:srgbClr val="1A1A1A"/>
                </a:solidFill>
              </a:rPr>
              <a:t>Analysefenster</a:t>
            </a:r>
            <a:r>
              <a:rPr sz="1100" dirty="0">
                <a:solidFill>
                  <a:srgbClr val="1A1A1A"/>
                </a:solidFill>
              </a:rPr>
              <a:t> der </a:t>
            </a:r>
            <a:r>
              <a:rPr sz="1100" dirty="0" err="1">
                <a:solidFill>
                  <a:srgbClr val="1A1A1A"/>
                </a:solidFill>
              </a:rPr>
              <a:t>Kuenstlichen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Intelligenz</a:t>
            </a:r>
            <a:r>
              <a:rPr sz="1100" dirty="0">
                <a:solidFill>
                  <a:srgbClr val="1A1A1A"/>
                </a:solidFill>
              </a:rPr>
              <a:t> (</a:t>
            </a:r>
            <a:r>
              <a:rPr sz="1100" dirty="0" err="1">
                <a:solidFill>
                  <a:srgbClr val="1A1A1A"/>
                </a:solidFill>
              </a:rPr>
              <a:t>fuer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Fortgeschrittene</a:t>
            </a:r>
            <a:r>
              <a:rPr sz="1100" dirty="0">
                <a:solidFill>
                  <a:srgbClr val="1A1A1A"/>
                </a:solidFill>
              </a:rPr>
              <a:t>, </a:t>
            </a:r>
            <a:r>
              <a:rPr sz="1100" dirty="0" err="1">
                <a:solidFill>
                  <a:srgbClr val="1A1A1A"/>
                </a:solidFill>
              </a:rPr>
              <a:t>kann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ausgeblendet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werden</a:t>
            </a:r>
            <a:r>
              <a:rPr sz="1100" dirty="0">
                <a:solidFill>
                  <a:srgbClr val="1A1A1A"/>
                </a:solidFill>
              </a:rPr>
              <a:t>).</a:t>
            </a:r>
          </a:p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4  </a:t>
            </a:r>
            <a:r>
              <a:rPr sz="1100" dirty="0">
                <a:solidFill>
                  <a:srgbClr val="1A1A1A"/>
                </a:solidFill>
              </a:rPr>
              <a:t>Spiel-Log der </a:t>
            </a:r>
            <a:r>
              <a:rPr sz="1100" dirty="0" err="1">
                <a:solidFill>
                  <a:srgbClr val="1A1A1A"/>
                </a:solidFill>
              </a:rPr>
              <a:t>aktuellen</a:t>
            </a:r>
            <a:r>
              <a:rPr sz="1100" dirty="0">
                <a:solidFill>
                  <a:srgbClr val="1A1A1A"/>
                </a:solidFill>
              </a:rPr>
              <a:t> Partie </a:t>
            </a:r>
            <a:r>
              <a:rPr sz="1100" dirty="0" err="1">
                <a:solidFill>
                  <a:srgbClr val="1A1A1A"/>
                </a:solidFill>
              </a:rPr>
              <a:t>als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Datei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herunterladen</a:t>
            </a:r>
            <a:r>
              <a:rPr sz="1100" dirty="0">
                <a:solidFill>
                  <a:srgbClr val="1A1A1A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5  </a:t>
            </a:r>
            <a:r>
              <a:rPr sz="1100" dirty="0" err="1">
                <a:solidFill>
                  <a:srgbClr val="1A1A1A"/>
                </a:solidFill>
              </a:rPr>
              <a:t>Aktiver</a:t>
            </a:r>
            <a:r>
              <a:rPr sz="1100" dirty="0">
                <a:solidFill>
                  <a:srgbClr val="1A1A1A"/>
                </a:solidFill>
              </a:rPr>
              <a:t> Spieler -- </a:t>
            </a:r>
            <a:r>
              <a:rPr sz="1100" dirty="0" err="1">
                <a:solidFill>
                  <a:srgbClr val="1A1A1A"/>
                </a:solidFill>
              </a:rPr>
              <a:t>blauer</a:t>
            </a:r>
            <a:r>
              <a:rPr sz="1100" dirty="0">
                <a:solidFill>
                  <a:srgbClr val="1A1A1A"/>
                </a:solidFill>
              </a:rPr>
              <a:t> Rahmen </a:t>
            </a:r>
            <a:r>
              <a:rPr sz="1100" dirty="0" err="1">
                <a:solidFill>
                  <a:srgbClr val="1A1A1A"/>
                </a:solidFill>
              </a:rPr>
              <a:t>zeigt</a:t>
            </a:r>
            <a:r>
              <a:rPr sz="1100" dirty="0">
                <a:solidFill>
                  <a:srgbClr val="1A1A1A"/>
                </a:solidFill>
              </a:rPr>
              <a:t>, </a:t>
            </a:r>
            <a:r>
              <a:rPr sz="1100" dirty="0" err="1">
                <a:solidFill>
                  <a:srgbClr val="1A1A1A"/>
                </a:solidFill>
              </a:rPr>
              <a:t>wer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gerade</a:t>
            </a:r>
            <a:r>
              <a:rPr sz="1100" dirty="0">
                <a:solidFill>
                  <a:srgbClr val="1A1A1A"/>
                </a:solidFill>
              </a:rPr>
              <a:t> am Zug </a:t>
            </a:r>
            <a:r>
              <a:rPr sz="1100" dirty="0" err="1">
                <a:solidFill>
                  <a:srgbClr val="1A1A1A"/>
                </a:solidFill>
              </a:rPr>
              <a:t>ist</a:t>
            </a:r>
            <a:r>
              <a:rPr sz="1100" dirty="0">
                <a:solidFill>
                  <a:srgbClr val="1A1A1A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6  </a:t>
            </a:r>
            <a:r>
              <a:rPr sz="1100" dirty="0" err="1">
                <a:solidFill>
                  <a:srgbClr val="1A1A1A"/>
                </a:solidFill>
              </a:rPr>
              <a:t>Punktestand</a:t>
            </a:r>
            <a:r>
              <a:rPr sz="1100" dirty="0">
                <a:solidFill>
                  <a:srgbClr val="1A1A1A"/>
                </a:solidFill>
              </a:rPr>
              <a:t> -- in </a:t>
            </a:r>
            <a:r>
              <a:rPr sz="1100" dirty="0" err="1">
                <a:solidFill>
                  <a:srgbClr val="1A1A1A"/>
                </a:solidFill>
              </a:rPr>
              <a:t>Klammern</a:t>
            </a:r>
            <a:r>
              <a:rPr sz="1100" dirty="0">
                <a:solidFill>
                  <a:srgbClr val="1A1A1A"/>
                </a:solidFill>
              </a:rPr>
              <a:t> die </a:t>
            </a:r>
            <a:r>
              <a:rPr sz="1100" dirty="0" err="1">
                <a:solidFill>
                  <a:srgbClr val="1A1A1A"/>
                </a:solidFill>
              </a:rPr>
              <a:t>fuer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diese</a:t>
            </a:r>
            <a:r>
              <a:rPr sz="1100" dirty="0">
                <a:solidFill>
                  <a:srgbClr val="1A1A1A"/>
                </a:solidFill>
              </a:rPr>
              <a:t> Runde </a:t>
            </a:r>
            <a:r>
              <a:rPr sz="1100" dirty="0" err="1">
                <a:solidFill>
                  <a:srgbClr val="1A1A1A"/>
                </a:solidFill>
              </a:rPr>
              <a:t>geschaetzten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Zusatzpunkte</a:t>
            </a:r>
            <a:r>
              <a:rPr sz="1100" dirty="0">
                <a:solidFill>
                  <a:srgbClr val="1A1A1A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7  </a:t>
            </a:r>
            <a:r>
              <a:rPr sz="1100" dirty="0" err="1">
                <a:solidFill>
                  <a:srgbClr val="1A1A1A"/>
                </a:solidFill>
              </a:rPr>
              <a:t>Strafleiste</a:t>
            </a:r>
            <a:r>
              <a:rPr sz="1100" dirty="0">
                <a:solidFill>
                  <a:srgbClr val="1A1A1A"/>
                </a:solidFill>
              </a:rPr>
              <a:t> („</a:t>
            </a:r>
            <a:r>
              <a:rPr sz="1100" dirty="0" err="1">
                <a:solidFill>
                  <a:srgbClr val="1A1A1A"/>
                </a:solidFill>
              </a:rPr>
              <a:t>Zerbrochene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Fliesen</a:t>
            </a:r>
            <a:r>
              <a:rPr sz="1100" dirty="0">
                <a:solidFill>
                  <a:srgbClr val="1A1A1A"/>
                </a:solidFill>
              </a:rPr>
              <a:t>“) -- </a:t>
            </a:r>
            <a:r>
              <a:rPr sz="1100" dirty="0" err="1">
                <a:solidFill>
                  <a:srgbClr val="1A1A1A"/>
                </a:solidFill>
              </a:rPr>
              <a:t>ueberzaehlige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Fliesen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landen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hier</a:t>
            </a:r>
            <a:r>
              <a:rPr sz="1100" dirty="0">
                <a:solidFill>
                  <a:srgbClr val="1A1A1A"/>
                </a:solidFill>
              </a:rPr>
              <a:t>: -1 bis -4 </a:t>
            </a:r>
            <a:r>
              <a:rPr sz="1100" dirty="0" err="1">
                <a:solidFill>
                  <a:srgbClr val="1A1A1A"/>
                </a:solidFill>
              </a:rPr>
              <a:t>Punkte</a:t>
            </a:r>
            <a:r>
              <a:rPr sz="1100" dirty="0">
                <a:solidFill>
                  <a:srgbClr val="1A1A1A"/>
                </a:solidFill>
              </a:rPr>
              <a:t> am </a:t>
            </a:r>
            <a:r>
              <a:rPr sz="1100" dirty="0" err="1">
                <a:solidFill>
                  <a:srgbClr val="1A1A1A"/>
                </a:solidFill>
              </a:rPr>
              <a:t>Rundenende</a:t>
            </a:r>
            <a:r>
              <a:rPr sz="1100" dirty="0">
                <a:solidFill>
                  <a:srgbClr val="1A1A1A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8  </a:t>
            </a:r>
            <a:r>
              <a:rPr sz="1100" dirty="0" err="1">
                <a:solidFill>
                  <a:srgbClr val="1A1A1A"/>
                </a:solidFill>
              </a:rPr>
              <a:t>Bonuschips</a:t>
            </a:r>
            <a:r>
              <a:rPr sz="1100" dirty="0">
                <a:solidFill>
                  <a:srgbClr val="1A1A1A"/>
                </a:solidFill>
              </a:rPr>
              <a:t>-Kasten -- </a:t>
            </a:r>
            <a:r>
              <a:rPr sz="1100" dirty="0" err="1">
                <a:solidFill>
                  <a:srgbClr val="1A1A1A"/>
                </a:solidFill>
              </a:rPr>
              <a:t>gesammelte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Bonusplaettchen</a:t>
            </a:r>
            <a:r>
              <a:rPr sz="1100" dirty="0">
                <a:solidFill>
                  <a:srgbClr val="1A1A1A"/>
                </a:solidFill>
              </a:rPr>
              <a:t>. </a:t>
            </a:r>
            <a:r>
              <a:rPr sz="1100" dirty="0" err="1">
                <a:solidFill>
                  <a:srgbClr val="1A1A1A"/>
                </a:solidFill>
              </a:rPr>
              <a:t>Leuchtet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farbig</a:t>
            </a:r>
            <a:r>
              <a:rPr sz="1100" dirty="0">
                <a:solidFill>
                  <a:srgbClr val="1A1A1A"/>
                </a:solidFill>
              </a:rPr>
              <a:t> und </a:t>
            </a:r>
            <a:r>
              <a:rPr sz="1100" dirty="0" err="1">
                <a:solidFill>
                  <a:srgbClr val="1A1A1A"/>
                </a:solidFill>
              </a:rPr>
              <a:t>wird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klickbar</a:t>
            </a:r>
            <a:r>
              <a:rPr sz="1100" dirty="0">
                <a:solidFill>
                  <a:srgbClr val="1A1A1A"/>
                </a:solidFill>
              </a:rPr>
              <a:t>, </a:t>
            </a:r>
            <a:r>
              <a:rPr sz="1100" dirty="0" err="1">
                <a:solidFill>
                  <a:srgbClr val="1A1A1A"/>
                </a:solidFill>
              </a:rPr>
              <a:t>sobald</a:t>
            </a:r>
            <a:r>
              <a:rPr sz="1100" dirty="0">
                <a:solidFill>
                  <a:srgbClr val="1A1A1A"/>
                </a:solidFill>
              </a:rPr>
              <a:t> man </a:t>
            </a:r>
            <a:r>
              <a:rPr sz="1100" dirty="0" err="1">
                <a:solidFill>
                  <a:srgbClr val="1A1A1A"/>
                </a:solidFill>
              </a:rPr>
              <a:t>damit</a:t>
            </a:r>
            <a:r>
              <a:rPr sz="1100" dirty="0">
                <a:solidFill>
                  <a:srgbClr val="1A1A1A"/>
                </a:solidFill>
              </a:rPr>
              <a:t> die </a:t>
            </a:r>
            <a:r>
              <a:rPr sz="1100" dirty="0" err="1">
                <a:solidFill>
                  <a:srgbClr val="1A1A1A"/>
                </a:solidFill>
              </a:rPr>
              <a:t>faellige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Musterreihe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vervollstaendigen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kann</a:t>
            </a:r>
            <a:r>
              <a:rPr sz="1100" dirty="0">
                <a:solidFill>
                  <a:srgbClr val="1A1A1A"/>
                </a:solidFill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2428" y="6393480"/>
            <a:ext cx="5638647" cy="2482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9  </a:t>
            </a:r>
            <a:r>
              <a:rPr sz="1100" dirty="0" err="1">
                <a:solidFill>
                  <a:srgbClr val="1A1A1A"/>
                </a:solidFill>
              </a:rPr>
              <a:t>Musterreihen</a:t>
            </a:r>
            <a:r>
              <a:rPr sz="1100" dirty="0">
                <a:solidFill>
                  <a:srgbClr val="1A1A1A"/>
                </a:solidFill>
              </a:rPr>
              <a:t> (1-6) -- </a:t>
            </a:r>
            <a:r>
              <a:rPr sz="1100" dirty="0" err="1">
                <a:solidFill>
                  <a:srgbClr val="1A1A1A"/>
                </a:solidFill>
              </a:rPr>
              <a:t>hier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genommene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Fliesen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ablegen</a:t>
            </a:r>
            <a:r>
              <a:rPr sz="1100" dirty="0">
                <a:solidFill>
                  <a:srgbClr val="1A1A1A"/>
                </a:solidFill>
              </a:rPr>
              <a:t>. </a:t>
            </a:r>
            <a:r>
              <a:rPr sz="1100" dirty="0" err="1">
                <a:solidFill>
                  <a:srgbClr val="1A1A1A"/>
                </a:solidFill>
              </a:rPr>
              <a:t>Kapazitaet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waechst</a:t>
            </a:r>
            <a:r>
              <a:rPr sz="1100" dirty="0">
                <a:solidFill>
                  <a:srgbClr val="1A1A1A"/>
                </a:solidFill>
              </a:rPr>
              <a:t> von 1 (</a:t>
            </a:r>
            <a:r>
              <a:rPr sz="1100" dirty="0" err="1">
                <a:solidFill>
                  <a:srgbClr val="1A1A1A"/>
                </a:solidFill>
              </a:rPr>
              <a:t>oben</a:t>
            </a:r>
            <a:r>
              <a:rPr sz="1100" dirty="0">
                <a:solidFill>
                  <a:srgbClr val="1A1A1A"/>
                </a:solidFill>
              </a:rPr>
              <a:t>) bis 6 (</a:t>
            </a:r>
            <a:r>
              <a:rPr sz="1100" dirty="0" err="1">
                <a:solidFill>
                  <a:srgbClr val="1A1A1A"/>
                </a:solidFill>
              </a:rPr>
              <a:t>unten</a:t>
            </a:r>
            <a:r>
              <a:rPr sz="1100" dirty="0">
                <a:solidFill>
                  <a:srgbClr val="1A1A1A"/>
                </a:solidFill>
              </a:rPr>
              <a:t>); </a:t>
            </a:r>
            <a:r>
              <a:rPr sz="1100" dirty="0" err="1">
                <a:solidFill>
                  <a:srgbClr val="1A1A1A"/>
                </a:solidFill>
              </a:rPr>
              <a:t>volle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Reihen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wandern</a:t>
            </a:r>
            <a:r>
              <a:rPr sz="1100" dirty="0">
                <a:solidFill>
                  <a:srgbClr val="1A1A1A"/>
                </a:solidFill>
              </a:rPr>
              <a:t> am </a:t>
            </a:r>
            <a:r>
              <a:rPr sz="1100" dirty="0" err="1">
                <a:solidFill>
                  <a:srgbClr val="1A1A1A"/>
                </a:solidFill>
              </a:rPr>
              <a:t>Rundenende</a:t>
            </a:r>
            <a:r>
              <a:rPr sz="1100" dirty="0">
                <a:solidFill>
                  <a:srgbClr val="1A1A1A"/>
                </a:solidFill>
              </a:rPr>
              <a:t> auf die </a:t>
            </a:r>
            <a:r>
              <a:rPr sz="1100" dirty="0" err="1">
                <a:solidFill>
                  <a:srgbClr val="1A1A1A"/>
                </a:solidFill>
              </a:rPr>
              <a:t>Kuppel</a:t>
            </a:r>
            <a:r>
              <a:rPr sz="1100" dirty="0">
                <a:solidFill>
                  <a:srgbClr val="1A1A1A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10  </a:t>
            </a:r>
            <a:r>
              <a:rPr sz="1100" dirty="0" err="1">
                <a:solidFill>
                  <a:srgbClr val="1A1A1A"/>
                </a:solidFill>
              </a:rPr>
              <a:t>Kuppel</a:t>
            </a:r>
            <a:r>
              <a:rPr sz="1100" dirty="0">
                <a:solidFill>
                  <a:srgbClr val="1A1A1A"/>
                </a:solidFill>
              </a:rPr>
              <a:t>-Raster -- Ziel der </a:t>
            </a:r>
            <a:r>
              <a:rPr sz="1100" dirty="0" err="1">
                <a:solidFill>
                  <a:srgbClr val="1A1A1A"/>
                </a:solidFill>
              </a:rPr>
              <a:t>vollen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Musterreihen</a:t>
            </a:r>
            <a:r>
              <a:rPr sz="1100" dirty="0">
                <a:solidFill>
                  <a:srgbClr val="1A1A1A"/>
                </a:solidFill>
              </a:rPr>
              <a:t>. „+“ </a:t>
            </a:r>
            <a:r>
              <a:rPr sz="1100" dirty="0" err="1">
                <a:solidFill>
                  <a:srgbClr val="1A1A1A"/>
                </a:solidFill>
              </a:rPr>
              <a:t>markiert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freie</a:t>
            </a:r>
            <a:r>
              <a:rPr sz="1100" dirty="0">
                <a:solidFill>
                  <a:srgbClr val="1A1A1A"/>
                </a:solidFill>
              </a:rPr>
              <a:t>, </a:t>
            </a:r>
            <a:r>
              <a:rPr sz="1100" dirty="0" err="1">
                <a:solidFill>
                  <a:srgbClr val="1A1A1A"/>
                </a:solidFill>
              </a:rPr>
              <a:t>noch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unbelegte</a:t>
            </a:r>
            <a:r>
              <a:rPr sz="1100" dirty="0">
                <a:solidFill>
                  <a:srgbClr val="1A1A1A"/>
                </a:solidFill>
              </a:rPr>
              <a:t> Felder.</a:t>
            </a:r>
          </a:p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11  </a:t>
            </a:r>
            <a:r>
              <a:rPr sz="1100" dirty="0" err="1">
                <a:solidFill>
                  <a:srgbClr val="1A1A1A"/>
                </a:solidFill>
              </a:rPr>
              <a:t>Fabriken</a:t>
            </a:r>
            <a:r>
              <a:rPr sz="1100" dirty="0">
                <a:solidFill>
                  <a:srgbClr val="1A1A1A"/>
                </a:solidFill>
              </a:rPr>
              <a:t> -- </a:t>
            </a:r>
            <a:r>
              <a:rPr sz="1100" dirty="0" err="1">
                <a:solidFill>
                  <a:srgbClr val="1A1A1A"/>
                </a:solidFill>
              </a:rPr>
              <a:t>hier</a:t>
            </a:r>
            <a:r>
              <a:rPr sz="1100" dirty="0">
                <a:solidFill>
                  <a:srgbClr val="1A1A1A"/>
                </a:solidFill>
              </a:rPr>
              <a:t> in Phase 1 </a:t>
            </a:r>
            <a:r>
              <a:rPr sz="1100" dirty="0" err="1">
                <a:solidFill>
                  <a:srgbClr val="1A1A1A"/>
                </a:solidFill>
              </a:rPr>
              <a:t>Fliesen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nehmen</a:t>
            </a:r>
            <a:r>
              <a:rPr sz="1100" dirty="0">
                <a:solidFill>
                  <a:srgbClr val="1A1A1A"/>
                </a:solidFill>
              </a:rPr>
              <a:t> (</a:t>
            </a:r>
            <a:r>
              <a:rPr sz="1100" dirty="0" err="1">
                <a:solidFill>
                  <a:srgbClr val="1A1A1A"/>
                </a:solidFill>
              </a:rPr>
              <a:t>Sonnenseite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anklicken</a:t>
            </a:r>
            <a:r>
              <a:rPr sz="1100" dirty="0">
                <a:solidFill>
                  <a:srgbClr val="1A1A1A"/>
                </a:solidFill>
              </a:rPr>
              <a:t>). Schloss-Symbol = </a:t>
            </a:r>
            <a:r>
              <a:rPr sz="1100" dirty="0" err="1">
                <a:solidFill>
                  <a:srgbClr val="1A1A1A"/>
                </a:solidFill>
              </a:rPr>
              <a:t>Bonusplaettchen</a:t>
            </a:r>
            <a:r>
              <a:rPr sz="1100" dirty="0">
                <a:solidFill>
                  <a:srgbClr val="1A1A1A"/>
                </a:solidFill>
              </a:rPr>
              <a:t> der Fabrik </a:t>
            </a:r>
            <a:r>
              <a:rPr sz="1100" dirty="0" err="1">
                <a:solidFill>
                  <a:srgbClr val="1A1A1A"/>
                </a:solidFill>
              </a:rPr>
              <a:t>noch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verdeckt</a:t>
            </a:r>
            <a:r>
              <a:rPr sz="1100" dirty="0">
                <a:solidFill>
                  <a:srgbClr val="1A1A1A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12  </a:t>
            </a:r>
            <a:r>
              <a:rPr sz="1100" dirty="0" err="1">
                <a:solidFill>
                  <a:srgbClr val="1A1A1A"/>
                </a:solidFill>
              </a:rPr>
              <a:t>Phasen-Anzeige</a:t>
            </a:r>
            <a:r>
              <a:rPr sz="1100" dirty="0">
                <a:solidFill>
                  <a:srgbClr val="1A1A1A"/>
                </a:solidFill>
              </a:rPr>
              <a:t> -- </a:t>
            </a:r>
            <a:r>
              <a:rPr sz="1100" dirty="0" err="1">
                <a:solidFill>
                  <a:srgbClr val="1A1A1A"/>
                </a:solidFill>
              </a:rPr>
              <a:t>zeigt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aktuelle</a:t>
            </a:r>
            <a:r>
              <a:rPr sz="1100" dirty="0">
                <a:solidFill>
                  <a:srgbClr val="1A1A1A"/>
                </a:solidFill>
              </a:rPr>
              <a:t> Phase (Drafting/Tiling) und </a:t>
            </a:r>
            <a:r>
              <a:rPr sz="1100" dirty="0" err="1">
                <a:solidFill>
                  <a:srgbClr val="1A1A1A"/>
                </a:solidFill>
              </a:rPr>
              <a:t>wer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gerade</a:t>
            </a:r>
            <a:r>
              <a:rPr sz="1100" dirty="0">
                <a:solidFill>
                  <a:srgbClr val="1A1A1A"/>
                </a:solidFill>
              </a:rPr>
              <a:t> am Zug </a:t>
            </a:r>
            <a:r>
              <a:rPr sz="1100" dirty="0" err="1">
                <a:solidFill>
                  <a:srgbClr val="1A1A1A"/>
                </a:solidFill>
              </a:rPr>
              <a:t>ist</a:t>
            </a:r>
            <a:r>
              <a:rPr sz="1100" dirty="0">
                <a:solidFill>
                  <a:srgbClr val="1A1A1A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13  </a:t>
            </a:r>
            <a:r>
              <a:rPr sz="1100" dirty="0">
                <a:solidFill>
                  <a:srgbClr val="1A1A1A"/>
                </a:solidFill>
              </a:rPr>
              <a:t>Beutel- und Turm-</a:t>
            </a:r>
            <a:r>
              <a:rPr sz="1100" dirty="0" err="1">
                <a:solidFill>
                  <a:srgbClr val="1A1A1A"/>
                </a:solidFill>
              </a:rPr>
              <a:t>Zaehler</a:t>
            </a:r>
            <a:r>
              <a:rPr sz="1100" dirty="0">
                <a:solidFill>
                  <a:srgbClr val="1A1A1A"/>
                </a:solidFill>
              </a:rPr>
              <a:t> -- </a:t>
            </a:r>
            <a:r>
              <a:rPr sz="1100" dirty="0" err="1">
                <a:solidFill>
                  <a:srgbClr val="1A1A1A"/>
                </a:solidFill>
              </a:rPr>
              <a:t>Fliesen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im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Vorrat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bzw</a:t>
            </a:r>
            <a:r>
              <a:rPr sz="1100" dirty="0">
                <a:solidFill>
                  <a:srgbClr val="1A1A1A"/>
                </a:solidFill>
              </a:rPr>
              <a:t>. </a:t>
            </a:r>
            <a:r>
              <a:rPr sz="1100" dirty="0" err="1">
                <a:solidFill>
                  <a:srgbClr val="1A1A1A"/>
                </a:solidFill>
              </a:rPr>
              <a:t>im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Abwurf</a:t>
            </a:r>
            <a:r>
              <a:rPr sz="1100" dirty="0">
                <a:solidFill>
                  <a:srgbClr val="1A1A1A"/>
                </a:solidFill>
              </a:rPr>
              <a:t>-Turm.</a:t>
            </a:r>
          </a:p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14  </a:t>
            </a:r>
            <a:r>
              <a:rPr sz="1100" dirty="0" err="1">
                <a:solidFill>
                  <a:srgbClr val="1A1A1A"/>
                </a:solidFill>
              </a:rPr>
              <a:t>Auslage</a:t>
            </a:r>
            <a:r>
              <a:rPr sz="1100" dirty="0">
                <a:solidFill>
                  <a:srgbClr val="1A1A1A"/>
                </a:solidFill>
              </a:rPr>
              <a:t> -- </a:t>
            </a:r>
            <a:r>
              <a:rPr sz="1100" dirty="0" err="1">
                <a:solidFill>
                  <a:srgbClr val="1A1A1A"/>
                </a:solidFill>
              </a:rPr>
              <a:t>freie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Kuppelplatten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zum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Nehmen</a:t>
            </a:r>
            <a:r>
              <a:rPr sz="1100" dirty="0">
                <a:solidFill>
                  <a:srgbClr val="1A1A1A"/>
                </a:solidFill>
              </a:rPr>
              <a:t> (Aktion A); </a:t>
            </a:r>
            <a:r>
              <a:rPr sz="1100" dirty="0" err="1">
                <a:solidFill>
                  <a:srgbClr val="1A1A1A"/>
                </a:solidFill>
              </a:rPr>
              <a:t>darunter</a:t>
            </a:r>
            <a:r>
              <a:rPr sz="1100" dirty="0">
                <a:solidFill>
                  <a:srgbClr val="1A1A1A"/>
                </a:solidFill>
              </a:rPr>
              <a:t> „</a:t>
            </a:r>
            <a:r>
              <a:rPr sz="1100" dirty="0" err="1">
                <a:solidFill>
                  <a:srgbClr val="1A1A1A"/>
                </a:solidFill>
              </a:rPr>
              <a:t>Ziehen</a:t>
            </a:r>
            <a:r>
              <a:rPr sz="1100" dirty="0">
                <a:solidFill>
                  <a:srgbClr val="1A1A1A"/>
                </a:solidFill>
              </a:rPr>
              <a:t> (-1 Pkt/Karte)“ </a:t>
            </a:r>
            <a:r>
              <a:rPr sz="1100" dirty="0" err="1">
                <a:solidFill>
                  <a:srgbClr val="1A1A1A"/>
                </a:solidFill>
              </a:rPr>
              <a:t>fuer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eine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verdeckte</a:t>
            </a:r>
            <a:r>
              <a:rPr sz="1100" dirty="0">
                <a:solidFill>
                  <a:srgbClr val="1A1A1A"/>
                </a:solidFill>
              </a:rPr>
              <a:t> Platte </a:t>
            </a:r>
            <a:r>
              <a:rPr sz="1100" dirty="0" err="1">
                <a:solidFill>
                  <a:srgbClr val="1A1A1A"/>
                </a:solidFill>
              </a:rPr>
              <a:t>vom</a:t>
            </a:r>
            <a:r>
              <a:rPr sz="1100" dirty="0">
                <a:solidFill>
                  <a:srgbClr val="1A1A1A"/>
                </a:solidFill>
              </a:rPr>
              <a:t> Stapel.</a:t>
            </a:r>
          </a:p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15  </a:t>
            </a:r>
            <a:r>
              <a:rPr sz="1100" dirty="0">
                <a:solidFill>
                  <a:srgbClr val="1A1A1A"/>
                </a:solidFill>
              </a:rPr>
              <a:t>Log-Dropdown -- </a:t>
            </a:r>
            <a:r>
              <a:rPr sz="1100" dirty="0" err="1">
                <a:solidFill>
                  <a:srgbClr val="1A1A1A"/>
                </a:solidFill>
              </a:rPr>
              <a:t>zum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Aufklappen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anklicken</a:t>
            </a:r>
            <a:r>
              <a:rPr sz="1100" dirty="0">
                <a:solidFill>
                  <a:srgbClr val="1A1A1A"/>
                </a:solidFill>
              </a:rPr>
              <a:t>, </a:t>
            </a:r>
            <a:r>
              <a:rPr sz="1100" dirty="0" err="1">
                <a:solidFill>
                  <a:srgbClr val="1A1A1A"/>
                </a:solidFill>
              </a:rPr>
              <a:t>zeigt</a:t>
            </a:r>
            <a:r>
              <a:rPr sz="1100" dirty="0">
                <a:solidFill>
                  <a:srgbClr val="1A1A1A"/>
                </a:solidFill>
              </a:rPr>
              <a:t> den </a:t>
            </a:r>
            <a:r>
              <a:rPr sz="1100" dirty="0" err="1">
                <a:solidFill>
                  <a:srgbClr val="1A1A1A"/>
                </a:solidFill>
              </a:rPr>
              <a:t>bisherigen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Spielverlauf</a:t>
            </a:r>
            <a:r>
              <a:rPr sz="1100" dirty="0">
                <a:solidFill>
                  <a:srgbClr val="1A1A1A"/>
                </a:solidFill>
              </a:rPr>
              <a:t>.</a:t>
            </a:r>
          </a:p>
          <a:p>
            <a:pPr>
              <a:spcAft>
                <a:spcPts val="400"/>
              </a:spcAft>
            </a:pPr>
            <a:r>
              <a:rPr sz="1100" b="1" dirty="0">
                <a:solidFill>
                  <a:srgbClr val="7A0D17"/>
                </a:solidFill>
              </a:rPr>
              <a:t>16  </a:t>
            </a:r>
            <a:r>
              <a:rPr sz="1100" dirty="0">
                <a:solidFill>
                  <a:srgbClr val="1A1A1A"/>
                </a:solidFill>
              </a:rPr>
              <a:t>„</a:t>
            </a:r>
            <a:r>
              <a:rPr sz="1100" dirty="0" err="1">
                <a:solidFill>
                  <a:srgbClr val="1A1A1A"/>
                </a:solidFill>
              </a:rPr>
              <a:t>Gueltige</a:t>
            </a:r>
            <a:r>
              <a:rPr sz="1100" dirty="0">
                <a:solidFill>
                  <a:srgbClr val="1A1A1A"/>
                </a:solidFill>
              </a:rPr>
              <a:t> Zuege“-Dropdown -- </a:t>
            </a:r>
            <a:r>
              <a:rPr sz="1100" dirty="0" err="1">
                <a:solidFill>
                  <a:srgbClr val="1A1A1A"/>
                </a:solidFill>
              </a:rPr>
              <a:t>zum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Aufklappen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anklicken</a:t>
            </a:r>
            <a:r>
              <a:rPr sz="1100" dirty="0">
                <a:solidFill>
                  <a:srgbClr val="1A1A1A"/>
                </a:solidFill>
              </a:rPr>
              <a:t>, </a:t>
            </a:r>
            <a:r>
              <a:rPr sz="1100" dirty="0" err="1">
                <a:solidFill>
                  <a:srgbClr val="1A1A1A"/>
                </a:solidFill>
              </a:rPr>
              <a:t>listet</a:t>
            </a:r>
            <a:r>
              <a:rPr sz="1100" dirty="0">
                <a:solidFill>
                  <a:srgbClr val="1A1A1A"/>
                </a:solidFill>
              </a:rPr>
              <a:t> alle </a:t>
            </a:r>
            <a:r>
              <a:rPr sz="1100" dirty="0" err="1">
                <a:solidFill>
                  <a:srgbClr val="1A1A1A"/>
                </a:solidFill>
              </a:rPr>
              <a:t>aktuell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erlaubten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Aktionen</a:t>
            </a:r>
            <a:r>
              <a:rPr sz="1100" dirty="0">
                <a:solidFill>
                  <a:srgbClr val="1A1A1A"/>
                </a:solidFill>
              </a:rPr>
              <a:t> auf.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TM02900720[[fn=Integral]]</Template>
  <TotalTime>0</TotalTime>
  <Words>1055</Words>
  <Application>Microsoft Office PowerPoint</Application>
  <PresentationFormat>Benutzerdefiniert</PresentationFormat>
  <Paragraphs>154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Tw Cen MT</vt:lpstr>
      <vt:lpstr>Tw Cen MT Condensed</vt:lpstr>
      <vt:lpstr>Wingdings 3</vt:lpstr>
      <vt:lpstr>Integral</vt:lpstr>
      <vt:lpstr>Mosaic-AI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Patrick Chromy</cp:lastModifiedBy>
  <cp:revision>10</cp:revision>
  <dcterms:created xsi:type="dcterms:W3CDTF">2013-01-27T09:14:16Z</dcterms:created>
  <dcterms:modified xsi:type="dcterms:W3CDTF">2026-08-02T14:05:17Z</dcterms:modified>
  <cp:category/>
</cp:coreProperties>
</file>